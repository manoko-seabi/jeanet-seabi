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48" r:id="rId1"/>
  </p:sldMasterIdLst>
  <p:notesMasterIdLst>
    <p:notesMasterId r:id="rId60"/>
  </p:notesMasterIdLst>
  <p:sldIdLst>
    <p:sldId id="370" r:id="rId2"/>
    <p:sldId id="372" r:id="rId3"/>
    <p:sldId id="257" r:id="rId4"/>
    <p:sldId id="256" r:id="rId5"/>
    <p:sldId id="293" r:id="rId6"/>
    <p:sldId id="258" r:id="rId7"/>
    <p:sldId id="386" r:id="rId8"/>
    <p:sldId id="377" r:id="rId9"/>
    <p:sldId id="374" r:id="rId10"/>
    <p:sldId id="262" r:id="rId11"/>
    <p:sldId id="297" r:id="rId12"/>
    <p:sldId id="300" r:id="rId13"/>
    <p:sldId id="301" r:id="rId14"/>
    <p:sldId id="354" r:id="rId15"/>
    <p:sldId id="363" r:id="rId16"/>
    <p:sldId id="375" r:id="rId17"/>
    <p:sldId id="306" r:id="rId18"/>
    <p:sldId id="366" r:id="rId19"/>
    <p:sldId id="367" r:id="rId20"/>
    <p:sldId id="388" r:id="rId21"/>
    <p:sldId id="310" r:id="rId22"/>
    <p:sldId id="378" r:id="rId23"/>
    <p:sldId id="312" r:id="rId24"/>
    <p:sldId id="299" r:id="rId25"/>
    <p:sldId id="314" r:id="rId26"/>
    <p:sldId id="368" r:id="rId27"/>
    <p:sldId id="313" r:id="rId28"/>
    <p:sldId id="317" r:id="rId29"/>
    <p:sldId id="379" r:id="rId30"/>
    <p:sldId id="319" r:id="rId31"/>
    <p:sldId id="316" r:id="rId32"/>
    <p:sldId id="321" r:id="rId33"/>
    <p:sldId id="348" r:id="rId34"/>
    <p:sldId id="323" r:id="rId35"/>
    <p:sldId id="369" r:id="rId36"/>
    <p:sldId id="380" r:id="rId37"/>
    <p:sldId id="326" r:id="rId38"/>
    <p:sldId id="327" r:id="rId39"/>
    <p:sldId id="328" r:id="rId40"/>
    <p:sldId id="351" r:id="rId41"/>
    <p:sldId id="330" r:id="rId42"/>
    <p:sldId id="331" r:id="rId43"/>
    <p:sldId id="381" r:id="rId44"/>
    <p:sldId id="334" r:id="rId45"/>
    <p:sldId id="336" r:id="rId46"/>
    <p:sldId id="338" r:id="rId47"/>
    <p:sldId id="352" r:id="rId48"/>
    <p:sldId id="342" r:id="rId49"/>
    <p:sldId id="343" r:id="rId50"/>
    <p:sldId id="382" r:id="rId51"/>
    <p:sldId id="335" r:id="rId52"/>
    <p:sldId id="337" r:id="rId53"/>
    <p:sldId id="339" r:id="rId54"/>
    <p:sldId id="353" r:id="rId55"/>
    <p:sldId id="344" r:id="rId56"/>
    <p:sldId id="345" r:id="rId57"/>
    <p:sldId id="383" r:id="rId58"/>
    <p:sldId id="289" r:id="rId59"/>
  </p:sldIdLst>
  <p:sldSz cx="7772400" cy="10058400"/>
  <p:notesSz cx="10058400" cy="7772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81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368" autoAdjust="0"/>
    <p:restoredTop sz="94610"/>
  </p:normalViewPr>
  <p:slideViewPr>
    <p:cSldViewPr snapToGrid="0" snapToObjects="1">
      <p:cViewPr varScale="1">
        <p:scale>
          <a:sx n="47" d="100"/>
          <a:sy n="47" d="100"/>
        </p:scale>
        <p:origin x="1200"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et Seabi" userId="53ee2a1801b47dfc" providerId="LiveId" clId="{9927FDE3-BF7E-41D0-9C29-26A98E1DAD27}"/>
    <pc:docChg chg="modSld sldOrd">
      <pc:chgData name="Jeanet Seabi" userId="53ee2a1801b47dfc" providerId="LiveId" clId="{9927FDE3-BF7E-41D0-9C29-26A98E1DAD27}" dt="2025-11-12T05:00:17.956" v="6" actId="242"/>
      <pc:docMkLst>
        <pc:docMk/>
      </pc:docMkLst>
      <pc:sldChg chg="modSp mod">
        <pc:chgData name="Jeanet Seabi" userId="53ee2a1801b47dfc" providerId="LiveId" clId="{9927FDE3-BF7E-41D0-9C29-26A98E1DAD27}" dt="2025-11-12T04:58:32.053" v="0" actId="242"/>
        <pc:sldMkLst>
          <pc:docMk/>
          <pc:sldMk cId="3809124441" sldId="297"/>
        </pc:sldMkLst>
        <pc:spChg chg="mod">
          <ac:chgData name="Jeanet Seabi" userId="53ee2a1801b47dfc" providerId="LiveId" clId="{9927FDE3-BF7E-41D0-9C29-26A98E1DAD27}" dt="2025-11-12T04:58:32.053" v="0" actId="242"/>
          <ac:spMkLst>
            <pc:docMk/>
            <pc:sldMk cId="3809124441" sldId="297"/>
            <ac:spMk id="8" creationId="{2EF1BD21-D50C-D806-F4D8-13E6CEC51592}"/>
          </ac:spMkLst>
        </pc:spChg>
      </pc:sldChg>
      <pc:sldChg chg="modSp mod">
        <pc:chgData name="Jeanet Seabi" userId="53ee2a1801b47dfc" providerId="LiveId" clId="{9927FDE3-BF7E-41D0-9C29-26A98E1DAD27}" dt="2025-11-12T04:58:56.178" v="3" actId="242"/>
        <pc:sldMkLst>
          <pc:docMk/>
          <pc:sldMk cId="809140830" sldId="301"/>
        </pc:sldMkLst>
        <pc:spChg chg="mod">
          <ac:chgData name="Jeanet Seabi" userId="53ee2a1801b47dfc" providerId="LiveId" clId="{9927FDE3-BF7E-41D0-9C29-26A98E1DAD27}" dt="2025-11-12T04:58:56.178" v="3" actId="242"/>
          <ac:spMkLst>
            <pc:docMk/>
            <pc:sldMk cId="809140830" sldId="301"/>
            <ac:spMk id="8" creationId="{C08BA298-A33C-7E91-9B77-7AA1E33FC69B}"/>
          </ac:spMkLst>
        </pc:spChg>
      </pc:sldChg>
      <pc:sldChg chg="modSp mod">
        <pc:chgData name="Jeanet Seabi" userId="53ee2a1801b47dfc" providerId="LiveId" clId="{9927FDE3-BF7E-41D0-9C29-26A98E1DAD27}" dt="2025-11-12T04:59:50.620" v="5" actId="242"/>
        <pc:sldMkLst>
          <pc:docMk/>
          <pc:sldMk cId="88802130" sldId="306"/>
        </pc:sldMkLst>
        <pc:spChg chg="mod">
          <ac:chgData name="Jeanet Seabi" userId="53ee2a1801b47dfc" providerId="LiveId" clId="{9927FDE3-BF7E-41D0-9C29-26A98E1DAD27}" dt="2025-11-12T04:59:50.620" v="5" actId="242"/>
          <ac:spMkLst>
            <pc:docMk/>
            <pc:sldMk cId="88802130" sldId="306"/>
            <ac:spMk id="8" creationId="{4DB978E3-221B-7DB0-90F0-B1D08111B681}"/>
          </ac:spMkLst>
        </pc:spChg>
      </pc:sldChg>
      <pc:sldChg chg="modSp mod">
        <pc:chgData name="Jeanet Seabi" userId="53ee2a1801b47dfc" providerId="LiveId" clId="{9927FDE3-BF7E-41D0-9C29-26A98E1DAD27}" dt="2025-11-12T05:00:17.956" v="6" actId="242"/>
        <pc:sldMkLst>
          <pc:docMk/>
          <pc:sldMk cId="2781295343" sldId="310"/>
        </pc:sldMkLst>
        <pc:spChg chg="mod">
          <ac:chgData name="Jeanet Seabi" userId="53ee2a1801b47dfc" providerId="LiveId" clId="{9927FDE3-BF7E-41D0-9C29-26A98E1DAD27}" dt="2025-11-12T05:00:17.956" v="6" actId="242"/>
          <ac:spMkLst>
            <pc:docMk/>
            <pc:sldMk cId="2781295343" sldId="310"/>
            <ac:spMk id="8" creationId="{027B898D-4E81-4358-0D0B-7A537891BF6D}"/>
          </ac:spMkLst>
        </pc:spChg>
      </pc:sldChg>
      <pc:sldChg chg="ord">
        <pc:chgData name="Jeanet Seabi" userId="53ee2a1801b47dfc" providerId="LiveId" clId="{9927FDE3-BF7E-41D0-9C29-26A98E1DAD27}" dt="2025-11-12T04:58:41.459" v="2"/>
        <pc:sldMkLst>
          <pc:docMk/>
          <pc:sldMk cId="2627498105" sldId="354"/>
        </pc:sldMkLst>
      </pc:sldChg>
      <pc:sldChg chg="modSp mod">
        <pc:chgData name="Jeanet Seabi" userId="53ee2a1801b47dfc" providerId="LiveId" clId="{9927FDE3-BF7E-41D0-9C29-26A98E1DAD27}" dt="2025-11-12T04:59:30.947" v="4" actId="242"/>
        <pc:sldMkLst>
          <pc:docMk/>
          <pc:sldMk cId="4241528971" sldId="363"/>
        </pc:sldMkLst>
        <pc:spChg chg="mod">
          <ac:chgData name="Jeanet Seabi" userId="53ee2a1801b47dfc" providerId="LiveId" clId="{9927FDE3-BF7E-41D0-9C29-26A98E1DAD27}" dt="2025-11-12T04:59:30.947" v="4" actId="242"/>
          <ac:spMkLst>
            <pc:docMk/>
            <pc:sldMk cId="4241528971" sldId="363"/>
            <ac:spMk id="9" creationId="{2CE32DCC-4575-C647-63F5-460A2B5F09A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4335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C257F-F688-440B-D8A5-4E2648FF12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29F11C-4031-2DE0-1E9D-BE5148A7BA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D750CB-BBA2-9715-FFFF-3A0F5D8C51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11B5AD-9675-3C05-D660-EC0027AEA4D1}"/>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828270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ECF63-52C9-863F-C424-12E86691B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B1796A-032E-339E-0C49-F14B3B054E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895CF1-57EB-1656-342B-62EDB71BE7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3C5D1C-D2C1-6D6E-741D-8BB589D72A73}"/>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539972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0B3B1-8C5B-D36E-DA12-7D4037181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91EB9B-9B70-05E1-11F5-14B9195750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A241F2-25B7-4853-9B2E-88D6554B5E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4D668B-FB10-2B53-8204-AA62BCBF8673}"/>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622560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475C7-A978-D159-85EF-75729A389F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035283-75CC-80BA-4693-840B4475AD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A14920-6170-6FEE-D6EE-A30A06FD41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00E78F-7B0B-2478-EE39-6FF0BE26B76A}"/>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8405058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8DFD8-C562-5EBA-AEB0-D2EC225CF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0717F-053C-1219-6872-C23A66292D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5F3A3A-5658-7B66-3199-C53F73A6DF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E3ED36-8600-D1C4-675F-51B452747973}"/>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7801359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129E9-E1EB-32E3-ECF2-F979D554F9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BBC8AF-007D-532B-1022-7E717913D9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C950F1-791A-8A35-0CBD-4D1AB922CC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4590B5-97FB-3DE8-B3FD-F4189C74BB2C}"/>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9230824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410E4-C310-A8BD-B127-85E7440F3F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2954F3-7C98-C8AC-1B9E-7C734A7AC7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8100F2-E376-F43F-498A-E51862889E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5CC4A1-FFE0-96D7-84AB-446C54C807BF}"/>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67936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5145E-C711-0A03-8BD0-592DF69305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178459-2937-FB09-D465-7AC7B41C10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2879A0-C05F-8B74-E302-63BD17999F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782AD5-3DB3-E12C-69B6-4B862127CBE5}"/>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5748829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191B0-B291-A298-C543-7AEBB30108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4E5CB1-298F-D77B-54DF-80A11F492E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38A2A2-4ABC-1C14-CD51-BC97992FB4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212DC9-ABC5-4F8F-9D15-D1BCFA57C0F0}"/>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124559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82A18-AA2A-2546-D871-2D2E42DFD8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1D0835-ECCE-37F2-77B5-F7B57A1386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AC96E4-BE08-294C-BA36-E4AEF71985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E0528C-C738-7DA7-3F93-378DDE216B08}"/>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2192998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814CA-CC62-F78E-053F-D09EB3C624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1E4DEF-6A97-DD46-B6EC-C6AA91BE1A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C126A6-6A0E-233F-81BC-03CE060F57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2E11B6-DC64-3A93-720A-766BA5C5978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9817446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40CB0-F93F-5641-42B2-18C7B288A7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3EC806-82BC-601D-F32A-5C89BFB701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A0D1D2-EFD7-4880-4F4C-D120CC2CC9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5E38CB-0522-F488-E38B-EABC2391BB1F}"/>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2211452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732DF-AC81-C2FB-3CF3-DCBDBAA75A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BB0EAE-ABA5-A47E-3311-4D7759C35B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F00DEE-CC9E-A845-A58F-8391145B08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8AC28D-5E40-B77F-DE17-93300B9999D2}"/>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1895487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0688C-4D43-A1CC-DD7C-3669E88CD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1B8E8F-A291-EFAC-4989-3A9A4A817A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5C8703-A23A-A5BA-24E7-6C2EAAC383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4CA28A-329D-24DC-5C0E-51D9E213B9EB}"/>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604612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1C6F8-D9E4-D393-3EBC-A51D9CF1AD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399CAB-3C70-46C3-6EDD-E01D20BCF1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E1638F-C403-BFD3-1B72-5F4675710C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2CAA30-953D-8806-DB28-DDAACC03ABE2}"/>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5222914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08B3F-8084-F268-AE27-17294FBFBC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007FD5-A51B-39B3-B646-CD53D38452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73632E-CDCC-270B-07DA-A89F19BB06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70516D-EE94-332E-E528-FD8FBC721CC8}"/>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0039157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E8520-E04C-2863-1829-D982CC9AE8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3BE36D-7963-6EE1-032C-1A95169AF5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13EDE4-D64D-F5C7-2E4C-615F4410C0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EBC581-A06E-397E-3BD7-45BC0711CB3F}"/>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3702952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7B00-F579-B16C-476D-14C956DCF0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4D8D0D-4CD8-E8AA-E072-02EB21BE3D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229470-F526-D6FC-D8E5-7F7978222F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D5B033-42A4-BDE9-0632-2D7EFDAD25C7}"/>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530830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E653B-31EC-01DB-B918-316FA09A07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79F0F6-B9DB-E43C-FC33-D91269F9DB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47C4E0-B045-4C15-07D7-18A9374755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396C0B-C087-82C8-3107-5FCADA7A67FE}"/>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8131972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88EDE-0767-24F0-4978-802297F07F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ABF545-6CD7-D821-862B-76853CAC6E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825CBF-5BC4-9F8C-3C3E-ADDBF085DD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71D3E1-A8EA-562B-1562-C64ECCB29E51}"/>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1456628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FBB68-8CA3-A2BC-099D-78B99A3A14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EF4A22-9A54-7C72-E54A-7032899F19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758AD9-7671-D084-1475-DAF724E0B4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3A221B-5649-2ED0-C395-E2557F8704A4}"/>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4185692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943FF-1131-2A0B-5C34-E6046C7871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A09EC9-D311-A2A9-9F1F-7C7E0DB735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A27932-32BA-1802-F879-3128D8784F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5E1C45-A9D5-89F9-E722-163D31403E12}"/>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2889592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5BB4C-6310-FED2-3CDE-5C2E487B26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98B6B-9F08-A0B7-3B1E-474815C8A7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00DC7E-7B0C-84E0-AB3F-7794702B0F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E244CE-9E70-DF4F-2BC6-7DCDEBAA3F66}"/>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36359323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6B8A3-2EEA-6CC2-B64E-63F788518C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CEBCA2-D54E-A1E2-C471-90A1E73829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F9C898-BB11-E220-7101-36CD1FF8F9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A618A7-FF63-DF40-A6DC-ECEFB8C7FF01}"/>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4782520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96F8D-EEE5-C81B-FE86-8832996EFE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30E6FD-CD99-C060-155C-194399ACEC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170660-3E6F-0327-405A-9CF29605F6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62C558-D588-BF2D-1D2E-F2AE46D0CA85}"/>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3035645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CD89E-E678-0EC2-E392-3314423118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D42F6A-6CC4-4EC3-8962-72873F750F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8E6F01-2CFD-4533-7C7B-9FDA0C25F8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5D6347-EF1B-023B-8E78-CEEED279F441}"/>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42862783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FAC0E-6765-65BF-8EA6-B1CB7261F7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52289-5B85-7F12-C2C1-C4E473C24D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B3FE1C-D227-9228-8373-7CBF2CC4B8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956CA3-7E28-EC8E-F755-667629D33D6C}"/>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34668402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0347D-2F20-5868-B08B-A656D7C4F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4CE28B-219E-E4CB-5C50-3F04A57092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6958ED-C7DC-5EE3-E19F-23D5AEDF47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BA81FF-EA1D-A809-7051-3E603747D51A}"/>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28923439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5523F-1476-7680-98DD-F1A445F590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DBC76E-D5A1-E060-C888-340CC907DB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4AAC9D-5D77-DBDC-6674-49C557626A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09C618-0D1D-FB33-E45F-8A7F0D6557EA}"/>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24333671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91034-B771-5F94-BB37-7FAF6B0959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1E06D1-C8D4-C2A7-9470-4AB4043F1D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45BAAA-4B48-6767-952D-8B22DE6D75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500C64-69E5-D3A3-1B7D-4E77718B16BD}"/>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32588789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31D3D-0A06-6EBC-CD7D-983E756EF2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8DE206-0FB4-FEAF-6A61-03AF6F4087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10B23B-4374-C60F-629C-545BA0050D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BFC7A5-1CAE-3166-32F1-E274E92C8DE5}"/>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7286212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F6784-5B15-3FB8-C76A-46D3EC15EC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5123B2-9F45-DB9F-053D-FD605C85B7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74038D-5DCE-BFCF-BD49-1B061969BF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7EC4A8-92A0-7C65-F190-949299640A10}"/>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33783839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EADAC-2AA1-946B-8981-FD0BE647A6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1BA0C4-AB83-A33A-3DF6-31237BFA55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8DC6CF-C8A2-C0A3-5B59-6BD1A533F1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F891F9-8E20-873A-0DD5-DCDB53FCF4FB}"/>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3640230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C92BF-0F6B-8981-21B8-45D0DDEBCD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D88F98-07E3-42DD-8FAF-9A1012D36F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F20DD5-E4C4-8828-2D87-974E0124A4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E18163-4901-4C73-633A-B9345510DDDD}"/>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2325914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401D4-E936-2045-EABF-71A0CA6297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6AC24B-05E6-0296-21D7-D725E58203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825842-2569-B8DD-6807-9F7F074210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1F21AB-A7A3-25B2-6900-21FA7F5328FB}"/>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36426894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32DF6-9675-0FC8-53DB-5B75640F9B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93875-B68B-51D0-49D9-B6A98A429F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F0C940-2A3C-5F97-03DA-0FACE8E4D5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3B2CF9-B0B6-4128-FFED-03FC225FEBF2}"/>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29735319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7E5CB-D1B8-4C93-2651-C5EDA14754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C217E2-FDB8-1A01-D0F1-10D63081C6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2B5AA1-55FE-8A75-2EB5-5D07C77DF4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D00706-EC88-2A26-2D77-92D41577B9BC}"/>
              </a:ext>
            </a:extLst>
          </p:cNvPr>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9491988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E349E-802E-D0D1-C039-914E82231D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8F6963-C3B9-2F3C-1279-22AE636BF8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B13CEA-9515-D035-74BD-C080B54595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AC78F0-B4A0-53F2-C971-EB4C4C7FB7B8}"/>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23285608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307C2-E8B3-5507-7F17-937096765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6D7AC0-7B01-9D5C-8428-E30475B53A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6EEC47-BE70-8317-7105-C378993AA4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9EF054-B768-5F5E-6F00-F02A7AC0435B}"/>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420026159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353A3-99CD-C5C7-75BA-1CE3642737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B43A7E-D04C-7BFC-9463-75F4A56879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CCCA55-A030-45FF-78D8-747D6F5E8B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55A722-6018-849B-CB2D-DFB86B2A3AB3}"/>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425923085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26517-23D6-2BC3-5DDD-E61205847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B9E37C-8C5C-39C8-49C0-4230C9B949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C50950-1C9B-E4A5-8C36-F4A3560276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16FF32-5A22-FF85-0459-7B888592719B}"/>
              </a:ext>
            </a:extLst>
          </p:cNvPr>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2836825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26D47-CAB7-2497-B6BE-F22B74053A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45E78B-B6BE-725D-5FFA-DF7ADBA2D7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0F8F3C-A15F-B5BE-D99A-CEB4EAF5F6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8E99A8-9280-4377-8CC2-830E4C8BFB8C}"/>
              </a:ext>
            </a:extLst>
          </p:cNvPr>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13268791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D3A38-74A0-6507-9CD6-DB0A5D6D8C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15D9B4-9F3B-649D-87D4-951805787A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BB13DA-2708-8C28-728B-75B745C348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7E45DE-A4D6-BE50-F9E9-C51A30809E0F}"/>
              </a:ext>
            </a:extLst>
          </p:cNvPr>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7208381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7E18C-74A8-A6DF-2964-89D4A073B8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4D6DB5-0CE2-3926-A8EB-F12606CAA2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134F62-95AC-2908-CAFD-ABC024EDA9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C0F4B6-C56F-7681-624A-4128FC08C958}"/>
              </a:ext>
            </a:extLst>
          </p:cNvPr>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910178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74EA0-7758-EB50-5B0F-BAA988A1B1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7C4605-A29C-2137-2BAD-E8E239C63C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2ED9AD-0265-5DFC-37EB-8498BBBFD1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6D40F6-FB34-469B-8F29-8D9CF215B068}"/>
              </a:ext>
            </a:extLst>
          </p:cNvPr>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99545457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8A4CD-1459-7739-CCAE-73B051E487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D962B1-BF15-390D-A873-CB03C8534D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77639D-8E63-6EB5-BDAD-E2D5CC33DB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474595-1B24-B4BE-FFE7-BFB64FC7B2BB}"/>
              </a:ext>
            </a:extLst>
          </p:cNvPr>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41754108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6225B-D201-A047-39EB-7879F69C64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387F0A-6277-EFF5-BAD8-9E542656CD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FFC454-E143-FCF6-144B-2FAD68F4F7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1F77C0-8FA5-A6C6-8B1B-D767A5E134C8}"/>
              </a:ext>
            </a:extLst>
          </p:cNvPr>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41413847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E90A8-5716-1D5A-EE0E-5DC03C4155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20DBCD-6F20-C987-70D3-BB08E82E9F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FD7858-D3BF-4589-D8D7-3B58FFF3A9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347C6A-274E-98C3-3CF1-A78080BB6543}"/>
              </a:ext>
            </a:extLst>
          </p:cNvPr>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95928879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8681D-6F6B-B98E-13A1-2A2B5AC40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AB920F-0C7D-D7C9-5513-783534CE70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B42B8-AC9A-AAA4-14B7-A6DE229BC4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350E15-99D2-C854-B530-4910B26A3D51}"/>
              </a:ext>
            </a:extLst>
          </p:cNvPr>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41845375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8CA4F-EEF4-F807-861F-CA54DDE27B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F7AF6-74DE-C673-5542-41808DC6AA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9EF44D-A5EB-4B46-96FB-909BCB6902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35E555-54F0-99AF-5AFA-58C948E1E17A}"/>
              </a:ext>
            </a:extLst>
          </p:cNvPr>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26297046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4.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4.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4.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4.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0.png"/><Relationship Id="rId7"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1.png"/><Relationship Id="rId9"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4.png"/><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4.pn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4.pn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9.png"/><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4.png"/><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1.png"/><Relationship Id="rId4" Type="http://schemas.openxmlformats.org/officeDocument/2006/relationships/image" Target="../media/image10.png"/></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4.png"/><Relationship Id="rId4" Type="http://schemas.openxmlformats.org/officeDocument/2006/relationships/image" Target="../media/image11.png"/></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9.png"/><Relationship Id="rId4" Type="http://schemas.openxmlformats.org/officeDocument/2006/relationships/image" Target="../media/image11.png"/></Relationships>
</file>

<file path=ppt/slides/_rels/slide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5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4.png"/><Relationship Id="rId4" Type="http://schemas.openxmlformats.org/officeDocument/2006/relationships/image" Target="../media/image11.png"/></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2.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9.png"/><Relationship Id="rId4" Type="http://schemas.openxmlformats.org/officeDocument/2006/relationships/image" Target="../media/image11.png"/></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4.png"/><Relationship Id="rId4" Type="http://schemas.openxmlformats.org/officeDocument/2006/relationships/image" Target="../media/image11.png"/></Relationships>
</file>

<file path=ppt/slides/_rels/slide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6.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2.png"/></Relationships>
</file>

<file path=ppt/slides/_rels/slide5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4.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3.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0" y="1145248"/>
            <a:ext cx="5010150" cy="3124200"/>
          </a:xfrm>
          <a:prstGeom prst="rect">
            <a:avLst/>
          </a:prstGeom>
        </p:spPr>
      </p:pic>
      <p:pic>
        <p:nvPicPr>
          <p:cNvPr id="4" name="Image 2" descr="preencoded.png"/>
          <p:cNvPicPr>
            <a:picLocks noChangeAspect="1"/>
          </p:cNvPicPr>
          <p:nvPr/>
        </p:nvPicPr>
        <p:blipFill>
          <a:blip r:embed="rId4"/>
          <a:stretch>
            <a:fillRect/>
          </a:stretch>
        </p:blipFill>
        <p:spPr>
          <a:xfrm>
            <a:off x="3678050" y="1128112"/>
            <a:ext cx="1343025" cy="1343025"/>
          </a:xfrm>
          <a:prstGeom prst="rect">
            <a:avLst/>
          </a:prstGeom>
        </p:spPr>
      </p:pic>
      <p:pic>
        <p:nvPicPr>
          <p:cNvPr id="5" name="Image 3" descr="preencoded.png"/>
          <p:cNvPicPr>
            <a:picLocks noChangeAspect="1"/>
          </p:cNvPicPr>
          <p:nvPr/>
        </p:nvPicPr>
        <p:blipFill>
          <a:blip r:embed="rId5"/>
          <a:stretch>
            <a:fillRect/>
          </a:stretch>
        </p:blipFill>
        <p:spPr>
          <a:xfrm>
            <a:off x="0" y="4257675"/>
            <a:ext cx="7772400" cy="4076700"/>
          </a:xfrm>
          <a:prstGeom prst="rect">
            <a:avLst/>
          </a:prstGeom>
        </p:spPr>
      </p:pic>
      <p:pic>
        <p:nvPicPr>
          <p:cNvPr id="6" name="Image 4" descr="preencoded.png"/>
          <p:cNvPicPr>
            <a:picLocks noChangeAspect="1"/>
          </p:cNvPicPr>
          <p:nvPr/>
        </p:nvPicPr>
        <p:blipFill>
          <a:blip r:embed="rId6"/>
          <a:stretch>
            <a:fillRect/>
          </a:stretch>
        </p:blipFill>
        <p:spPr>
          <a:xfrm>
            <a:off x="4862751" y="6588007"/>
            <a:ext cx="1752600" cy="1864977"/>
          </a:xfrm>
          <a:prstGeom prst="rect">
            <a:avLst/>
          </a:prstGeom>
        </p:spPr>
      </p:pic>
      <p:pic>
        <p:nvPicPr>
          <p:cNvPr id="7" name="Image 5" descr="preencoded.png"/>
          <p:cNvPicPr>
            <a:picLocks noChangeAspect="1"/>
          </p:cNvPicPr>
          <p:nvPr/>
        </p:nvPicPr>
        <p:blipFill>
          <a:blip r:embed="rId7"/>
          <a:stretch>
            <a:fillRect/>
          </a:stretch>
        </p:blipFill>
        <p:spPr>
          <a:xfrm>
            <a:off x="6607635" y="6575308"/>
            <a:ext cx="1171575" cy="1877676"/>
          </a:xfrm>
          <a:prstGeom prst="rect">
            <a:avLst/>
          </a:prstGeom>
        </p:spPr>
      </p:pic>
      <p:pic>
        <p:nvPicPr>
          <p:cNvPr id="8" name="Image 6" descr="preencoded.png"/>
          <p:cNvPicPr>
            <a:picLocks noChangeAspect="1"/>
          </p:cNvPicPr>
          <p:nvPr/>
        </p:nvPicPr>
        <p:blipFill>
          <a:blip r:embed="rId8"/>
          <a:stretch>
            <a:fillRect/>
          </a:stretch>
        </p:blipFill>
        <p:spPr>
          <a:xfrm>
            <a:off x="551487" y="9286170"/>
            <a:ext cx="6652174" cy="190500"/>
          </a:xfrm>
          <a:prstGeom prst="rect">
            <a:avLst/>
          </a:prstGeom>
        </p:spPr>
      </p:pic>
      <p:sp>
        <p:nvSpPr>
          <p:cNvPr id="9" name="Text 0"/>
          <p:cNvSpPr/>
          <p:nvPr/>
        </p:nvSpPr>
        <p:spPr>
          <a:xfrm>
            <a:off x="589348" y="1530953"/>
            <a:ext cx="3429000" cy="2158651"/>
          </a:xfrm>
          <a:prstGeom prst="rect">
            <a:avLst/>
          </a:prstGeom>
          <a:noFill/>
          <a:ln/>
        </p:spPr>
        <p:txBody>
          <a:bodyPr wrap="square" lIns="0" tIns="0" rIns="0" bIns="0" rtlCol="0" anchor="ctr"/>
          <a:lstStyle/>
          <a:p>
            <a:pPr marL="0" indent="0" algn="l">
              <a:lnSpc>
                <a:spcPts val="5500"/>
              </a:lnSpc>
              <a:buNone/>
            </a:pPr>
            <a:r>
              <a:rPr lang="en-US" sz="3600" b="1" dirty="0">
                <a:solidFill>
                  <a:srgbClr val="FFFFFF"/>
                </a:solidFill>
                <a:latin typeface="Titillium Web" panose="00000500000000000000" pitchFamily="2" charset="0"/>
                <a:ea typeface="Arimo" pitchFamily="34" charset="-122"/>
                <a:cs typeface="Arimo" pitchFamily="34" charset="-120"/>
              </a:rPr>
              <a:t>AS-IS </a:t>
            </a:r>
          </a:p>
          <a:p>
            <a:pPr marL="0" indent="0" algn="l">
              <a:lnSpc>
                <a:spcPts val="5500"/>
              </a:lnSpc>
              <a:buNone/>
            </a:pPr>
            <a:r>
              <a:rPr lang="en-US" sz="3600" b="1" dirty="0">
                <a:solidFill>
                  <a:srgbClr val="FFFFFF"/>
                </a:solidFill>
                <a:latin typeface="Titillium Web" panose="00000500000000000000" pitchFamily="2" charset="0"/>
                <a:ea typeface="Arimo" pitchFamily="34" charset="-122"/>
                <a:cs typeface="Arimo" pitchFamily="34" charset="-120"/>
              </a:rPr>
              <a:t>ANALYSIS</a:t>
            </a:r>
          </a:p>
          <a:p>
            <a:pPr marL="0" indent="0" algn="l">
              <a:lnSpc>
                <a:spcPts val="5500"/>
              </a:lnSpc>
              <a:buNone/>
            </a:pPr>
            <a:r>
              <a:rPr lang="en-US" sz="3600" b="1" dirty="0">
                <a:solidFill>
                  <a:srgbClr val="FFFFFF"/>
                </a:solidFill>
                <a:latin typeface="Titillium Web" panose="00000500000000000000" pitchFamily="2" charset="0"/>
                <a:ea typeface="Arimo" pitchFamily="34" charset="-122"/>
                <a:cs typeface="Arimo" pitchFamily="34" charset="-120"/>
              </a:rPr>
              <a:t>REPORT</a:t>
            </a:r>
          </a:p>
        </p:txBody>
      </p:sp>
      <p:sp>
        <p:nvSpPr>
          <p:cNvPr id="10" name="Text 1"/>
          <p:cNvSpPr/>
          <p:nvPr/>
        </p:nvSpPr>
        <p:spPr>
          <a:xfrm>
            <a:off x="586267" y="3215135"/>
            <a:ext cx="3362325" cy="228600"/>
          </a:xfrm>
          <a:prstGeom prst="rect">
            <a:avLst/>
          </a:prstGeom>
          <a:noFill/>
          <a:ln/>
        </p:spPr>
        <p:txBody>
          <a:bodyPr wrap="square" lIns="0" tIns="0" rIns="0" bIns="0" rtlCol="0" anchor="ctr"/>
          <a:lstStyle/>
          <a:p>
            <a:pPr marL="0" indent="0" algn="l">
              <a:lnSpc>
                <a:spcPct val="99141"/>
              </a:lnSpc>
              <a:buNone/>
            </a:pPr>
            <a:r>
              <a:rPr lang="en-US" sz="1200" dirty="0">
                <a:solidFill>
                  <a:srgbClr val="17630E"/>
                </a:solidFill>
                <a:latin typeface="Arimo" pitchFamily="34" charset="0"/>
                <a:ea typeface="Arimo" pitchFamily="34" charset="-122"/>
                <a:cs typeface="Arimo" pitchFamily="34" charset="-120"/>
              </a:rPr>
              <a:t>.</a:t>
            </a:r>
            <a:endParaRPr lang="en-US" sz="1200" dirty="0"/>
          </a:p>
        </p:txBody>
      </p:sp>
      <p:sp>
        <p:nvSpPr>
          <p:cNvPr id="11" name="Text 2"/>
          <p:cNvSpPr/>
          <p:nvPr/>
        </p:nvSpPr>
        <p:spPr>
          <a:xfrm>
            <a:off x="594654" y="432399"/>
            <a:ext cx="1952625" cy="285750"/>
          </a:xfrm>
          <a:prstGeom prst="rect">
            <a:avLst/>
          </a:prstGeom>
          <a:noFill/>
          <a:ln/>
        </p:spPr>
        <p:txBody>
          <a:bodyPr wrap="square" lIns="0" tIns="0" rIns="0" bIns="0" rtlCol="0" anchor="ctr"/>
          <a:lstStyle/>
          <a:p>
            <a:pPr marL="0" indent="0" algn="l">
              <a:lnSpc>
                <a:spcPct val="66563"/>
              </a:lnSpc>
              <a:buNone/>
            </a:pPr>
            <a:endParaRPr lang="en-US" sz="2250" dirty="0"/>
          </a:p>
        </p:txBody>
      </p:sp>
      <p:sp>
        <p:nvSpPr>
          <p:cNvPr id="12" name="Text 3"/>
          <p:cNvSpPr/>
          <p:nvPr/>
        </p:nvSpPr>
        <p:spPr>
          <a:xfrm>
            <a:off x="5517813" y="2457583"/>
            <a:ext cx="1876425" cy="1476375"/>
          </a:xfrm>
          <a:prstGeom prst="rect">
            <a:avLst/>
          </a:prstGeom>
          <a:noFill/>
          <a:ln/>
        </p:spPr>
        <p:txBody>
          <a:bodyPr wrap="square" lIns="0" tIns="0" rIns="0" bIns="0" rtlCol="0" anchor="ctr"/>
          <a:lstStyle/>
          <a:p>
            <a:pPr marL="0" indent="0" algn="l">
              <a:lnSpc>
                <a:spcPct val="91365"/>
              </a:lnSpc>
              <a:buNone/>
            </a:pPr>
            <a:r>
              <a:rPr lang="en-US" sz="1200" b="1" dirty="0">
                <a:solidFill>
                  <a:srgbClr val="000000"/>
                </a:solidFill>
                <a:latin typeface="Arimo" pitchFamily="34" charset="0"/>
                <a:ea typeface="Arimo" pitchFamily="34" charset="-122"/>
              </a:rPr>
              <a:t>{{</a:t>
            </a:r>
            <a:r>
              <a:rPr lang="en-US" sz="1200" b="1" dirty="0" err="1">
                <a:solidFill>
                  <a:srgbClr val="000000"/>
                </a:solidFill>
                <a:latin typeface="Arimo" pitchFamily="34" charset="0"/>
                <a:ea typeface="Arimo" pitchFamily="34" charset="-122"/>
              </a:rPr>
              <a:t>companyNameCaps</a:t>
            </a:r>
            <a:r>
              <a:rPr lang="en-US" sz="1200" b="1" dirty="0">
                <a:solidFill>
                  <a:srgbClr val="000000"/>
                </a:solidFill>
                <a:latin typeface="Arimo" pitchFamily="34" charset="0"/>
                <a:ea typeface="Arimo" pitchFamily="34" charset="-122"/>
              </a:rPr>
              <a:t>}}</a:t>
            </a:r>
            <a:endParaRPr lang="en-US" sz="1200" dirty="0"/>
          </a:p>
          <a:p>
            <a:pPr marL="0" indent="0" algn="l">
              <a:lnSpc>
                <a:spcPct val="91365"/>
              </a:lnSpc>
              <a:buNone/>
            </a:pPr>
            <a:r>
              <a:rPr lang="en-US" sz="1200" dirty="0">
                <a:solidFill>
                  <a:srgbClr val="000000"/>
                </a:solidFill>
              </a:rPr>
              <a:t> </a:t>
            </a:r>
            <a:endParaRPr lang="en-US" sz="1200" dirty="0"/>
          </a:p>
          <a:p>
            <a:pPr marL="0" indent="0" algn="l">
              <a:lnSpc>
                <a:spcPct val="91365"/>
              </a:lnSpc>
              <a:buNone/>
            </a:pPr>
            <a:r>
              <a:rPr lang="en-US" sz="1200" dirty="0">
                <a:solidFill>
                  <a:srgbClr val="000000"/>
                </a:solidFill>
                <a:latin typeface="Arimo" pitchFamily="34" charset="0"/>
                <a:ea typeface="Arimo" pitchFamily="34" charset="-122"/>
                <a:cs typeface="Arimo" pitchFamily="34" charset="-120"/>
              </a:rPr>
              <a:t>{{AddressLine1}}</a:t>
            </a:r>
          </a:p>
          <a:p>
            <a:pPr>
              <a:lnSpc>
                <a:spcPct val="91365"/>
              </a:lnSpc>
            </a:pPr>
            <a:r>
              <a:rPr lang="en-US" sz="1200" dirty="0">
                <a:solidFill>
                  <a:srgbClr val="000000"/>
                </a:solidFill>
                <a:latin typeface="Arimo" pitchFamily="34" charset="0"/>
                <a:ea typeface="Arimo" pitchFamily="34" charset="-122"/>
                <a:cs typeface="Arimo" pitchFamily="34" charset="-120"/>
              </a:rPr>
              <a:t>{{AddressLine2}}</a:t>
            </a:r>
          </a:p>
          <a:p>
            <a:pPr>
              <a:lnSpc>
                <a:spcPct val="91365"/>
              </a:lnSpc>
            </a:pPr>
            <a:r>
              <a:rPr lang="en-US" sz="1200" dirty="0">
                <a:solidFill>
                  <a:srgbClr val="000000"/>
                </a:solidFill>
                <a:latin typeface="Arimo" pitchFamily="34" charset="0"/>
                <a:ea typeface="Arimo" pitchFamily="34" charset="-122"/>
                <a:cs typeface="Arimo" pitchFamily="34" charset="-120"/>
              </a:rPr>
              <a:t>{{AddressLine3}}</a:t>
            </a:r>
          </a:p>
          <a:p>
            <a:pPr>
              <a:lnSpc>
                <a:spcPct val="91365"/>
              </a:lnSpc>
            </a:pPr>
            <a:r>
              <a:rPr lang="en-US" sz="1200" dirty="0">
                <a:solidFill>
                  <a:srgbClr val="000000"/>
                </a:solidFill>
                <a:latin typeface="Arimo" pitchFamily="34" charset="0"/>
                <a:ea typeface="Arimo" pitchFamily="34" charset="-122"/>
                <a:cs typeface="Arimo" pitchFamily="34" charset="-120"/>
              </a:rPr>
              <a:t>{{AddressLine4}}</a:t>
            </a:r>
          </a:p>
          <a:p>
            <a:pPr marL="0" indent="0" algn="l">
              <a:lnSpc>
                <a:spcPct val="91365"/>
              </a:lnSpc>
              <a:buNone/>
            </a:pPr>
            <a:r>
              <a:rPr lang="en-US" sz="1200" dirty="0">
                <a:solidFill>
                  <a:srgbClr val="000000"/>
                </a:solidFill>
                <a:latin typeface="Arimo" pitchFamily="34" charset="0"/>
                <a:ea typeface="Arimo" pitchFamily="34" charset="-122"/>
                <a:cs typeface="Arimo" pitchFamily="34" charset="-120"/>
              </a:rPr>
              <a:t> </a:t>
            </a:r>
          </a:p>
        </p:txBody>
      </p:sp>
      <p:sp>
        <p:nvSpPr>
          <p:cNvPr id="13" name="Text 4"/>
          <p:cNvSpPr/>
          <p:nvPr/>
        </p:nvSpPr>
        <p:spPr>
          <a:xfrm>
            <a:off x="4362917" y="8902446"/>
            <a:ext cx="2838450" cy="228600"/>
          </a:xfrm>
          <a:prstGeom prst="rect">
            <a:avLst/>
          </a:prstGeom>
          <a:noFill/>
          <a:ln/>
        </p:spPr>
        <p:txBody>
          <a:bodyPr wrap="square" lIns="0" tIns="0" rIns="0" bIns="0" rtlCol="0" anchor="ctr"/>
          <a:lstStyle/>
          <a:p>
            <a:pPr marL="0" indent="0" algn="r">
              <a:lnSpc>
                <a:spcPct val="99141"/>
              </a:lnSpc>
              <a:buNone/>
            </a:pPr>
            <a:r>
              <a:rPr lang="en-US" sz="1200" dirty="0">
                <a:solidFill>
                  <a:srgbClr val="000000"/>
                </a:solidFill>
                <a:latin typeface="Arimo" pitchFamily="34" charset="0"/>
                <a:ea typeface="Arimo" pitchFamily="34" charset="-122"/>
              </a:rPr>
              <a:t>{{</a:t>
            </a:r>
            <a:r>
              <a:rPr lang="en-US" sz="1200" dirty="0" err="1">
                <a:solidFill>
                  <a:srgbClr val="000000"/>
                </a:solidFill>
                <a:latin typeface="Arimo" pitchFamily="34" charset="0"/>
                <a:ea typeface="Arimo" pitchFamily="34" charset="-122"/>
              </a:rPr>
              <a:t>emailAddress</a:t>
            </a:r>
            <a:r>
              <a:rPr lang="en-US" sz="1200" dirty="0">
                <a:solidFill>
                  <a:srgbClr val="000000"/>
                </a:solidFill>
                <a:latin typeface="Arimo" pitchFamily="34" charset="0"/>
                <a:ea typeface="Arimo" pitchFamily="34" charset="-122"/>
              </a:rPr>
              <a:t>}}</a:t>
            </a:r>
            <a:endParaRPr lang="en-US" sz="1200" dirty="0"/>
          </a:p>
        </p:txBody>
      </p:sp>
      <p:sp>
        <p:nvSpPr>
          <p:cNvPr id="15" name="Rectangle 14">
            <a:extLst>
              <a:ext uri="{FF2B5EF4-FFF2-40B4-BE49-F238E27FC236}">
                <a16:creationId xmlns:a16="http://schemas.microsoft.com/office/drawing/2014/main" id="{2F337D52-9E64-8027-C4E8-B66C600CC413}"/>
              </a:ext>
            </a:extLst>
          </p:cNvPr>
          <p:cNvSpPr/>
          <p:nvPr/>
        </p:nvSpPr>
        <p:spPr>
          <a:xfrm rot="16200000">
            <a:off x="916196" y="7630903"/>
            <a:ext cx="620461" cy="245285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16" name="TextBox 15">
            <a:extLst>
              <a:ext uri="{FF2B5EF4-FFF2-40B4-BE49-F238E27FC236}">
                <a16:creationId xmlns:a16="http://schemas.microsoft.com/office/drawing/2014/main" id="{F545D08D-0EF6-4BFE-FE2C-317121A1B051}"/>
              </a:ext>
            </a:extLst>
          </p:cNvPr>
          <p:cNvSpPr txBox="1"/>
          <p:nvPr/>
        </p:nvSpPr>
        <p:spPr>
          <a:xfrm>
            <a:off x="-12701" y="8648700"/>
            <a:ext cx="2452853" cy="400110"/>
          </a:xfrm>
          <a:prstGeom prst="rect">
            <a:avLst/>
          </a:prstGeom>
          <a:noFill/>
        </p:spPr>
        <p:txBody>
          <a:bodyPr wrap="square" rtlCol="0">
            <a:spAutoFit/>
          </a:bodyPr>
          <a:lstStyle/>
          <a:p>
            <a:pPr algn="ctr"/>
            <a:r>
              <a:rPr lang="en-ZA" sz="2000" b="1" dirty="0">
                <a:solidFill>
                  <a:schemeClr val="bg1"/>
                </a:solidFill>
                <a:latin typeface="Titillium Web" panose="00000500000000000000" pitchFamily="2" charset="0"/>
              </a:rPr>
              <a:t>{{</a:t>
            </a:r>
            <a:r>
              <a:rPr lang="en-ZA" sz="2000" b="1" dirty="0" err="1">
                <a:solidFill>
                  <a:schemeClr val="bg1"/>
                </a:solidFill>
                <a:latin typeface="Titillium Web" panose="00000500000000000000" pitchFamily="2" charset="0"/>
              </a:rPr>
              <a:t>reportDate</a:t>
            </a:r>
            <a:r>
              <a:rPr lang="en-ZA" sz="2000" b="1" dirty="0">
                <a:solidFill>
                  <a:schemeClr val="bg1"/>
                </a:solidFill>
                <a:latin typeface="Titillium Web" panose="00000500000000000000" pitchFamily="2" charset="0"/>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370924" y="2590800"/>
            <a:ext cx="7029450" cy="7105650"/>
          </a:xfrm>
          <a:prstGeom prst="rect">
            <a:avLst/>
          </a:prstGeom>
        </p:spPr>
      </p:pic>
      <p:pic>
        <p:nvPicPr>
          <p:cNvPr id="4" name="Image 2" descr="preencoded.png"/>
          <p:cNvPicPr>
            <a:picLocks noChangeAspect="1"/>
          </p:cNvPicPr>
          <p:nvPr/>
        </p:nvPicPr>
        <p:blipFill>
          <a:blip r:embed="rId4"/>
          <a:stretch>
            <a:fillRect/>
          </a:stretch>
        </p:blipFill>
        <p:spPr>
          <a:xfrm>
            <a:off x="804863" y="7886262"/>
            <a:ext cx="85725" cy="1238250"/>
          </a:xfrm>
          <a:prstGeom prst="rect">
            <a:avLst/>
          </a:prstGeom>
        </p:spPr>
      </p:pic>
      <p:pic>
        <p:nvPicPr>
          <p:cNvPr id="5" name="Image 3" descr="preencoded.png"/>
          <p:cNvPicPr>
            <a:picLocks noChangeAspect="1"/>
          </p:cNvPicPr>
          <p:nvPr/>
        </p:nvPicPr>
        <p:blipFill>
          <a:blip r:embed="rId4"/>
          <a:stretch>
            <a:fillRect/>
          </a:stretch>
        </p:blipFill>
        <p:spPr>
          <a:xfrm>
            <a:off x="4150671" y="7886290"/>
            <a:ext cx="85725" cy="1238250"/>
          </a:xfrm>
          <a:prstGeom prst="rect">
            <a:avLst/>
          </a:prstGeom>
        </p:spPr>
      </p:pic>
      <p:sp>
        <p:nvSpPr>
          <p:cNvPr id="6" name="Text 0"/>
          <p:cNvSpPr/>
          <p:nvPr/>
        </p:nvSpPr>
        <p:spPr>
          <a:xfrm>
            <a:off x="1131408" y="8153952"/>
            <a:ext cx="2628900" cy="971550"/>
          </a:xfrm>
          <a:prstGeom prst="rect">
            <a:avLst/>
          </a:prstGeom>
          <a:noFill/>
          <a:ln/>
        </p:spPr>
        <p:txBody>
          <a:bodyPr wrap="square" lIns="0" tIns="0" rIns="0" bIns="0" rtlCol="0" anchor="ctr"/>
          <a:lstStyle/>
          <a:p>
            <a:pPr marL="0" indent="0" algn="l">
              <a:lnSpc>
                <a:spcPct val="105600"/>
              </a:lnSpc>
              <a:buNone/>
            </a:pPr>
            <a:r>
              <a:rPr lang="en-US" sz="1200" dirty="0">
                <a:solidFill>
                  <a:srgbClr val="FFFFFF"/>
                </a:solidFill>
                <a:latin typeface="Titillium Web" pitchFamily="34" charset="0"/>
                <a:ea typeface="Titillium Web" pitchFamily="34" charset="-122"/>
                <a:cs typeface="Titillium Web" pitchFamily="34" charset="-120"/>
              </a:rPr>
              <a:t>22 On Sloane</a:t>
            </a:r>
            <a:endParaRPr lang="en-US" sz="1200" dirty="0"/>
          </a:p>
          <a:p>
            <a:pPr marL="0" indent="0" algn="l">
              <a:lnSpc>
                <a:spcPct val="105600"/>
              </a:lnSpc>
              <a:buNone/>
            </a:pPr>
            <a:r>
              <a:rPr lang="en-US" sz="1200" dirty="0">
                <a:solidFill>
                  <a:srgbClr val="FFFFFF"/>
                </a:solidFill>
                <a:latin typeface="Titillium Web" pitchFamily="34" charset="0"/>
                <a:ea typeface="Titillium Web" pitchFamily="34" charset="-122"/>
                <a:cs typeface="Titillium Web" pitchFamily="34" charset="-120"/>
              </a:rPr>
              <a:t>Bryanston., Johannesburg, </a:t>
            </a:r>
            <a:endParaRPr lang="en-US" sz="1200" dirty="0"/>
          </a:p>
          <a:p>
            <a:pPr marL="0" indent="0" algn="l">
              <a:lnSpc>
                <a:spcPct val="105600"/>
              </a:lnSpc>
              <a:buNone/>
            </a:pPr>
            <a:r>
              <a:rPr lang="en-US" sz="1200" dirty="0">
                <a:solidFill>
                  <a:srgbClr val="FFFFFF"/>
                </a:solidFill>
                <a:latin typeface="Titillium Web" pitchFamily="34" charset="0"/>
                <a:ea typeface="Titillium Web" pitchFamily="34" charset="-122"/>
                <a:cs typeface="Titillium Web" pitchFamily="34" charset="-120"/>
              </a:rPr>
              <a:t>SA 2000 </a:t>
            </a:r>
            <a:endParaRPr lang="en-US" sz="1200" dirty="0"/>
          </a:p>
          <a:p>
            <a:pPr marL="0" indent="0" algn="l">
              <a:lnSpc>
                <a:spcPct val="105600"/>
              </a:lnSpc>
              <a:buNone/>
            </a:pPr>
            <a:r>
              <a:rPr lang="en-US" sz="1200" dirty="0">
                <a:solidFill>
                  <a:srgbClr val="FFFFFF"/>
                </a:solidFill>
                <a:latin typeface="Titillium Web" pitchFamily="34" charset="0"/>
                <a:ea typeface="Titillium Web" pitchFamily="34" charset="-122"/>
                <a:cs typeface="Titillium Web" pitchFamily="34" charset="-120"/>
              </a:rPr>
              <a:t>info@22onsloane.com </a:t>
            </a:r>
            <a:endParaRPr lang="en-US" sz="1200" dirty="0"/>
          </a:p>
        </p:txBody>
      </p:sp>
      <p:sp>
        <p:nvSpPr>
          <p:cNvPr id="7" name="Text 1"/>
          <p:cNvSpPr/>
          <p:nvPr/>
        </p:nvSpPr>
        <p:spPr>
          <a:xfrm>
            <a:off x="798385" y="4457701"/>
            <a:ext cx="5953125" cy="1571625"/>
          </a:xfrm>
          <a:prstGeom prst="rect">
            <a:avLst/>
          </a:prstGeom>
          <a:noFill/>
          <a:ln/>
        </p:spPr>
        <p:txBody>
          <a:bodyPr wrap="square" lIns="0" tIns="0" rIns="0" bIns="0" rtlCol="0" anchor="ctr"/>
          <a:lstStyle/>
          <a:p>
            <a:pPr marL="0" indent="0" algn="l">
              <a:lnSpc>
                <a:spcPct val="73116"/>
              </a:lnSpc>
              <a:buNone/>
            </a:pPr>
            <a:r>
              <a:rPr lang="en-US" sz="4050" b="1" dirty="0">
                <a:solidFill>
                  <a:srgbClr val="FFFFFF"/>
                </a:solidFill>
                <a:latin typeface="Titillium Web" panose="00000500000000000000" pitchFamily="2" charset="0"/>
                <a:ea typeface="Sora" pitchFamily="34" charset="-122"/>
                <a:cs typeface="Sora" pitchFamily="34" charset="-120"/>
              </a:rPr>
              <a:t>{{</a:t>
            </a:r>
            <a:r>
              <a:rPr lang="en-US" sz="4050" b="1" dirty="0" err="1">
                <a:solidFill>
                  <a:srgbClr val="FFFFFF"/>
                </a:solidFill>
                <a:latin typeface="Titillium Web" panose="00000500000000000000" pitchFamily="2" charset="0"/>
                <a:ea typeface="Sora" pitchFamily="34" charset="-122"/>
                <a:cs typeface="Sora" pitchFamily="34" charset="-120"/>
              </a:rPr>
              <a:t>companyNameNormal</a:t>
            </a:r>
            <a:r>
              <a:rPr lang="en-US" sz="4050" b="1" dirty="0">
                <a:solidFill>
                  <a:srgbClr val="FFFFFF"/>
                </a:solidFill>
                <a:latin typeface="Titillium Web" panose="00000500000000000000" pitchFamily="2" charset="0"/>
                <a:ea typeface="Sora" pitchFamily="34" charset="-122"/>
                <a:cs typeface="Sora" pitchFamily="34" charset="-120"/>
              </a:rPr>
              <a:t>}} </a:t>
            </a:r>
          </a:p>
          <a:p>
            <a:pPr marL="0" indent="0" algn="l">
              <a:lnSpc>
                <a:spcPct val="73116"/>
              </a:lnSpc>
              <a:buNone/>
            </a:pPr>
            <a:r>
              <a:rPr lang="en-US" sz="4050" b="1" dirty="0">
                <a:solidFill>
                  <a:srgbClr val="FFFFFF"/>
                </a:solidFill>
                <a:latin typeface="Titillium Web" panose="00000500000000000000" pitchFamily="2" charset="0"/>
                <a:ea typeface="Sora" pitchFamily="34" charset="-122"/>
                <a:cs typeface="Sora" pitchFamily="34" charset="-120"/>
              </a:rPr>
              <a:t>As-Is Analysis Report</a:t>
            </a:r>
            <a:endParaRPr lang="en-US" sz="4050" dirty="0">
              <a:latin typeface="Titillium Web" panose="00000500000000000000" pitchFamily="2" charset="0"/>
            </a:endParaRPr>
          </a:p>
        </p:txBody>
      </p:sp>
      <p:pic>
        <p:nvPicPr>
          <p:cNvPr id="8" name="Image 4" descr="preencoded.png"/>
          <p:cNvPicPr>
            <a:picLocks noChangeAspect="1"/>
          </p:cNvPicPr>
          <p:nvPr/>
        </p:nvPicPr>
        <p:blipFill>
          <a:blip r:embed="rId5"/>
          <a:stretch>
            <a:fillRect/>
          </a:stretch>
        </p:blipFill>
        <p:spPr>
          <a:xfrm>
            <a:off x="714375" y="695325"/>
            <a:ext cx="6343650" cy="3333750"/>
          </a:xfrm>
          <a:prstGeom prst="rect">
            <a:avLst/>
          </a:prstGeom>
        </p:spPr>
      </p:pic>
      <p:sp>
        <p:nvSpPr>
          <p:cNvPr id="9" name="Text 2"/>
          <p:cNvSpPr/>
          <p:nvPr/>
        </p:nvSpPr>
        <p:spPr>
          <a:xfrm>
            <a:off x="1125874" y="7855839"/>
            <a:ext cx="3162300" cy="285750"/>
          </a:xfrm>
          <a:prstGeom prst="rect">
            <a:avLst/>
          </a:prstGeom>
          <a:noFill/>
          <a:ln/>
        </p:spPr>
        <p:txBody>
          <a:bodyPr wrap="square" lIns="0" tIns="0" rIns="0" bIns="0" rtlCol="0" anchor="ctr"/>
          <a:lstStyle/>
          <a:p>
            <a:pPr marL="0" indent="0" algn="l">
              <a:lnSpc>
                <a:spcPct val="105600"/>
              </a:lnSpc>
              <a:buNone/>
            </a:pPr>
            <a:r>
              <a:rPr lang="en-US" sz="1425" b="1" dirty="0">
                <a:solidFill>
                  <a:srgbClr val="FFFFFF"/>
                </a:solidFill>
                <a:latin typeface="Titillium Web" pitchFamily="34" charset="0"/>
                <a:ea typeface="Titillium Web" pitchFamily="34" charset="-122"/>
                <a:cs typeface="Titillium Web" pitchFamily="34" charset="-120"/>
              </a:rPr>
              <a:t>Prepared By: </a:t>
            </a:r>
            <a:endParaRPr lang="en-US" sz="1425" dirty="0"/>
          </a:p>
        </p:txBody>
      </p:sp>
      <p:sp>
        <p:nvSpPr>
          <p:cNvPr id="10" name="Text 3"/>
          <p:cNvSpPr/>
          <p:nvPr/>
        </p:nvSpPr>
        <p:spPr>
          <a:xfrm>
            <a:off x="4486208" y="8173363"/>
            <a:ext cx="2524125" cy="1189711"/>
          </a:xfrm>
          <a:prstGeom prst="rect">
            <a:avLst/>
          </a:prstGeom>
          <a:noFill/>
          <a:ln/>
        </p:spPr>
        <p:txBody>
          <a:bodyPr wrap="square" lIns="0" tIns="0" rIns="0" bIns="0" rtlCol="0" anchor="ctr"/>
          <a:lstStyle/>
          <a:p>
            <a:pPr marL="0" indent="0" algn="l">
              <a:lnSpc>
                <a:spcPct val="105600"/>
              </a:lnSpc>
              <a:buNone/>
            </a:pPr>
            <a:r>
              <a:rPr lang="en-US" sz="1200" dirty="0">
                <a:solidFill>
                  <a:srgbClr val="FFFFFF"/>
                </a:solidFill>
                <a:latin typeface="Titillium Web" pitchFamily="34" charset="0"/>
                <a:ea typeface="Titillium Web" pitchFamily="34" charset="-122"/>
                <a:cs typeface="Titillium Web" pitchFamily="34" charset="-120"/>
              </a:rPr>
              <a:t>{{</a:t>
            </a:r>
            <a:r>
              <a:rPr lang="en-US" sz="1200" dirty="0" err="1">
                <a:solidFill>
                  <a:srgbClr val="FFFFFF"/>
                </a:solidFill>
                <a:latin typeface="Titillium Web" pitchFamily="34" charset="0"/>
                <a:ea typeface="Titillium Web" pitchFamily="34" charset="-122"/>
                <a:cs typeface="Titillium Web" pitchFamily="34" charset="-120"/>
              </a:rPr>
              <a:t>companyNameNormal</a:t>
            </a:r>
            <a:r>
              <a:rPr lang="en-US" sz="1200" dirty="0">
                <a:solidFill>
                  <a:srgbClr val="FFFFFF"/>
                </a:solidFill>
                <a:latin typeface="Titillium Web" pitchFamily="34" charset="0"/>
                <a:ea typeface="Titillium Web" pitchFamily="34" charset="-122"/>
                <a:cs typeface="Titillium Web" pitchFamily="34" charset="-120"/>
              </a:rPr>
              <a:t>}}</a:t>
            </a:r>
          </a:p>
          <a:p>
            <a:pPr>
              <a:lnSpc>
                <a:spcPct val="105600"/>
              </a:lnSpc>
            </a:pPr>
            <a:r>
              <a:rPr lang="en-US" sz="1200" dirty="0">
                <a:solidFill>
                  <a:srgbClr val="FFFFFF"/>
                </a:solidFill>
                <a:latin typeface="Titillium Web" pitchFamily="34" charset="0"/>
                <a:ea typeface="Titillium Web" pitchFamily="34" charset="-122"/>
                <a:cs typeface="Titillium Web" pitchFamily="34" charset="-120"/>
              </a:rPr>
              <a:t>{{AddressLine2}}</a:t>
            </a:r>
          </a:p>
          <a:p>
            <a:pPr>
              <a:lnSpc>
                <a:spcPct val="105600"/>
              </a:lnSpc>
            </a:pPr>
            <a:r>
              <a:rPr lang="en-US" sz="1200" dirty="0">
                <a:solidFill>
                  <a:srgbClr val="FFFFFF"/>
                </a:solidFill>
                <a:latin typeface="Titillium Web" pitchFamily="34" charset="0"/>
                <a:ea typeface="Titillium Web" pitchFamily="34" charset="-122"/>
                <a:cs typeface="Titillium Web" pitchFamily="34" charset="-120"/>
              </a:rPr>
              <a:t>{{AddressLine3}}</a:t>
            </a:r>
          </a:p>
          <a:p>
            <a:pPr>
              <a:lnSpc>
                <a:spcPct val="105600"/>
              </a:lnSpc>
            </a:pPr>
            <a:r>
              <a:rPr lang="en-US" sz="1200" dirty="0">
                <a:solidFill>
                  <a:srgbClr val="FFFFFF"/>
                </a:solidFill>
                <a:latin typeface="Titillium Web" pitchFamily="34" charset="0"/>
                <a:ea typeface="Titillium Web" pitchFamily="34" charset="-122"/>
                <a:cs typeface="Titillium Web" pitchFamily="34" charset="-120"/>
              </a:rPr>
              <a:t>{{AddressLine4}}</a:t>
            </a:r>
            <a:br>
              <a:rPr lang="en-US" sz="1200" dirty="0">
                <a:solidFill>
                  <a:srgbClr val="FFFFFF"/>
                </a:solidFill>
                <a:latin typeface="Titillium Web" pitchFamily="34" charset="0"/>
                <a:ea typeface="Titillium Web" pitchFamily="34" charset="-122"/>
                <a:cs typeface="Titillium Web" pitchFamily="34" charset="-120"/>
              </a:rPr>
            </a:br>
            <a:r>
              <a:rPr lang="en-US" sz="1200" dirty="0">
                <a:solidFill>
                  <a:srgbClr val="FFFFFF"/>
                </a:solidFill>
                <a:latin typeface="Titillium Web" pitchFamily="34" charset="0"/>
                <a:ea typeface="Titillium Web" pitchFamily="34" charset="-122"/>
                <a:cs typeface="Titillium Web" pitchFamily="34" charset="-120"/>
              </a:rPr>
              <a:t>{{</a:t>
            </a:r>
            <a:r>
              <a:rPr lang="en-US" sz="1200" dirty="0" err="1">
                <a:solidFill>
                  <a:srgbClr val="FFFFFF"/>
                </a:solidFill>
                <a:latin typeface="Titillium Web" pitchFamily="34" charset="0"/>
                <a:ea typeface="Titillium Web" pitchFamily="34" charset="-122"/>
                <a:cs typeface="Titillium Web" pitchFamily="34" charset="-120"/>
              </a:rPr>
              <a:t>emailAddress</a:t>
            </a:r>
            <a:r>
              <a:rPr lang="en-US" sz="1200" dirty="0">
                <a:solidFill>
                  <a:srgbClr val="FFFFFF"/>
                </a:solidFill>
                <a:latin typeface="Titillium Web" pitchFamily="34" charset="0"/>
                <a:ea typeface="Titillium Web" pitchFamily="34" charset="-122"/>
                <a:cs typeface="Titillium Web" pitchFamily="34" charset="-120"/>
              </a:rPr>
              <a:t>}}</a:t>
            </a:r>
          </a:p>
          <a:p>
            <a:pPr>
              <a:lnSpc>
                <a:spcPct val="105600"/>
              </a:lnSpc>
            </a:pPr>
            <a:endParaRPr lang="en-US" sz="1200" dirty="0">
              <a:solidFill>
                <a:srgbClr val="FFFFFF"/>
              </a:solidFill>
              <a:latin typeface="Titillium Web" pitchFamily="34" charset="0"/>
              <a:ea typeface="Titillium Web" pitchFamily="34" charset="-122"/>
              <a:cs typeface="Titillium Web" pitchFamily="34" charset="-120"/>
            </a:endParaRPr>
          </a:p>
        </p:txBody>
      </p:sp>
      <p:sp>
        <p:nvSpPr>
          <p:cNvPr id="11" name="Text 4"/>
          <p:cNvSpPr/>
          <p:nvPr/>
        </p:nvSpPr>
        <p:spPr>
          <a:xfrm>
            <a:off x="4486170" y="7852982"/>
            <a:ext cx="2524125" cy="285750"/>
          </a:xfrm>
          <a:prstGeom prst="rect">
            <a:avLst/>
          </a:prstGeom>
          <a:noFill/>
          <a:ln/>
        </p:spPr>
        <p:txBody>
          <a:bodyPr wrap="square" lIns="0" tIns="0" rIns="0" bIns="0" rtlCol="0" anchor="ctr"/>
          <a:lstStyle/>
          <a:p>
            <a:pPr marL="0" indent="0" algn="l">
              <a:lnSpc>
                <a:spcPct val="105600"/>
              </a:lnSpc>
              <a:buNone/>
            </a:pPr>
            <a:r>
              <a:rPr lang="en-US" sz="1425" b="1" dirty="0">
                <a:solidFill>
                  <a:srgbClr val="FFFFFF"/>
                </a:solidFill>
                <a:latin typeface="Titillium Web" pitchFamily="34" charset="0"/>
                <a:ea typeface="Titillium Web" pitchFamily="34" charset="-122"/>
                <a:cs typeface="Titillium Web" pitchFamily="34" charset="-120"/>
              </a:rPr>
              <a:t>Prepared For:</a:t>
            </a:r>
            <a:endParaRPr lang="en-US" sz="1425" dirty="0"/>
          </a:p>
        </p:txBody>
      </p:sp>
      <p:sp>
        <p:nvSpPr>
          <p:cNvPr id="12" name="Text 5"/>
          <p:cNvSpPr/>
          <p:nvPr/>
        </p:nvSpPr>
        <p:spPr>
          <a:xfrm>
            <a:off x="7486650" y="9772650"/>
            <a:ext cx="285750" cy="285750"/>
          </a:xfrm>
          <a:prstGeom prst="rect">
            <a:avLst/>
          </a:prstGeom>
          <a:noFill/>
          <a:ln/>
        </p:spPr>
        <p:txBody>
          <a:bodyPr wrap="square" lIns="0" tIns="0" rIns="0" bIns="0" rtlCol="0" anchor="ctr"/>
          <a:lstStyle/>
          <a:p>
            <a:pPr marL="0" indent="0" algn="ctr">
              <a:buNone/>
            </a:pPr>
            <a:r>
              <a:rPr lang="en-US" sz="1500" u="none" dirty="0">
                <a:solidFill>
                  <a:srgbClr val="FFFFFF"/>
                </a:solidFill>
                <a:uFill>
                  <a:solidFill>
                    <a:srgbClr val="FFFFFF"/>
                  </a:solidFill>
                </a:uFill>
                <a:latin typeface="Arimo" pitchFamily="34" charset="0"/>
                <a:ea typeface="Arimo" pitchFamily="34" charset="-122"/>
                <a:cs typeface="Arimo" pitchFamily="34" charset="-120"/>
              </a:rPr>
              <a:t>2</a:t>
            </a:r>
            <a:endParaRPr lang="en-US" sz="1500" dirty="0"/>
          </a:p>
        </p:txBody>
      </p:sp>
      <p:sp>
        <p:nvSpPr>
          <p:cNvPr id="2" name="Text 1">
            <a:extLst>
              <a:ext uri="{FF2B5EF4-FFF2-40B4-BE49-F238E27FC236}">
                <a16:creationId xmlns:a16="http://schemas.microsoft.com/office/drawing/2014/main" id="{145F90D2-3C8F-B117-33C0-80394B395D73}"/>
              </a:ext>
            </a:extLst>
          </p:cNvPr>
          <p:cNvSpPr/>
          <p:nvPr/>
        </p:nvSpPr>
        <p:spPr>
          <a:xfrm>
            <a:off x="1134332" y="6138875"/>
            <a:ext cx="4605337" cy="99163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5000"/>
              </a:lnSpc>
              <a:buNone/>
            </a:pPr>
            <a:r>
              <a:rPr lang="en-GB" sz="1600" b="1" dirty="0">
                <a:solidFill>
                  <a:srgbClr val="FFFFFF"/>
                </a:solidFill>
                <a:latin typeface="Titillium Web" panose="00000500000000000000" pitchFamily="2" charset="0"/>
                <a:ea typeface="Sora" pitchFamily="34" charset="-122"/>
                <a:cs typeface="Sora" pitchFamily="34" charset="-120"/>
              </a:rPr>
              <a:t>Disclosure on Use of AI-Assisted Tools</a:t>
            </a:r>
          </a:p>
          <a:p>
            <a:pPr marL="0" indent="0" algn="l">
              <a:buNone/>
            </a:pPr>
            <a:r>
              <a:rPr lang="en-GB" sz="1200" i="1" dirty="0">
                <a:solidFill>
                  <a:srgbClr val="FFFFFF"/>
                </a:solidFill>
                <a:latin typeface="Titillium Web" panose="00000500000000000000" pitchFamily="2" charset="0"/>
                <a:ea typeface="Sora" pitchFamily="34" charset="-122"/>
              </a:rPr>
              <a:t>Parts of this report were enhanced using AI-assisted tools for grammar refinement, stylistic consistency, and visual design. All analysis, interpretations, and recommendations remain the sole work and responsibility of the consultant.</a:t>
            </a:r>
            <a:endParaRPr lang="en-US" sz="2000" i="1" dirty="0">
              <a:latin typeface="Titillium Web" panose="00000500000000000000" pitchFamily="2" charset="0"/>
            </a:endParaRPr>
          </a:p>
        </p:txBody>
      </p:sp>
      <p:pic>
        <p:nvPicPr>
          <p:cNvPr id="13" name="Image 2">
            <a:extLst>
              <a:ext uri="{FF2B5EF4-FFF2-40B4-BE49-F238E27FC236}">
                <a16:creationId xmlns:a16="http://schemas.microsoft.com/office/drawing/2014/main" id="{641AAFAA-160D-79A6-C072-363BBF519EED}"/>
              </a:ext>
            </a:extLst>
          </p:cNvPr>
          <p:cNvPicPr>
            <a:picLocks noChangeAspect="1"/>
          </p:cNvPicPr>
          <p:nvPr/>
        </p:nvPicPr>
        <p:blipFill>
          <a:blip r:embed="rId4"/>
          <a:stretch>
            <a:fillRect/>
          </a:stretch>
        </p:blipFill>
        <p:spPr>
          <a:xfrm>
            <a:off x="804863" y="6115326"/>
            <a:ext cx="85725" cy="12382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4" name="Image 2" descr="preencoded.png"/>
          <p:cNvPicPr>
            <a:picLocks noChangeAspect="1"/>
          </p:cNvPicPr>
          <p:nvPr/>
        </p:nvPicPr>
        <p:blipFill>
          <a:blip r:embed="rId3"/>
          <a:stretch>
            <a:fillRect/>
          </a:stretch>
        </p:blipFill>
        <p:spPr>
          <a:xfrm>
            <a:off x="807232" y="1549479"/>
            <a:ext cx="85725" cy="981075"/>
          </a:xfrm>
          <a:prstGeom prst="rect">
            <a:avLst/>
          </a:prstGeom>
        </p:spPr>
      </p:pic>
      <p:pic>
        <p:nvPicPr>
          <p:cNvPr id="6" name="Image 4" descr="preencoded.png"/>
          <p:cNvPicPr>
            <a:picLocks noChangeAspect="1"/>
          </p:cNvPicPr>
          <p:nvPr/>
        </p:nvPicPr>
        <p:blipFill>
          <a:blip r:embed="rId4"/>
          <a:stretch>
            <a:fillRect/>
          </a:stretch>
        </p:blipFill>
        <p:spPr>
          <a:xfrm>
            <a:off x="796962" y="919932"/>
            <a:ext cx="6177705" cy="190500"/>
          </a:xfrm>
          <a:prstGeom prst="rect">
            <a:avLst/>
          </a:prstGeom>
        </p:spPr>
      </p:pic>
      <p:sp>
        <p:nvSpPr>
          <p:cNvPr id="9" name="Text 0"/>
          <p:cNvSpPr/>
          <p:nvPr/>
        </p:nvSpPr>
        <p:spPr>
          <a:xfrm>
            <a:off x="1238926" y="1527324"/>
            <a:ext cx="3676650" cy="1028700"/>
          </a:xfrm>
          <a:prstGeom prst="rect">
            <a:avLst/>
          </a:prstGeom>
          <a:noFill/>
          <a:ln/>
        </p:spPr>
        <p:txBody>
          <a:bodyPr wrap="square" lIns="0" tIns="0" rIns="0" bIns="0" rtlCol="0" anchor="ctr"/>
          <a:lstStyle/>
          <a:p>
            <a:pPr marL="0" indent="0" algn="l">
              <a:lnSpc>
                <a:spcPct val="79650"/>
              </a:lnSpc>
              <a:buNone/>
            </a:pPr>
            <a:r>
              <a:rPr lang="en-US" sz="3375" b="1" dirty="0">
                <a:solidFill>
                  <a:srgbClr val="1D1D1D"/>
                </a:solidFill>
                <a:latin typeface="Titillium Web" panose="00000500000000000000" pitchFamily="2" charset="0"/>
                <a:ea typeface="Sora" pitchFamily="34" charset="-122"/>
                <a:cs typeface="Sora" pitchFamily="34" charset="-120"/>
              </a:rPr>
              <a:t>Table of Contents</a:t>
            </a:r>
            <a:endParaRPr lang="en-US" sz="3375" dirty="0">
              <a:latin typeface="Titillium Web" panose="00000500000000000000" pitchFamily="2" charset="0"/>
            </a:endParaRPr>
          </a:p>
        </p:txBody>
      </p:sp>
      <p:sp>
        <p:nvSpPr>
          <p:cNvPr id="10" name="Text 1"/>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itchFamily="34" charset="0"/>
                <a:ea typeface="Titillium Web" pitchFamily="34" charset="-122"/>
                <a:cs typeface="Titillium Web" pitchFamily="34" charset="-120"/>
              </a:rPr>
              <a:t>{{</a:t>
            </a:r>
            <a:r>
              <a:rPr lang="en-US" sz="1350" i="1" dirty="0" err="1">
                <a:solidFill>
                  <a:srgbClr val="1D1D1D"/>
                </a:solidFill>
                <a:latin typeface="Titillium Web" pitchFamily="34" charset="0"/>
                <a:ea typeface="Titillium Web" pitchFamily="34" charset="-122"/>
                <a:cs typeface="Titillium Web" pitchFamily="34" charset="-120"/>
              </a:rPr>
              <a:t>currentMonthYear</a:t>
            </a:r>
            <a:r>
              <a:rPr lang="en-US" sz="1350" i="1" dirty="0">
                <a:solidFill>
                  <a:srgbClr val="1D1D1D"/>
                </a:solidFill>
                <a:latin typeface="Titillium Web" pitchFamily="34" charset="0"/>
                <a:ea typeface="Titillium Web" pitchFamily="34" charset="-122"/>
                <a:cs typeface="Titillium Web" pitchFamily="34" charset="-120"/>
              </a:rPr>
              <a:t>}}</a:t>
            </a:r>
            <a:endParaRPr lang="en-US" sz="1350" dirty="0"/>
          </a:p>
        </p:txBody>
      </p:sp>
      <p:sp>
        <p:nvSpPr>
          <p:cNvPr id="12" name="Text 2"/>
          <p:cNvSpPr/>
          <p:nvPr/>
        </p:nvSpPr>
        <p:spPr>
          <a:xfrm>
            <a:off x="807232" y="677036"/>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itchFamily="34" charset="0"/>
                <a:ea typeface="Titillium Web" pitchFamily="34" charset="-122"/>
                <a:cs typeface="Titillium Web" pitchFamily="34" charset="-120"/>
              </a:rPr>
              <a:t>As-is Scenario Analysis</a:t>
            </a:r>
            <a:endParaRPr lang="en-US" sz="1350" dirty="0"/>
          </a:p>
        </p:txBody>
      </p:sp>
      <p:sp>
        <p:nvSpPr>
          <p:cNvPr id="13" name="Text 3"/>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itchFamily="34" charset="0"/>
                <a:ea typeface="Titillium Web" pitchFamily="34" charset="-122"/>
                <a:cs typeface="Titillium Web" pitchFamily="34" charset="-120"/>
              </a:rPr>
              <a:t>2</a:t>
            </a:r>
            <a:endParaRPr lang="en-US" sz="1200" dirty="0"/>
          </a:p>
        </p:txBody>
      </p:sp>
      <p:sp>
        <p:nvSpPr>
          <p:cNvPr id="5" name="Rectangle 4">
            <a:extLst>
              <a:ext uri="{FF2B5EF4-FFF2-40B4-BE49-F238E27FC236}">
                <a16:creationId xmlns:a16="http://schemas.microsoft.com/office/drawing/2014/main" id="{021DBC88-2C3E-5C47-60D0-4AB78554876E}"/>
              </a:ext>
            </a:extLst>
          </p:cNvPr>
          <p:cNvSpPr/>
          <p:nvPr/>
        </p:nvSpPr>
        <p:spPr>
          <a:xfrm>
            <a:off x="529340" y="3362488"/>
            <a:ext cx="6779659" cy="63903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aphicFrame>
        <p:nvGraphicFramePr>
          <p:cNvPr id="14" name="Table 13">
            <a:extLst>
              <a:ext uri="{FF2B5EF4-FFF2-40B4-BE49-F238E27FC236}">
                <a16:creationId xmlns:a16="http://schemas.microsoft.com/office/drawing/2014/main" id="{2DDD61A6-741F-583A-C428-2094084DB347}"/>
              </a:ext>
            </a:extLst>
          </p:cNvPr>
          <p:cNvGraphicFramePr>
            <a:graphicFrameLocks noGrp="1"/>
          </p:cNvGraphicFramePr>
          <p:nvPr>
            <p:extLst>
              <p:ext uri="{D42A27DB-BD31-4B8C-83A1-F6EECF244321}">
                <p14:modId xmlns:p14="http://schemas.microsoft.com/office/powerpoint/2010/main" val="208901151"/>
              </p:ext>
            </p:extLst>
          </p:nvPr>
        </p:nvGraphicFramePr>
        <p:xfrm>
          <a:off x="796962" y="3687429"/>
          <a:ext cx="6446098" cy="6047995"/>
        </p:xfrm>
        <a:graphic>
          <a:graphicData uri="http://schemas.openxmlformats.org/drawingml/2006/table">
            <a:tbl>
              <a:tblPr firstRow="1" bandRow="1">
                <a:tableStyleId>{2D5ABB26-0587-4C30-8999-92F81FD0307C}</a:tableStyleId>
              </a:tblPr>
              <a:tblGrid>
                <a:gridCol w="5585564">
                  <a:extLst>
                    <a:ext uri="{9D8B030D-6E8A-4147-A177-3AD203B41FA5}">
                      <a16:colId xmlns:a16="http://schemas.microsoft.com/office/drawing/2014/main" val="1825000956"/>
                    </a:ext>
                  </a:extLst>
                </a:gridCol>
                <a:gridCol w="860534">
                  <a:extLst>
                    <a:ext uri="{9D8B030D-6E8A-4147-A177-3AD203B41FA5}">
                      <a16:colId xmlns:a16="http://schemas.microsoft.com/office/drawing/2014/main" val="3877310547"/>
                    </a:ext>
                  </a:extLst>
                </a:gridCol>
              </a:tblGrid>
              <a:tr h="680105">
                <a:tc>
                  <a:txBody>
                    <a:bodyPr/>
                    <a:lstStyle/>
                    <a:p>
                      <a:r>
                        <a:rPr lang="en-ZA" b="1" dirty="0">
                          <a:solidFill>
                            <a:schemeClr val="bg1"/>
                          </a:solidFill>
                        </a:rPr>
                        <a:t>Topic</a:t>
                      </a:r>
                      <a:endParaRPr lang="en-ZA" b="1" dirty="0">
                        <a:solidFill>
                          <a:schemeClr val="bg1"/>
                        </a:solidFill>
                        <a:latin typeface="Titillium Web" panose="00000500000000000000" pitchFamily="2" charset="0"/>
                      </a:endParaRPr>
                    </a:p>
                  </a:txBody>
                  <a:tcPr/>
                </a:tc>
                <a:tc>
                  <a:txBody>
                    <a:bodyPr/>
                    <a:lstStyle/>
                    <a:p>
                      <a:r>
                        <a:rPr lang="en-ZA" b="1" dirty="0">
                          <a:solidFill>
                            <a:schemeClr val="bg1"/>
                          </a:solidFill>
                        </a:rPr>
                        <a:t>Page </a:t>
                      </a:r>
                      <a:endParaRPr lang="en-ZA" b="1" dirty="0">
                        <a:solidFill>
                          <a:schemeClr val="bg1"/>
                        </a:solidFill>
                        <a:latin typeface="Titillium Web" panose="00000500000000000000" pitchFamily="2" charset="0"/>
                      </a:endParaRPr>
                    </a:p>
                  </a:txBody>
                  <a:tcPr/>
                </a:tc>
                <a:extLst>
                  <a:ext uri="{0D108BD9-81ED-4DB2-BD59-A6C34878D82A}">
                    <a16:rowId xmlns:a16="http://schemas.microsoft.com/office/drawing/2014/main" val="3422364057"/>
                  </a:ext>
                </a:extLst>
              </a:tr>
              <a:tr h="487990">
                <a:tc>
                  <a:txBody>
                    <a:bodyPr/>
                    <a:lstStyle/>
                    <a:p>
                      <a:r>
                        <a:rPr lang="en-ZA" dirty="0">
                          <a:solidFill>
                            <a:schemeClr val="bg1"/>
                          </a:solidFill>
                          <a:latin typeface="Titillium Web" panose="00000500000000000000" pitchFamily="2" charset="0"/>
                        </a:rPr>
                        <a:t>Executive Summary </a:t>
                      </a:r>
                    </a:p>
                  </a:txBody>
                  <a:tcPr/>
                </a:tc>
                <a:tc>
                  <a:txBody>
                    <a:bodyPr/>
                    <a:lstStyle/>
                    <a:p>
                      <a:r>
                        <a:rPr lang="en-US" dirty="0">
                          <a:solidFill>
                            <a:schemeClr val="bg1"/>
                          </a:solidFill>
                          <a:latin typeface="Titillium Web" panose="00000500000000000000" pitchFamily="2" charset="0"/>
                        </a:rPr>
                        <a:t>3</a:t>
                      </a:r>
                      <a:endParaRPr lang="en-ZA" dirty="0">
                        <a:solidFill>
                          <a:schemeClr val="bg1"/>
                        </a:solidFill>
                        <a:latin typeface="Titillium Web" panose="00000500000000000000" pitchFamily="2" charset="0"/>
                      </a:endParaRPr>
                    </a:p>
                  </a:txBody>
                  <a:tcPr/>
                </a:tc>
                <a:extLst>
                  <a:ext uri="{0D108BD9-81ED-4DB2-BD59-A6C34878D82A}">
                    <a16:rowId xmlns:a16="http://schemas.microsoft.com/office/drawing/2014/main" val="2473718828"/>
                  </a:ext>
                </a:extLst>
              </a:tr>
              <a:tr h="487990">
                <a:tc>
                  <a:txBody>
                    <a:bodyPr/>
                    <a:lstStyle/>
                    <a:p>
                      <a:r>
                        <a:rPr lang="en-US" dirty="0">
                          <a:solidFill>
                            <a:schemeClr val="bg1"/>
                          </a:solidFill>
                          <a:latin typeface="Titillium Web" panose="00000500000000000000" pitchFamily="2" charset="0"/>
                        </a:rPr>
                        <a:t>Methodology</a:t>
                      </a:r>
                      <a:endParaRPr lang="en-ZA" dirty="0">
                        <a:solidFill>
                          <a:schemeClr val="bg1"/>
                        </a:solidFill>
                        <a:latin typeface="Titillium Web" panose="00000500000000000000" pitchFamily="2" charset="0"/>
                      </a:endParaRPr>
                    </a:p>
                  </a:txBody>
                  <a:tcPr/>
                </a:tc>
                <a:tc>
                  <a:txBody>
                    <a:bodyPr/>
                    <a:lstStyle/>
                    <a:p>
                      <a:r>
                        <a:rPr lang="en-US" dirty="0">
                          <a:solidFill>
                            <a:schemeClr val="bg1"/>
                          </a:solidFill>
                          <a:latin typeface="Titillium Web" panose="00000500000000000000" pitchFamily="2" charset="0"/>
                        </a:rPr>
                        <a:t>8</a:t>
                      </a:r>
                      <a:endParaRPr lang="en-ZA" dirty="0">
                        <a:solidFill>
                          <a:schemeClr val="bg1"/>
                        </a:solidFill>
                        <a:latin typeface="Titillium Web" panose="00000500000000000000" pitchFamily="2" charset="0"/>
                      </a:endParaRPr>
                    </a:p>
                  </a:txBody>
                  <a:tcPr/>
                </a:tc>
                <a:extLst>
                  <a:ext uri="{0D108BD9-81ED-4DB2-BD59-A6C34878D82A}">
                    <a16:rowId xmlns:a16="http://schemas.microsoft.com/office/drawing/2014/main" val="806625083"/>
                  </a:ext>
                </a:extLst>
              </a:tr>
              <a:tr h="487990">
                <a:tc>
                  <a:txBody>
                    <a:bodyPr/>
                    <a:lstStyle/>
                    <a:p>
                      <a:r>
                        <a:rPr lang="en-US" dirty="0">
                          <a:solidFill>
                            <a:schemeClr val="bg1"/>
                          </a:solidFill>
                          <a:latin typeface="Titillium Web" panose="00000500000000000000" pitchFamily="2" charset="0"/>
                        </a:rPr>
                        <a:t>Stategic Profile</a:t>
                      </a:r>
                      <a:endParaRPr lang="en-ZA" dirty="0">
                        <a:solidFill>
                          <a:schemeClr val="bg1"/>
                        </a:solidFill>
                        <a:latin typeface="Titillium Web" panose="00000500000000000000" pitchFamily="2" charset="0"/>
                      </a:endParaRPr>
                    </a:p>
                  </a:txBody>
                  <a:tcPr/>
                </a:tc>
                <a:tc>
                  <a:txBody>
                    <a:bodyPr/>
                    <a:lstStyle/>
                    <a:p>
                      <a:r>
                        <a:rPr lang="en-US" dirty="0">
                          <a:solidFill>
                            <a:schemeClr val="bg1"/>
                          </a:solidFill>
                          <a:latin typeface="Titillium Web" panose="00000500000000000000" pitchFamily="2" charset="0"/>
                        </a:rPr>
                        <a:t>16</a:t>
                      </a:r>
                      <a:endParaRPr lang="en-ZA" dirty="0">
                        <a:solidFill>
                          <a:schemeClr val="bg1"/>
                        </a:solidFill>
                        <a:latin typeface="Titillium Web" panose="00000500000000000000" pitchFamily="2" charset="0"/>
                      </a:endParaRPr>
                    </a:p>
                  </a:txBody>
                  <a:tcPr/>
                </a:tc>
                <a:extLst>
                  <a:ext uri="{0D108BD9-81ED-4DB2-BD59-A6C34878D82A}">
                    <a16:rowId xmlns:a16="http://schemas.microsoft.com/office/drawing/2014/main" val="3995563330"/>
                  </a:ext>
                </a:extLst>
              </a:tr>
              <a:tr h="487990">
                <a:tc>
                  <a:txBody>
                    <a:bodyPr/>
                    <a:lstStyle/>
                    <a:p>
                      <a:r>
                        <a:rPr lang="en-US" dirty="0">
                          <a:solidFill>
                            <a:schemeClr val="bg1"/>
                          </a:solidFill>
                          <a:latin typeface="Titillium Web" panose="00000500000000000000" pitchFamily="2" charset="0"/>
                        </a:rPr>
                        <a:t>Financial Position</a:t>
                      </a:r>
                      <a:endParaRPr lang="en-ZA" dirty="0">
                        <a:solidFill>
                          <a:schemeClr val="bg1"/>
                        </a:solidFill>
                        <a:latin typeface="Titillium Web" panose="00000500000000000000" pitchFamily="2" charset="0"/>
                      </a:endParaRPr>
                    </a:p>
                  </a:txBody>
                  <a:tcPr/>
                </a:tc>
                <a:tc>
                  <a:txBody>
                    <a:bodyPr/>
                    <a:lstStyle/>
                    <a:p>
                      <a:r>
                        <a:rPr lang="en-US" dirty="0">
                          <a:solidFill>
                            <a:schemeClr val="bg1"/>
                          </a:solidFill>
                          <a:latin typeface="Titillium Web" panose="00000500000000000000" pitchFamily="2" charset="0"/>
                        </a:rPr>
                        <a:t>22</a:t>
                      </a:r>
                      <a:endParaRPr lang="en-ZA" dirty="0">
                        <a:solidFill>
                          <a:schemeClr val="bg1"/>
                        </a:solidFill>
                        <a:latin typeface="Titillium Web" panose="00000500000000000000" pitchFamily="2" charset="0"/>
                      </a:endParaRPr>
                    </a:p>
                  </a:txBody>
                  <a:tcPr/>
                </a:tc>
                <a:extLst>
                  <a:ext uri="{0D108BD9-81ED-4DB2-BD59-A6C34878D82A}">
                    <a16:rowId xmlns:a16="http://schemas.microsoft.com/office/drawing/2014/main" val="205080822"/>
                  </a:ext>
                </a:extLst>
              </a:tr>
              <a:tr h="487990">
                <a:tc>
                  <a:txBody>
                    <a:bodyPr/>
                    <a:lstStyle/>
                    <a:p>
                      <a:r>
                        <a:rPr lang="en-US" dirty="0">
                          <a:solidFill>
                            <a:schemeClr val="bg1"/>
                          </a:solidFill>
                          <a:latin typeface="Titillium Web" panose="00000500000000000000" pitchFamily="2" charset="0"/>
                        </a:rPr>
                        <a:t>IT Infrastructure</a:t>
                      </a:r>
                      <a:endParaRPr lang="en-ZA" dirty="0">
                        <a:solidFill>
                          <a:schemeClr val="bg1"/>
                        </a:solidFill>
                        <a:latin typeface="Titillium Web" panose="00000500000000000000" pitchFamily="2" charset="0"/>
                      </a:endParaRPr>
                    </a:p>
                  </a:txBody>
                  <a:tcPr/>
                </a:tc>
                <a:tc>
                  <a:txBody>
                    <a:bodyPr/>
                    <a:lstStyle/>
                    <a:p>
                      <a:r>
                        <a:rPr lang="en-US" dirty="0">
                          <a:solidFill>
                            <a:schemeClr val="bg1"/>
                          </a:solidFill>
                          <a:latin typeface="Titillium Web" panose="00000500000000000000" pitchFamily="2" charset="0"/>
                        </a:rPr>
                        <a:t>29</a:t>
                      </a:r>
                      <a:endParaRPr lang="en-ZA" dirty="0">
                        <a:solidFill>
                          <a:schemeClr val="bg1"/>
                        </a:solidFill>
                        <a:latin typeface="Titillium Web" panose="00000500000000000000" pitchFamily="2" charset="0"/>
                      </a:endParaRPr>
                    </a:p>
                  </a:txBody>
                  <a:tcPr/>
                </a:tc>
                <a:extLst>
                  <a:ext uri="{0D108BD9-81ED-4DB2-BD59-A6C34878D82A}">
                    <a16:rowId xmlns:a16="http://schemas.microsoft.com/office/drawing/2014/main" val="2816883705"/>
                  </a:ext>
                </a:extLst>
              </a:tr>
              <a:tr h="487990">
                <a:tc>
                  <a:txBody>
                    <a:bodyPr/>
                    <a:lstStyle/>
                    <a:p>
                      <a:r>
                        <a:rPr lang="en-US" dirty="0">
                          <a:solidFill>
                            <a:schemeClr val="bg1"/>
                          </a:solidFill>
                          <a:latin typeface="Titillium Web" panose="00000500000000000000" pitchFamily="2" charset="0"/>
                        </a:rPr>
                        <a:t>Operational Capacity</a:t>
                      </a:r>
                      <a:endParaRPr lang="en-ZA" dirty="0">
                        <a:solidFill>
                          <a:schemeClr val="bg1"/>
                        </a:solidFill>
                        <a:latin typeface="Titillium Web" panose="00000500000000000000" pitchFamily="2" charset="0"/>
                      </a:endParaRPr>
                    </a:p>
                  </a:txBody>
                  <a:tcPr/>
                </a:tc>
                <a:tc>
                  <a:txBody>
                    <a:bodyPr/>
                    <a:lstStyle/>
                    <a:p>
                      <a:r>
                        <a:rPr lang="en-US" dirty="0">
                          <a:solidFill>
                            <a:schemeClr val="bg1"/>
                          </a:solidFill>
                          <a:latin typeface="Titillium Web" panose="00000500000000000000" pitchFamily="2" charset="0"/>
                        </a:rPr>
                        <a:t>36</a:t>
                      </a:r>
                      <a:endParaRPr lang="en-ZA" dirty="0">
                        <a:solidFill>
                          <a:schemeClr val="bg1"/>
                        </a:solidFill>
                        <a:latin typeface="Titillium Web" panose="00000500000000000000" pitchFamily="2" charset="0"/>
                      </a:endParaRPr>
                    </a:p>
                  </a:txBody>
                  <a:tcPr/>
                </a:tc>
                <a:extLst>
                  <a:ext uri="{0D108BD9-81ED-4DB2-BD59-A6C34878D82A}">
                    <a16:rowId xmlns:a16="http://schemas.microsoft.com/office/drawing/2014/main" val="3355492711"/>
                  </a:ext>
                </a:extLst>
              </a:tr>
              <a:tr h="487990">
                <a:tc>
                  <a:txBody>
                    <a:bodyPr/>
                    <a:lstStyle/>
                    <a:p>
                      <a:r>
                        <a:rPr lang="en-US" dirty="0">
                          <a:solidFill>
                            <a:schemeClr val="bg1"/>
                          </a:solidFill>
                          <a:latin typeface="Titillium Web" panose="00000500000000000000" pitchFamily="2" charset="0"/>
                        </a:rPr>
                        <a:t>Market Position</a:t>
                      </a:r>
                      <a:endParaRPr lang="en-ZA" dirty="0">
                        <a:solidFill>
                          <a:schemeClr val="bg1"/>
                        </a:solidFill>
                        <a:latin typeface="Titillium Web" panose="00000500000000000000" pitchFamily="2" charset="0"/>
                      </a:endParaRPr>
                    </a:p>
                  </a:txBody>
                  <a:tcPr/>
                </a:tc>
                <a:tc>
                  <a:txBody>
                    <a:bodyPr/>
                    <a:lstStyle/>
                    <a:p>
                      <a:r>
                        <a:rPr lang="en-US" dirty="0">
                          <a:solidFill>
                            <a:schemeClr val="bg1"/>
                          </a:solidFill>
                          <a:latin typeface="Titillium Web" panose="00000500000000000000" pitchFamily="2" charset="0"/>
                        </a:rPr>
                        <a:t>43</a:t>
                      </a:r>
                      <a:endParaRPr lang="en-ZA" dirty="0">
                        <a:solidFill>
                          <a:schemeClr val="bg1"/>
                        </a:solidFill>
                        <a:latin typeface="Titillium Web" panose="00000500000000000000" pitchFamily="2" charset="0"/>
                      </a:endParaRPr>
                    </a:p>
                  </a:txBody>
                  <a:tcPr/>
                </a:tc>
                <a:extLst>
                  <a:ext uri="{0D108BD9-81ED-4DB2-BD59-A6C34878D82A}">
                    <a16:rowId xmlns:a16="http://schemas.microsoft.com/office/drawing/2014/main" val="242060040"/>
                  </a:ext>
                </a:extLst>
              </a:tr>
              <a:tr h="487990">
                <a:tc>
                  <a:txBody>
                    <a:bodyPr/>
                    <a:lstStyle/>
                    <a:p>
                      <a:r>
                        <a:rPr lang="en-US" dirty="0">
                          <a:solidFill>
                            <a:schemeClr val="bg1"/>
                          </a:solidFill>
                          <a:latin typeface="Titillium Web" panose="00000500000000000000" pitchFamily="2" charset="0"/>
                        </a:rPr>
                        <a:t>Governance</a:t>
                      </a:r>
                      <a:endParaRPr lang="en-ZA" dirty="0">
                        <a:solidFill>
                          <a:schemeClr val="bg1"/>
                        </a:solidFill>
                        <a:latin typeface="Titillium Web" panose="00000500000000000000" pitchFamily="2" charset="0"/>
                      </a:endParaRPr>
                    </a:p>
                  </a:txBody>
                  <a:tcPr/>
                </a:tc>
                <a:tc>
                  <a:txBody>
                    <a:bodyPr/>
                    <a:lstStyle/>
                    <a:p>
                      <a:r>
                        <a:rPr lang="en-US" dirty="0">
                          <a:solidFill>
                            <a:schemeClr val="bg1"/>
                          </a:solidFill>
                          <a:latin typeface="Titillium Web" panose="00000500000000000000" pitchFamily="2" charset="0"/>
                        </a:rPr>
                        <a:t>50</a:t>
                      </a:r>
                      <a:endParaRPr lang="en-ZA" dirty="0">
                        <a:solidFill>
                          <a:schemeClr val="bg1"/>
                        </a:solidFill>
                        <a:latin typeface="Titillium Web" panose="00000500000000000000" pitchFamily="2" charset="0"/>
                      </a:endParaRPr>
                    </a:p>
                  </a:txBody>
                  <a:tcPr/>
                </a:tc>
                <a:extLst>
                  <a:ext uri="{0D108BD9-81ED-4DB2-BD59-A6C34878D82A}">
                    <a16:rowId xmlns:a16="http://schemas.microsoft.com/office/drawing/2014/main" val="1250747731"/>
                  </a:ext>
                </a:extLst>
              </a:tr>
              <a:tr h="487990">
                <a:tc>
                  <a:txBody>
                    <a:bodyPr/>
                    <a:lstStyle/>
                    <a:p>
                      <a:r>
                        <a:rPr lang="en-US" dirty="0">
                          <a:solidFill>
                            <a:schemeClr val="bg1"/>
                          </a:solidFill>
                          <a:latin typeface="Titillium Web" panose="00000500000000000000" pitchFamily="2" charset="0"/>
                        </a:rPr>
                        <a:t>Conclusion</a:t>
                      </a:r>
                      <a:endParaRPr lang="en-ZA" dirty="0">
                        <a:solidFill>
                          <a:schemeClr val="bg1"/>
                        </a:solidFill>
                        <a:latin typeface="Titillium Web" panose="00000500000000000000" pitchFamily="2" charset="0"/>
                      </a:endParaRPr>
                    </a:p>
                  </a:txBody>
                  <a:tcPr/>
                </a:tc>
                <a:tc>
                  <a:txBody>
                    <a:bodyPr/>
                    <a:lstStyle/>
                    <a:p>
                      <a:r>
                        <a:rPr lang="en-US" dirty="0">
                          <a:solidFill>
                            <a:schemeClr val="bg1"/>
                          </a:solidFill>
                          <a:latin typeface="Titillium Web" panose="00000500000000000000" pitchFamily="2" charset="0"/>
                        </a:rPr>
                        <a:t>58</a:t>
                      </a:r>
                      <a:endParaRPr lang="en-ZA" dirty="0">
                        <a:solidFill>
                          <a:schemeClr val="bg1"/>
                        </a:solidFill>
                        <a:latin typeface="Titillium Web" panose="00000500000000000000" pitchFamily="2" charset="0"/>
                      </a:endParaRPr>
                    </a:p>
                  </a:txBody>
                  <a:tcPr/>
                </a:tc>
                <a:extLst>
                  <a:ext uri="{0D108BD9-81ED-4DB2-BD59-A6C34878D82A}">
                    <a16:rowId xmlns:a16="http://schemas.microsoft.com/office/drawing/2014/main" val="3278529055"/>
                  </a:ext>
                </a:extLst>
              </a:tr>
              <a:tr h="487990">
                <a:tc>
                  <a:txBody>
                    <a:bodyPr/>
                    <a:lstStyle/>
                    <a:p>
                      <a:endParaRPr lang="en-ZA" dirty="0">
                        <a:solidFill>
                          <a:schemeClr val="bg1"/>
                        </a:solidFill>
                        <a:latin typeface="Titillium Web" panose="00000500000000000000" pitchFamily="2" charset="0"/>
                      </a:endParaRPr>
                    </a:p>
                  </a:txBody>
                  <a:tcPr/>
                </a:tc>
                <a:tc>
                  <a:txBody>
                    <a:bodyPr/>
                    <a:lstStyle/>
                    <a:p>
                      <a:endParaRPr lang="en-ZA" dirty="0">
                        <a:solidFill>
                          <a:schemeClr val="bg1"/>
                        </a:solidFill>
                        <a:latin typeface="Titillium Web" panose="00000500000000000000" pitchFamily="2" charset="0"/>
                      </a:endParaRPr>
                    </a:p>
                  </a:txBody>
                  <a:tcPr/>
                </a:tc>
                <a:extLst>
                  <a:ext uri="{0D108BD9-81ED-4DB2-BD59-A6C34878D82A}">
                    <a16:rowId xmlns:a16="http://schemas.microsoft.com/office/drawing/2014/main" val="1788698412"/>
                  </a:ext>
                </a:extLst>
              </a:tr>
              <a:tr h="487990">
                <a:tc>
                  <a:txBody>
                    <a:bodyPr/>
                    <a:lstStyle/>
                    <a:p>
                      <a:endParaRPr lang="en-ZA" dirty="0">
                        <a:solidFill>
                          <a:schemeClr val="bg1"/>
                        </a:solidFill>
                        <a:latin typeface="Titillium Web" panose="00000500000000000000" pitchFamily="2" charset="0"/>
                      </a:endParaRPr>
                    </a:p>
                  </a:txBody>
                  <a:tcPr/>
                </a:tc>
                <a:tc>
                  <a:txBody>
                    <a:bodyPr/>
                    <a:lstStyle/>
                    <a:p>
                      <a:endParaRPr lang="en-ZA" dirty="0">
                        <a:solidFill>
                          <a:schemeClr val="bg1"/>
                        </a:solidFill>
                        <a:latin typeface="Titillium Web" panose="00000500000000000000" pitchFamily="2" charset="0"/>
                      </a:endParaRPr>
                    </a:p>
                  </a:txBody>
                  <a:tcPr/>
                </a:tc>
                <a:extLst>
                  <a:ext uri="{0D108BD9-81ED-4DB2-BD59-A6C34878D82A}">
                    <a16:rowId xmlns:a16="http://schemas.microsoft.com/office/drawing/2014/main" val="2494807733"/>
                  </a:ext>
                </a:extLst>
              </a:tr>
            </a:tbl>
          </a:graphicData>
        </a:graphic>
      </p:graphicFrame>
      <p:sp>
        <p:nvSpPr>
          <p:cNvPr id="18" name="Rectangle 17">
            <a:extLst>
              <a:ext uri="{FF2B5EF4-FFF2-40B4-BE49-F238E27FC236}">
                <a16:creationId xmlns:a16="http://schemas.microsoft.com/office/drawing/2014/main" id="{1354B273-75C5-A7CE-1D2B-3AA086DBFCE0}"/>
              </a:ext>
            </a:extLst>
          </p:cNvPr>
          <p:cNvSpPr/>
          <p:nvPr/>
        </p:nvSpPr>
        <p:spPr>
          <a:xfrm>
            <a:off x="6442224" y="1288723"/>
            <a:ext cx="847383" cy="189547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19" name="Picture 18">
            <a:extLst>
              <a:ext uri="{FF2B5EF4-FFF2-40B4-BE49-F238E27FC236}">
                <a16:creationId xmlns:a16="http://schemas.microsoft.com/office/drawing/2014/main" id="{E41A3BAB-6C20-1197-3729-E5013FC5FBB7}"/>
              </a:ext>
            </a:extLst>
          </p:cNvPr>
          <p:cNvPicPr>
            <a:picLocks noChangeAspect="1"/>
          </p:cNvPicPr>
          <p:nvPr/>
        </p:nvPicPr>
        <p:blipFill>
          <a:blip r:embed="rId5"/>
          <a:srcRect l="10092" r="10092"/>
          <a:stretch/>
        </p:blipFill>
        <p:spPr>
          <a:xfrm>
            <a:off x="5867400" y="1795528"/>
            <a:ext cx="1158067" cy="762487"/>
          </a:xfrm>
          <a:prstGeom prst="rect">
            <a:avLst/>
          </a:prstGeom>
        </p:spPr>
      </p:pic>
      <p:sp>
        <p:nvSpPr>
          <p:cNvPr id="20" name="Rectangle 19">
            <a:extLst>
              <a:ext uri="{FF2B5EF4-FFF2-40B4-BE49-F238E27FC236}">
                <a16:creationId xmlns:a16="http://schemas.microsoft.com/office/drawing/2014/main" id="{64E12671-71CD-B4D3-2250-99AFC218F019}"/>
              </a:ext>
            </a:extLst>
          </p:cNvPr>
          <p:cNvSpPr/>
          <p:nvPr/>
        </p:nvSpPr>
        <p:spPr>
          <a:xfrm>
            <a:off x="5867400" y="1795528"/>
            <a:ext cx="1158067" cy="735026"/>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DCF7994-86DC-EAF3-281C-DF64FF188238}"/>
              </a:ext>
            </a:extLst>
          </p:cNvPr>
          <p:cNvSpPr/>
          <p:nvPr/>
        </p:nvSpPr>
        <p:spPr>
          <a:xfrm>
            <a:off x="214856" y="865637"/>
            <a:ext cx="585961" cy="1895475"/>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5" name="Image 3"/>
          <p:cNvPicPr>
            <a:picLocks noChangeAspect="1"/>
          </p:cNvPicPr>
          <p:nvPr/>
        </p:nvPicPr>
        <p:blipFill>
          <a:blip r:embed="rId3"/>
          <a:srcRect/>
          <a:stretch/>
        </p:blipFill>
        <p:spPr>
          <a:xfrm>
            <a:off x="1" y="4219575"/>
            <a:ext cx="7772398" cy="4076699"/>
          </a:xfrm>
          <a:prstGeom prst="rect">
            <a:avLst/>
          </a:prstGeom>
        </p:spPr>
      </p:pic>
      <p:pic>
        <p:nvPicPr>
          <p:cNvPr id="6" name="Image 4" descr="preencoded.png"/>
          <p:cNvPicPr>
            <a:picLocks noChangeAspect="1"/>
          </p:cNvPicPr>
          <p:nvPr/>
        </p:nvPicPr>
        <p:blipFill>
          <a:blip r:embed="rId4"/>
          <a:stretch>
            <a:fillRect/>
          </a:stretch>
        </p:blipFill>
        <p:spPr>
          <a:xfrm>
            <a:off x="4862751" y="6575308"/>
            <a:ext cx="1752600" cy="1752600"/>
          </a:xfrm>
          <a:prstGeom prst="rect">
            <a:avLst/>
          </a:prstGeom>
        </p:spPr>
      </p:pic>
      <p:pic>
        <p:nvPicPr>
          <p:cNvPr id="7" name="Image 5" descr="preencoded.png"/>
          <p:cNvPicPr>
            <a:picLocks noChangeAspect="1"/>
          </p:cNvPicPr>
          <p:nvPr/>
        </p:nvPicPr>
        <p:blipFill>
          <a:blip r:embed="rId5"/>
          <a:stretch>
            <a:fillRect/>
          </a:stretch>
        </p:blipFill>
        <p:spPr>
          <a:xfrm>
            <a:off x="6607635" y="6575308"/>
            <a:ext cx="1171575" cy="1752600"/>
          </a:xfrm>
          <a:prstGeom prst="rect">
            <a:avLst/>
          </a:prstGeom>
        </p:spPr>
      </p:pic>
      <p:pic>
        <p:nvPicPr>
          <p:cNvPr id="8" name="Image 6" descr="preencoded.png"/>
          <p:cNvPicPr>
            <a:picLocks noChangeAspect="1"/>
          </p:cNvPicPr>
          <p:nvPr/>
        </p:nvPicPr>
        <p:blipFill>
          <a:blip r:embed="rId6"/>
          <a:stretch>
            <a:fillRect/>
          </a:stretch>
        </p:blipFill>
        <p:spPr>
          <a:xfrm>
            <a:off x="551487" y="9286170"/>
            <a:ext cx="6652174" cy="190500"/>
          </a:xfrm>
          <a:prstGeom prst="rect">
            <a:avLst/>
          </a:prstGeom>
        </p:spPr>
      </p:pic>
      <p:sp>
        <p:nvSpPr>
          <p:cNvPr id="12" name="Text 3"/>
          <p:cNvSpPr/>
          <p:nvPr/>
        </p:nvSpPr>
        <p:spPr>
          <a:xfrm>
            <a:off x="4362917" y="8902446"/>
            <a:ext cx="2838450" cy="228600"/>
          </a:xfrm>
          <a:prstGeom prst="rect">
            <a:avLst/>
          </a:prstGeom>
          <a:noFill/>
          <a:ln/>
        </p:spPr>
        <p:txBody>
          <a:bodyPr wrap="square" lIns="0" tIns="0" rIns="0" bIns="0" rtlCol="0" anchor="ctr"/>
          <a:lstStyle/>
          <a:p>
            <a:pPr algn="r">
              <a:lnSpc>
                <a:spcPct val="99141"/>
              </a:lnSpc>
            </a:pPr>
            <a:r>
              <a:rPr lang="en-US" sz="1200" dirty="0">
                <a:solidFill>
                  <a:srgbClr val="000000"/>
                </a:solidFill>
                <a:latin typeface="Titillium Web" panose="00000500000000000000" pitchFamily="2" charset="0"/>
                <a:ea typeface="Arimo" pitchFamily="34" charset="-122"/>
                <a:cs typeface="Arimo" pitchFamily="34" charset="-120"/>
              </a:rPr>
              <a:t>{{</a:t>
            </a:r>
            <a:r>
              <a:rPr lang="en-US" sz="1200" dirty="0" err="1">
                <a:solidFill>
                  <a:srgbClr val="000000"/>
                </a:solidFill>
                <a:latin typeface="Titillium Web" panose="00000500000000000000" pitchFamily="2" charset="0"/>
                <a:ea typeface="Arimo" pitchFamily="34" charset="-122"/>
                <a:cs typeface="Arimo" pitchFamily="34" charset="-120"/>
              </a:rPr>
              <a:t>emailAddress</a:t>
            </a:r>
            <a:r>
              <a:rPr lang="en-US" sz="1200" dirty="0">
                <a:solidFill>
                  <a:srgbClr val="000000"/>
                </a:solidFill>
                <a:latin typeface="Titillium Web" panose="00000500000000000000" pitchFamily="2" charset="0"/>
                <a:ea typeface="Arimo" pitchFamily="34" charset="-122"/>
                <a:cs typeface="Arimo" pitchFamily="34" charset="-120"/>
              </a:rPr>
              <a:t>}}</a:t>
            </a:r>
            <a:endParaRPr lang="en-US" sz="1200" dirty="0">
              <a:latin typeface="Titillium Web" panose="00000500000000000000" pitchFamily="2" charset="0"/>
            </a:endParaRPr>
          </a:p>
        </p:txBody>
      </p:sp>
      <p:sp>
        <p:nvSpPr>
          <p:cNvPr id="14" name="Text 0">
            <a:extLst>
              <a:ext uri="{FF2B5EF4-FFF2-40B4-BE49-F238E27FC236}">
                <a16:creationId xmlns:a16="http://schemas.microsoft.com/office/drawing/2014/main" id="{D0763E7C-D6D2-FCDF-577C-D2AAE2A1CAC6}"/>
              </a:ext>
            </a:extLst>
          </p:cNvPr>
          <p:cNvSpPr/>
          <p:nvPr/>
        </p:nvSpPr>
        <p:spPr>
          <a:xfrm>
            <a:off x="1252713" y="1042807"/>
            <a:ext cx="4641947" cy="1028700"/>
          </a:xfrm>
          <a:prstGeom prst="rect">
            <a:avLst/>
          </a:prstGeom>
          <a:noFill/>
          <a:ln/>
        </p:spPr>
        <p:txBody>
          <a:bodyPr wrap="square" lIns="0" tIns="0" rIns="0" bIns="0" rtlCol="0" anchor="ctr"/>
          <a:lstStyle/>
          <a:p>
            <a:pPr lvl="1">
              <a:lnSpc>
                <a:spcPts val="7500"/>
              </a:lnSpc>
              <a:buSzPct val="100000"/>
            </a:pPr>
            <a:r>
              <a:rPr lang="en-US" sz="4400" b="1" dirty="0">
                <a:solidFill>
                  <a:srgbClr val="1D1D1D"/>
                </a:solidFill>
                <a:latin typeface="Titillium Web" panose="00000500000000000000" pitchFamily="2" charset="0"/>
                <a:ea typeface="Sora" pitchFamily="34" charset="-122"/>
                <a:cs typeface="Sora" pitchFamily="34" charset="-120"/>
              </a:rPr>
              <a:t>SECTION1</a:t>
            </a:r>
          </a:p>
          <a:p>
            <a:pPr lvl="1">
              <a:lnSpc>
                <a:spcPct val="70000"/>
              </a:lnSpc>
              <a:buSzPct val="100000"/>
            </a:pPr>
            <a:r>
              <a:rPr lang="en-US" sz="3375" b="1" dirty="0">
                <a:solidFill>
                  <a:schemeClr val="tx1">
                    <a:lumMod val="50000"/>
                    <a:lumOff val="50000"/>
                  </a:schemeClr>
                </a:solidFill>
                <a:latin typeface="Titillium Web" panose="00000500000000000000" pitchFamily="2" charset="0"/>
                <a:ea typeface="Sora" pitchFamily="34" charset="-122"/>
                <a:cs typeface="Sora" pitchFamily="34" charset="-120"/>
              </a:rPr>
              <a:t>Executive Summary</a:t>
            </a:r>
            <a:endParaRPr lang="en-US" sz="3375" dirty="0">
              <a:solidFill>
                <a:schemeClr val="tx1">
                  <a:lumMod val="50000"/>
                  <a:lumOff val="50000"/>
                </a:schemeClr>
              </a:solidFill>
              <a:latin typeface="Titillium Web" panose="00000500000000000000" pitchFamily="2" charset="0"/>
            </a:endParaRPr>
          </a:p>
        </p:txBody>
      </p:sp>
      <p:sp>
        <p:nvSpPr>
          <p:cNvPr id="23" name="Rectangle 22">
            <a:extLst>
              <a:ext uri="{FF2B5EF4-FFF2-40B4-BE49-F238E27FC236}">
                <a16:creationId xmlns:a16="http://schemas.microsoft.com/office/drawing/2014/main" id="{C0F4807F-279A-96F2-C7E3-09B3281BB231}"/>
              </a:ext>
            </a:extLst>
          </p:cNvPr>
          <p:cNvSpPr/>
          <p:nvPr/>
        </p:nvSpPr>
        <p:spPr>
          <a:xfrm>
            <a:off x="214856" y="865637"/>
            <a:ext cx="585961" cy="1895475"/>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Rectangle 20">
            <a:extLst>
              <a:ext uri="{FF2B5EF4-FFF2-40B4-BE49-F238E27FC236}">
                <a16:creationId xmlns:a16="http://schemas.microsoft.com/office/drawing/2014/main" id="{72C18C14-662A-785F-7BC0-4535D7DAA59B}"/>
              </a:ext>
            </a:extLst>
          </p:cNvPr>
          <p:cNvSpPr/>
          <p:nvPr/>
        </p:nvSpPr>
        <p:spPr>
          <a:xfrm>
            <a:off x="214856" y="865637"/>
            <a:ext cx="1054386" cy="1416053"/>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452F9-9B62-8C4C-8B08-2D8DCF09D4F6}"/>
            </a:ext>
          </a:extLst>
        </p:cNvPr>
        <p:cNvGrpSpPr/>
        <p:nvPr/>
      </p:nvGrpSpPr>
      <p:grpSpPr>
        <a:xfrm>
          <a:off x="0" y="0"/>
          <a:ext cx="0" cy="0"/>
          <a:chOff x="0" y="0"/>
          <a:chExt cx="0" cy="0"/>
        </a:xfrm>
      </p:grpSpPr>
      <p:pic>
        <p:nvPicPr>
          <p:cNvPr id="5" name="Image 3" descr="preencoded.png">
            <a:extLst>
              <a:ext uri="{FF2B5EF4-FFF2-40B4-BE49-F238E27FC236}">
                <a16:creationId xmlns:a16="http://schemas.microsoft.com/office/drawing/2014/main" id="{1BEB84D4-317F-ADCE-0A6F-CF528BE369D9}"/>
              </a:ext>
            </a:extLst>
          </p:cNvPr>
          <p:cNvPicPr>
            <a:picLocks noChangeAspect="1"/>
          </p:cNvPicPr>
          <p:nvPr/>
        </p:nvPicPr>
        <p:blipFill>
          <a:blip r:embed="rId3"/>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29150310-F2A5-FDA0-1383-99C7CD0DC438}"/>
              </a:ext>
            </a:extLst>
          </p:cNvPr>
          <p:cNvSpPr/>
          <p:nvPr/>
        </p:nvSpPr>
        <p:spPr>
          <a:xfrm>
            <a:off x="807232" y="1815734"/>
            <a:ext cx="4641109" cy="555774"/>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cs typeface="Sora" pitchFamily="34" charset="-120"/>
              </a:rPr>
              <a:t>1.1 Introduction</a:t>
            </a:r>
            <a:endParaRPr lang="en-US" sz="2800" dirty="0">
              <a:latin typeface="Titillium Web" panose="00000500000000000000" pitchFamily="2" charset="0"/>
            </a:endParaRPr>
          </a:p>
        </p:txBody>
      </p:sp>
      <p:sp>
        <p:nvSpPr>
          <p:cNvPr id="9" name="Text 1">
            <a:extLst>
              <a:ext uri="{FF2B5EF4-FFF2-40B4-BE49-F238E27FC236}">
                <a16:creationId xmlns:a16="http://schemas.microsoft.com/office/drawing/2014/main" id="{B25C4D41-5EE3-CB37-19BA-9BD324853851}"/>
              </a:ext>
            </a:extLst>
          </p:cNvPr>
          <p:cNvSpPr/>
          <p:nvPr/>
        </p:nvSpPr>
        <p:spPr>
          <a:xfrm>
            <a:off x="892471" y="2524348"/>
            <a:ext cx="4699310" cy="6100600"/>
          </a:xfrm>
          <a:prstGeom prst="rect">
            <a:avLst/>
          </a:prstGeom>
          <a:noFill/>
          <a:ln/>
        </p:spPr>
        <p:txBody>
          <a:bodyPr wrap="square" lIns="0" tIns="0" rIns="0" bIns="0" rtlCol="0" anchor="ctr"/>
          <a:lstStyle/>
          <a:p>
            <a:pPr marL="0" indent="0" algn="l">
              <a:lnSpc>
                <a:spcPts val="1600"/>
              </a:lnSpc>
              <a:spcBef>
                <a:spcPts val="1200"/>
              </a:spcBef>
              <a:spcAft>
                <a:spcPts val="600"/>
              </a:spcAft>
              <a:buNone/>
            </a:pPr>
            <a:r>
              <a:rPr lang="en-US" sz="1200" dirty="0">
                <a:solidFill>
                  <a:srgbClr val="1D1D1D"/>
                </a:solidFill>
                <a:latin typeface="Titillium Web" pitchFamily="34" charset="0"/>
                <a:ea typeface="Titillium Web" pitchFamily="34" charset="-122"/>
                <a:cs typeface="Titillium Web" pitchFamily="34" charset="-120"/>
              </a:rPr>
              <a:t>{{introduction}}</a:t>
            </a:r>
          </a:p>
        </p:txBody>
      </p:sp>
      <p:sp>
        <p:nvSpPr>
          <p:cNvPr id="10" name="Text 2">
            <a:extLst>
              <a:ext uri="{FF2B5EF4-FFF2-40B4-BE49-F238E27FC236}">
                <a16:creationId xmlns:a16="http://schemas.microsoft.com/office/drawing/2014/main" id="{7BAA1A1C-9971-F860-C722-068E60E07388}"/>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itchFamily="34" charset="0"/>
                <a:ea typeface="Titillium Web" pitchFamily="34" charset="-122"/>
                <a:cs typeface="Titillium Web" pitchFamily="34" charset="-120"/>
              </a:rPr>
              <a:t>{{</a:t>
            </a:r>
            <a:r>
              <a:rPr lang="en-US" sz="1350" i="1" dirty="0" err="1">
                <a:solidFill>
                  <a:srgbClr val="1D1D1D"/>
                </a:solidFill>
                <a:latin typeface="Titillium Web" pitchFamily="34" charset="0"/>
                <a:ea typeface="Titillium Web" pitchFamily="34" charset="-122"/>
                <a:cs typeface="Titillium Web" pitchFamily="34" charset="-120"/>
              </a:rPr>
              <a:t>currentMonthYear</a:t>
            </a:r>
            <a:r>
              <a:rPr lang="en-US" sz="1350" i="1" dirty="0">
                <a:solidFill>
                  <a:srgbClr val="1D1D1D"/>
                </a:solidFill>
                <a:latin typeface="Titillium Web" pitchFamily="34" charset="0"/>
                <a:ea typeface="Titillium Web" pitchFamily="34" charset="-122"/>
                <a:cs typeface="Titillium Web" pitchFamily="34" charset="-120"/>
              </a:rPr>
              <a:t>}}</a:t>
            </a:r>
            <a:endParaRPr lang="en-US" sz="1350" dirty="0"/>
          </a:p>
        </p:txBody>
      </p:sp>
      <p:sp>
        <p:nvSpPr>
          <p:cNvPr id="11" name="Text 3">
            <a:extLst>
              <a:ext uri="{FF2B5EF4-FFF2-40B4-BE49-F238E27FC236}">
                <a16:creationId xmlns:a16="http://schemas.microsoft.com/office/drawing/2014/main" id="{C98E555A-AFDA-CB27-DE86-5B951C4E8813}"/>
              </a:ext>
            </a:extLst>
          </p:cNvPr>
          <p:cNvSpPr/>
          <p:nvPr/>
        </p:nvSpPr>
        <p:spPr>
          <a:xfrm>
            <a:off x="2694708" y="7363872"/>
            <a:ext cx="4514850" cy="2286000"/>
          </a:xfrm>
          <a:prstGeom prst="rect">
            <a:avLst/>
          </a:prstGeom>
          <a:noFill/>
          <a:ln/>
        </p:spPr>
        <p:txBody>
          <a:bodyPr wrap="square" lIns="0" tIns="0" rIns="0" bIns="0" rtlCol="0" anchor="ctr"/>
          <a:lstStyle/>
          <a:p>
            <a:pPr marL="0" indent="0" algn="l">
              <a:lnSpc>
                <a:spcPct val="105600"/>
              </a:lnSpc>
              <a:buNone/>
            </a:pPr>
            <a:endParaRPr lang="en-US" sz="1050" dirty="0"/>
          </a:p>
        </p:txBody>
      </p:sp>
      <p:sp>
        <p:nvSpPr>
          <p:cNvPr id="12" name="Text 4">
            <a:extLst>
              <a:ext uri="{FF2B5EF4-FFF2-40B4-BE49-F238E27FC236}">
                <a16:creationId xmlns:a16="http://schemas.microsoft.com/office/drawing/2014/main" id="{4E129F22-7573-47FF-8DB7-DDE7BD9D7833}"/>
              </a:ext>
            </a:extLst>
          </p:cNvPr>
          <p:cNvSpPr/>
          <p:nvPr/>
        </p:nvSpPr>
        <p:spPr>
          <a:xfrm>
            <a:off x="7223206" y="9559385"/>
            <a:ext cx="228600" cy="180975"/>
          </a:xfrm>
          <a:prstGeom prst="rect">
            <a:avLst/>
          </a:prstGeom>
          <a:noFill/>
          <a:ln/>
        </p:spPr>
        <p:txBody>
          <a:bodyPr wrap="square" lIns="0" tIns="0" rIns="0" bIns="0" rtlCol="0" anchor="ctr"/>
          <a:lstStyle/>
          <a:p>
            <a:pPr marL="0" indent="0" algn="l">
              <a:lnSpc>
                <a:spcPct val="79650"/>
              </a:lnSpc>
              <a:buNone/>
            </a:pPr>
            <a:r>
              <a:rPr lang="en-US" sz="1000" b="1" dirty="0">
                <a:solidFill>
                  <a:srgbClr val="2B2B35"/>
                </a:solidFill>
                <a:latin typeface="Titillium Web" panose="00000500000000000000" pitchFamily="2" charset="0"/>
              </a:rPr>
              <a:t>5</a:t>
            </a:r>
            <a:endParaRPr lang="en-US" sz="1000" b="1" dirty="0">
              <a:latin typeface="Titillium Web" panose="00000500000000000000" pitchFamily="2" charset="0"/>
            </a:endParaRPr>
          </a:p>
        </p:txBody>
      </p:sp>
      <p:sp>
        <p:nvSpPr>
          <p:cNvPr id="13" name="Text 5">
            <a:extLst>
              <a:ext uri="{FF2B5EF4-FFF2-40B4-BE49-F238E27FC236}">
                <a16:creationId xmlns:a16="http://schemas.microsoft.com/office/drawing/2014/main" id="{07891175-4D29-CE97-AE24-48E850117358}"/>
              </a:ext>
            </a:extLst>
          </p:cNvPr>
          <p:cNvSpPr/>
          <p:nvPr/>
        </p:nvSpPr>
        <p:spPr>
          <a:xfrm>
            <a:off x="807232" y="677036"/>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itchFamily="34" charset="0"/>
                <a:ea typeface="Titillium Web" pitchFamily="34" charset="-122"/>
                <a:cs typeface="Titillium Web" pitchFamily="34" charset="-120"/>
              </a:rPr>
              <a:t>As-is Scenario Analysis</a:t>
            </a:r>
            <a:endParaRPr lang="en-US" sz="1350" dirty="0"/>
          </a:p>
        </p:txBody>
      </p:sp>
      <p:sp>
        <p:nvSpPr>
          <p:cNvPr id="14" name="Text 6">
            <a:extLst>
              <a:ext uri="{FF2B5EF4-FFF2-40B4-BE49-F238E27FC236}">
                <a16:creationId xmlns:a16="http://schemas.microsoft.com/office/drawing/2014/main" id="{DFE172E2-3C52-54C7-08D7-D1A174B69DE9}"/>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itchFamily="34" charset="0"/>
                <a:ea typeface="Titillium Web" pitchFamily="34" charset="-122"/>
                <a:cs typeface="Titillium Web" pitchFamily="34" charset="-120"/>
              </a:rPr>
              <a:t>3</a:t>
            </a:r>
            <a:endParaRPr lang="en-US" sz="1200" dirty="0"/>
          </a:p>
        </p:txBody>
      </p:sp>
      <p:grpSp>
        <p:nvGrpSpPr>
          <p:cNvPr id="3" name="Group 2">
            <a:extLst>
              <a:ext uri="{FF2B5EF4-FFF2-40B4-BE49-F238E27FC236}">
                <a16:creationId xmlns:a16="http://schemas.microsoft.com/office/drawing/2014/main" id="{800955ED-B768-BE8A-AEFE-F4FFA0A36FDC}"/>
              </a:ext>
            </a:extLst>
          </p:cNvPr>
          <p:cNvGrpSpPr/>
          <p:nvPr/>
        </p:nvGrpSpPr>
        <p:grpSpPr>
          <a:xfrm>
            <a:off x="5999045" y="7407697"/>
            <a:ext cx="1314450" cy="1449210"/>
            <a:chOff x="5999045" y="7407697"/>
            <a:chExt cx="1314450" cy="1449210"/>
          </a:xfrm>
        </p:grpSpPr>
        <p:sp>
          <p:nvSpPr>
            <p:cNvPr id="16" name="Text 4">
              <a:extLst>
                <a:ext uri="{FF2B5EF4-FFF2-40B4-BE49-F238E27FC236}">
                  <a16:creationId xmlns:a16="http://schemas.microsoft.com/office/drawing/2014/main" id="{B9CECF4D-4790-FE04-E062-12E6F3E2D57F}"/>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7" name="Image 4" descr="preencoded.png">
              <a:extLst>
                <a:ext uri="{FF2B5EF4-FFF2-40B4-BE49-F238E27FC236}">
                  <a16:creationId xmlns:a16="http://schemas.microsoft.com/office/drawing/2014/main" id="{9B236C23-F621-3F8D-447B-83E5227C16FD}"/>
                </a:ext>
              </a:extLst>
            </p:cNvPr>
            <p:cNvPicPr>
              <a:picLocks noChangeAspect="1"/>
            </p:cNvPicPr>
            <p:nvPr/>
          </p:nvPicPr>
          <p:blipFill>
            <a:blip r:embed="rId4"/>
            <a:stretch>
              <a:fillRect/>
            </a:stretch>
          </p:blipFill>
          <p:spPr>
            <a:xfrm>
              <a:off x="6799145" y="7407697"/>
              <a:ext cx="514350" cy="400050"/>
            </a:xfrm>
            <a:prstGeom prst="rect">
              <a:avLst/>
            </a:prstGeom>
          </p:spPr>
        </p:pic>
      </p:grpSp>
      <p:grpSp>
        <p:nvGrpSpPr>
          <p:cNvPr id="22" name="Group 21">
            <a:extLst>
              <a:ext uri="{FF2B5EF4-FFF2-40B4-BE49-F238E27FC236}">
                <a16:creationId xmlns:a16="http://schemas.microsoft.com/office/drawing/2014/main" id="{8E5A9FCA-F49D-F3D8-A66E-6A3667078B5F}"/>
              </a:ext>
            </a:extLst>
          </p:cNvPr>
          <p:cNvGrpSpPr/>
          <p:nvPr/>
        </p:nvGrpSpPr>
        <p:grpSpPr>
          <a:xfrm>
            <a:off x="5591781" y="1412484"/>
            <a:ext cx="1382886" cy="1387866"/>
            <a:chOff x="5591781" y="1412484"/>
            <a:chExt cx="1382886" cy="1387866"/>
          </a:xfrm>
        </p:grpSpPr>
        <p:sp>
          <p:nvSpPr>
            <p:cNvPr id="19" name="Rectangle 18">
              <a:extLst>
                <a:ext uri="{FF2B5EF4-FFF2-40B4-BE49-F238E27FC236}">
                  <a16:creationId xmlns:a16="http://schemas.microsoft.com/office/drawing/2014/main" id="{09CC82FE-FC58-BDD9-85A2-EAB543879F75}"/>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0" name="Picture 19">
              <a:extLst>
                <a:ext uri="{FF2B5EF4-FFF2-40B4-BE49-F238E27FC236}">
                  <a16:creationId xmlns:a16="http://schemas.microsoft.com/office/drawing/2014/main" id="{E6058587-3BCA-AC9D-1E6F-5C8E7405D897}"/>
                </a:ext>
              </a:extLst>
            </p:cNvPr>
            <p:cNvPicPr>
              <a:picLocks noChangeAspect="1"/>
            </p:cNvPicPr>
            <p:nvPr/>
          </p:nvPicPr>
          <p:blipFill>
            <a:blip r:embed="rId5"/>
            <a:srcRect l="10092" r="10092"/>
            <a:stretch/>
          </p:blipFill>
          <p:spPr>
            <a:xfrm>
              <a:off x="5591781" y="1712378"/>
              <a:ext cx="1158067" cy="762487"/>
            </a:xfrm>
            <a:prstGeom prst="rect">
              <a:avLst/>
            </a:prstGeom>
          </p:spPr>
        </p:pic>
        <p:sp>
          <p:nvSpPr>
            <p:cNvPr id="21" name="Rectangle 20">
              <a:extLst>
                <a:ext uri="{FF2B5EF4-FFF2-40B4-BE49-F238E27FC236}">
                  <a16:creationId xmlns:a16="http://schemas.microsoft.com/office/drawing/2014/main" id="{B03153FA-2AD6-7E80-2DBA-B800A3329500}"/>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2" name="Flowchart: Connector 1">
            <a:extLst>
              <a:ext uri="{FF2B5EF4-FFF2-40B4-BE49-F238E27FC236}">
                <a16:creationId xmlns:a16="http://schemas.microsoft.com/office/drawing/2014/main" id="{9073257C-30E9-AF22-75A5-2708C4E54FD3}"/>
              </a:ext>
            </a:extLst>
          </p:cNvPr>
          <p:cNvSpPr/>
          <p:nvPr/>
        </p:nvSpPr>
        <p:spPr>
          <a:xfrm>
            <a:off x="7024651" y="939165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672085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5" name="Image 3" descr="preencoded.png"/>
          <p:cNvPicPr>
            <a:picLocks noChangeAspect="1"/>
          </p:cNvPicPr>
          <p:nvPr/>
        </p:nvPicPr>
        <p:blipFill>
          <a:blip r:embed="rId3"/>
          <a:stretch>
            <a:fillRect/>
          </a:stretch>
        </p:blipFill>
        <p:spPr>
          <a:xfrm>
            <a:off x="796962" y="919932"/>
            <a:ext cx="6177705" cy="190500"/>
          </a:xfrm>
          <a:prstGeom prst="rect">
            <a:avLst/>
          </a:prstGeom>
        </p:spPr>
      </p:pic>
      <p:sp>
        <p:nvSpPr>
          <p:cNvPr id="8" name="Text 0"/>
          <p:cNvSpPr/>
          <p:nvPr/>
        </p:nvSpPr>
        <p:spPr>
          <a:xfrm>
            <a:off x="796962" y="1915673"/>
            <a:ext cx="4390676" cy="381488"/>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cs typeface="Sora" pitchFamily="34" charset="-120"/>
              </a:rPr>
              <a:t>1.2 Preliminary Findings</a:t>
            </a:r>
            <a:endParaRPr lang="en-US" sz="2800" dirty="0">
              <a:latin typeface="Titillium Web" panose="00000500000000000000" pitchFamily="2" charset="0"/>
            </a:endParaRPr>
          </a:p>
        </p:txBody>
      </p:sp>
      <p:sp>
        <p:nvSpPr>
          <p:cNvPr id="9" name="Text 1"/>
          <p:cNvSpPr/>
          <p:nvPr/>
        </p:nvSpPr>
        <p:spPr>
          <a:xfrm>
            <a:off x="879565" y="2508065"/>
            <a:ext cx="4694798" cy="6095995"/>
          </a:xfrm>
          <a:prstGeom prst="rect">
            <a:avLst/>
          </a:prstGeom>
          <a:noFill/>
          <a:ln/>
        </p:spPr>
        <p:txBody>
          <a:bodyPr wrap="square" lIns="0" tIns="0" rIns="0" bIns="0" rtlCol="0" anchor="ctr"/>
          <a:lstStyle/>
          <a:p>
            <a:pPr marL="0" indent="0" algn="l">
              <a:lnSpc>
                <a:spcPts val="1600"/>
              </a:lnSpc>
              <a:spcBef>
                <a:spcPts val="1200"/>
              </a:spcBef>
              <a:spcAft>
                <a:spcPts val="600"/>
              </a:spcAft>
              <a:buNone/>
            </a:pPr>
            <a:r>
              <a:rPr lang="en-US" sz="1200" dirty="0">
                <a:latin typeface="Titillium Web" panose="00000500000000000000" pitchFamily="2" charset="0"/>
              </a:rPr>
              <a:t>{{</a:t>
            </a:r>
            <a:r>
              <a:rPr lang="en-US" sz="1200" dirty="0" err="1">
                <a:latin typeface="Titillium Web" panose="00000500000000000000" pitchFamily="2" charset="0"/>
              </a:rPr>
              <a:t>prelimFindsIntro</a:t>
            </a:r>
            <a:r>
              <a:rPr lang="en-US" sz="1200" dirty="0">
                <a:latin typeface="Titillium Web" panose="00000500000000000000" pitchFamily="2" charset="0"/>
              </a:rPr>
              <a:t>}}</a:t>
            </a:r>
          </a:p>
          <a:p>
            <a:pPr marL="0" indent="0" algn="l">
              <a:lnSpc>
                <a:spcPts val="1600"/>
              </a:lnSpc>
              <a:spcBef>
                <a:spcPts val="600"/>
              </a:spcBef>
              <a:spcAft>
                <a:spcPts val="600"/>
              </a:spcAft>
              <a:buNone/>
            </a:pPr>
            <a:r>
              <a:rPr lang="en-GB" sz="1200" b="1" dirty="0">
                <a:solidFill>
                  <a:srgbClr val="1D1D1D"/>
                </a:solidFill>
                <a:latin typeface="Titillium Web" pitchFamily="34" charset="0"/>
                <a:ea typeface="Titillium Web" pitchFamily="34" charset="-122"/>
                <a:cs typeface="Titillium Web" pitchFamily="34" charset="-120"/>
              </a:rPr>
              <a:t>Financial Position:  </a:t>
            </a:r>
          </a:p>
          <a:p>
            <a:pPr marL="0" indent="0" algn="l">
              <a:lnSpc>
                <a:spcPts val="1600"/>
              </a:lnSpc>
              <a:spcAft>
                <a:spcPts val="600"/>
              </a:spcAft>
              <a:buNone/>
            </a:pPr>
            <a:r>
              <a:rPr lang="en-US" sz="1200" dirty="0">
                <a:solidFill>
                  <a:srgbClr val="1D1D1D"/>
                </a:solidFill>
                <a:latin typeface="Titillium Web" pitchFamily="34" charset="0"/>
                <a:ea typeface="Titillium Web" pitchFamily="34" charset="-122"/>
                <a:cs typeface="Titillium Web" pitchFamily="34" charset="-120"/>
              </a:rPr>
              <a:t>{{</a:t>
            </a:r>
            <a:r>
              <a:rPr lang="en-US" sz="1200" dirty="0" err="1">
                <a:solidFill>
                  <a:srgbClr val="1D1D1D"/>
                </a:solidFill>
                <a:latin typeface="Titillium Web" pitchFamily="34" charset="0"/>
                <a:ea typeface="Titillium Web" pitchFamily="34" charset="-122"/>
                <a:cs typeface="Titillium Web" pitchFamily="34" charset="-120"/>
              </a:rPr>
              <a:t>finPos</a:t>
            </a:r>
            <a:r>
              <a:rPr lang="en-US" sz="1200" dirty="0">
                <a:solidFill>
                  <a:srgbClr val="1D1D1D"/>
                </a:solidFill>
                <a:latin typeface="Titillium Web" pitchFamily="34" charset="0"/>
                <a:ea typeface="Titillium Web" pitchFamily="34" charset="-122"/>
                <a:cs typeface="Titillium Web" pitchFamily="34" charset="-120"/>
              </a:rPr>
              <a:t>}}</a:t>
            </a:r>
          </a:p>
          <a:p>
            <a:pPr marL="0" indent="0" algn="l">
              <a:lnSpc>
                <a:spcPts val="1600"/>
              </a:lnSpc>
              <a:spcBef>
                <a:spcPts val="600"/>
              </a:spcBef>
              <a:spcAft>
                <a:spcPts val="600"/>
              </a:spcAft>
              <a:buNone/>
            </a:pPr>
            <a:r>
              <a:rPr lang="en-GB" sz="1200" b="1" dirty="0">
                <a:solidFill>
                  <a:srgbClr val="1D1D1D"/>
                </a:solidFill>
                <a:latin typeface="Titillium Web" pitchFamily="34" charset="0"/>
              </a:rPr>
              <a:t>IT Infrastructure:  </a:t>
            </a:r>
          </a:p>
          <a:p>
            <a:pPr marL="0" indent="0" algn="l">
              <a:lnSpc>
                <a:spcPts val="1600"/>
              </a:lnSpc>
              <a:spcAft>
                <a:spcPts val="600"/>
              </a:spcAft>
              <a:buNone/>
            </a:pPr>
            <a:r>
              <a:rPr lang="en-US" sz="1200" dirty="0">
                <a:solidFill>
                  <a:srgbClr val="1D1D1D"/>
                </a:solidFill>
                <a:latin typeface="Titillium Web" pitchFamily="34" charset="0"/>
                <a:ea typeface="Titillium Web" pitchFamily="34" charset="-122"/>
                <a:cs typeface="Titillium Web" pitchFamily="34" charset="-120"/>
              </a:rPr>
              <a:t>{{</a:t>
            </a:r>
            <a:r>
              <a:rPr lang="en-US" sz="1200" dirty="0" err="1">
                <a:solidFill>
                  <a:srgbClr val="1D1D1D"/>
                </a:solidFill>
                <a:latin typeface="Titillium Web" pitchFamily="34" charset="0"/>
                <a:ea typeface="Titillium Web" pitchFamily="34" charset="-122"/>
                <a:cs typeface="Titillium Web" pitchFamily="34" charset="-120"/>
              </a:rPr>
              <a:t>itInfs</a:t>
            </a:r>
            <a:r>
              <a:rPr lang="en-US" sz="1200" dirty="0">
                <a:solidFill>
                  <a:srgbClr val="1D1D1D"/>
                </a:solidFill>
                <a:latin typeface="Titillium Web" pitchFamily="34" charset="0"/>
                <a:ea typeface="Titillium Web" pitchFamily="34" charset="-122"/>
                <a:cs typeface="Titillium Web" pitchFamily="34" charset="-120"/>
              </a:rPr>
              <a:t>}}</a:t>
            </a:r>
          </a:p>
          <a:p>
            <a:pPr marL="0" indent="0" algn="l">
              <a:lnSpc>
                <a:spcPts val="1600"/>
              </a:lnSpc>
              <a:spcBef>
                <a:spcPts val="600"/>
              </a:spcBef>
              <a:spcAft>
                <a:spcPts val="600"/>
              </a:spcAft>
              <a:buNone/>
            </a:pPr>
            <a:r>
              <a:rPr lang="en-GB" sz="1200" b="1" dirty="0">
                <a:solidFill>
                  <a:srgbClr val="1D1D1D"/>
                </a:solidFill>
                <a:latin typeface="Titillium Web" pitchFamily="34" charset="0"/>
              </a:rPr>
              <a:t>Operational Capacity: </a:t>
            </a:r>
          </a:p>
          <a:p>
            <a:pPr marL="0" indent="0" algn="l">
              <a:lnSpc>
                <a:spcPts val="1600"/>
              </a:lnSpc>
              <a:spcAft>
                <a:spcPts val="600"/>
              </a:spcAft>
              <a:buNone/>
            </a:pPr>
            <a:r>
              <a:rPr lang="en-US" sz="1200" dirty="0">
                <a:solidFill>
                  <a:srgbClr val="1D1D1D"/>
                </a:solidFill>
                <a:latin typeface="Titillium Web" pitchFamily="34" charset="0"/>
                <a:ea typeface="Titillium Web" pitchFamily="34" charset="-122"/>
                <a:cs typeface="Titillium Web" pitchFamily="34" charset="-120"/>
              </a:rPr>
              <a:t>{{</a:t>
            </a:r>
            <a:r>
              <a:rPr lang="en-US" sz="1200" dirty="0" err="1">
                <a:solidFill>
                  <a:srgbClr val="1D1D1D"/>
                </a:solidFill>
                <a:latin typeface="Titillium Web" pitchFamily="34" charset="0"/>
                <a:ea typeface="Titillium Web" pitchFamily="34" charset="-122"/>
                <a:cs typeface="Titillium Web" pitchFamily="34" charset="-120"/>
              </a:rPr>
              <a:t>opCap</a:t>
            </a:r>
            <a:r>
              <a:rPr lang="en-US" sz="1200" dirty="0">
                <a:solidFill>
                  <a:srgbClr val="1D1D1D"/>
                </a:solidFill>
                <a:latin typeface="Titillium Web" pitchFamily="34" charset="0"/>
                <a:ea typeface="Titillium Web" pitchFamily="34" charset="-122"/>
                <a:cs typeface="Titillium Web" pitchFamily="34" charset="-120"/>
              </a:rPr>
              <a:t>}}</a:t>
            </a:r>
          </a:p>
          <a:p>
            <a:pPr marL="0" indent="0" algn="l">
              <a:lnSpc>
                <a:spcPts val="1600"/>
              </a:lnSpc>
              <a:spcBef>
                <a:spcPts val="600"/>
              </a:spcBef>
              <a:spcAft>
                <a:spcPts val="600"/>
              </a:spcAft>
              <a:buNone/>
            </a:pPr>
            <a:r>
              <a:rPr lang="en-GB" sz="1200" b="1" dirty="0">
                <a:solidFill>
                  <a:srgbClr val="1D1D1D"/>
                </a:solidFill>
                <a:latin typeface="Titillium Web" pitchFamily="34" charset="0"/>
                <a:ea typeface="Titillium Web" pitchFamily="34" charset="-122"/>
                <a:cs typeface="Titillium Web" pitchFamily="34" charset="-120"/>
              </a:rPr>
              <a:t>Market Position:  </a:t>
            </a:r>
          </a:p>
          <a:p>
            <a:pPr marL="0" indent="0" algn="l">
              <a:lnSpc>
                <a:spcPts val="1600"/>
              </a:lnSpc>
              <a:spcAft>
                <a:spcPts val="600"/>
              </a:spcAft>
              <a:buNone/>
            </a:pPr>
            <a:r>
              <a:rPr lang="en-US" sz="1200" dirty="0">
                <a:solidFill>
                  <a:srgbClr val="1D1D1D"/>
                </a:solidFill>
                <a:latin typeface="Titillium Web" pitchFamily="34" charset="0"/>
                <a:ea typeface="Titillium Web" pitchFamily="34" charset="-122"/>
                <a:cs typeface="Titillium Web" pitchFamily="34" charset="-120"/>
              </a:rPr>
              <a:t>{{</a:t>
            </a:r>
            <a:r>
              <a:rPr lang="en-US" sz="1200" dirty="0" err="1">
                <a:solidFill>
                  <a:srgbClr val="1D1D1D"/>
                </a:solidFill>
                <a:latin typeface="Titillium Web" pitchFamily="34" charset="0"/>
                <a:ea typeface="Titillium Web" pitchFamily="34" charset="-122"/>
                <a:cs typeface="Titillium Web" pitchFamily="34" charset="-120"/>
              </a:rPr>
              <a:t>marketPos</a:t>
            </a:r>
            <a:r>
              <a:rPr lang="en-US" sz="1200" dirty="0">
                <a:solidFill>
                  <a:srgbClr val="1D1D1D"/>
                </a:solidFill>
                <a:latin typeface="Titillium Web" pitchFamily="34" charset="0"/>
                <a:ea typeface="Titillium Web" pitchFamily="34" charset="-122"/>
                <a:cs typeface="Titillium Web" pitchFamily="34" charset="-120"/>
              </a:rPr>
              <a:t>}}</a:t>
            </a:r>
          </a:p>
          <a:p>
            <a:pPr marL="0" indent="0" algn="l">
              <a:lnSpc>
                <a:spcPts val="1600"/>
              </a:lnSpc>
              <a:spcBef>
                <a:spcPts val="600"/>
              </a:spcBef>
              <a:spcAft>
                <a:spcPts val="600"/>
              </a:spcAft>
              <a:buNone/>
            </a:pPr>
            <a:r>
              <a:rPr lang="en-GB" sz="1200" b="1" dirty="0">
                <a:solidFill>
                  <a:srgbClr val="1D1D1D"/>
                </a:solidFill>
                <a:latin typeface="Titillium Web" pitchFamily="34" charset="0"/>
                <a:ea typeface="Titillium Web" pitchFamily="34" charset="-122"/>
                <a:cs typeface="Titillium Web" pitchFamily="34" charset="-120"/>
              </a:rPr>
              <a:t>Governance: </a:t>
            </a:r>
          </a:p>
          <a:p>
            <a:pPr>
              <a:lnSpc>
                <a:spcPts val="1600"/>
              </a:lnSpc>
              <a:spcAft>
                <a:spcPts val="600"/>
              </a:spcAft>
            </a:pPr>
            <a:r>
              <a:rPr lang="en-US" sz="1200" dirty="0">
                <a:solidFill>
                  <a:srgbClr val="1D1D1D"/>
                </a:solidFill>
                <a:latin typeface="Titillium Web" pitchFamily="34" charset="0"/>
                <a:ea typeface="Titillium Web" pitchFamily="34" charset="-122"/>
                <a:cs typeface="Titillium Web" pitchFamily="34" charset="-120"/>
              </a:rPr>
              <a:t>{{</a:t>
            </a:r>
            <a:r>
              <a:rPr lang="en-US" sz="1200" dirty="0" err="1">
                <a:solidFill>
                  <a:srgbClr val="1D1D1D"/>
                </a:solidFill>
                <a:latin typeface="Titillium Web" pitchFamily="34" charset="0"/>
                <a:ea typeface="Titillium Web" pitchFamily="34" charset="-122"/>
                <a:cs typeface="Titillium Web" pitchFamily="34" charset="-120"/>
              </a:rPr>
              <a:t>govPos</a:t>
            </a:r>
            <a:r>
              <a:rPr lang="en-US" sz="1200" dirty="0">
                <a:solidFill>
                  <a:srgbClr val="1D1D1D"/>
                </a:solidFill>
                <a:latin typeface="Titillium Web" pitchFamily="34" charset="0"/>
                <a:ea typeface="Titillium Web" pitchFamily="34" charset="-122"/>
                <a:cs typeface="Titillium Web" pitchFamily="34" charset="-120"/>
              </a:rPr>
              <a:t>}}</a:t>
            </a:r>
            <a:endParaRPr lang="en-US" sz="1050" dirty="0"/>
          </a:p>
        </p:txBody>
      </p:sp>
      <p:sp>
        <p:nvSpPr>
          <p:cNvPr id="10" name="Text 2"/>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itchFamily="34" charset="0"/>
                <a:ea typeface="Titillium Web" pitchFamily="34" charset="-122"/>
                <a:cs typeface="Titillium Web" pitchFamily="34" charset="-120"/>
              </a:rPr>
              <a:t>{{</a:t>
            </a:r>
            <a:r>
              <a:rPr lang="en-US" sz="1350" i="1" dirty="0" err="1">
                <a:solidFill>
                  <a:srgbClr val="1D1D1D"/>
                </a:solidFill>
                <a:latin typeface="Titillium Web" pitchFamily="34" charset="0"/>
                <a:ea typeface="Titillium Web" pitchFamily="34" charset="-122"/>
                <a:cs typeface="Titillium Web" pitchFamily="34" charset="-120"/>
              </a:rPr>
              <a:t>currentMonthYear</a:t>
            </a:r>
            <a:r>
              <a:rPr lang="en-US" sz="1350" i="1" dirty="0">
                <a:solidFill>
                  <a:srgbClr val="1D1D1D"/>
                </a:solidFill>
                <a:latin typeface="Titillium Web" pitchFamily="34" charset="0"/>
                <a:ea typeface="Titillium Web" pitchFamily="34" charset="-122"/>
                <a:cs typeface="Titillium Web" pitchFamily="34" charset="-120"/>
              </a:rPr>
              <a:t>}}</a:t>
            </a:r>
            <a:endParaRPr lang="en-US" sz="1350" dirty="0"/>
          </a:p>
        </p:txBody>
      </p:sp>
      <p:sp>
        <p:nvSpPr>
          <p:cNvPr id="11" name="Text 3"/>
          <p:cNvSpPr/>
          <p:nvPr/>
        </p:nvSpPr>
        <p:spPr>
          <a:xfrm>
            <a:off x="2694708" y="7363872"/>
            <a:ext cx="4514850" cy="2286000"/>
          </a:xfrm>
          <a:prstGeom prst="rect">
            <a:avLst/>
          </a:prstGeom>
          <a:noFill/>
          <a:ln/>
        </p:spPr>
        <p:txBody>
          <a:bodyPr wrap="square" lIns="0" tIns="0" rIns="0" bIns="0" rtlCol="0" anchor="ctr"/>
          <a:lstStyle/>
          <a:p>
            <a:pPr marL="0" indent="0" algn="l">
              <a:lnSpc>
                <a:spcPct val="105600"/>
              </a:lnSpc>
              <a:buNone/>
            </a:pPr>
            <a:endParaRPr lang="en-US" sz="1050" dirty="0"/>
          </a:p>
        </p:txBody>
      </p:sp>
      <p:sp>
        <p:nvSpPr>
          <p:cNvPr id="12" name="Text 4"/>
          <p:cNvSpPr/>
          <p:nvPr/>
        </p:nvSpPr>
        <p:spPr>
          <a:xfrm>
            <a:off x="7209558" y="9559385"/>
            <a:ext cx="228600" cy="180975"/>
          </a:xfrm>
          <a:prstGeom prst="rect">
            <a:avLst/>
          </a:prstGeom>
          <a:noFill/>
          <a:ln/>
        </p:spPr>
        <p:txBody>
          <a:bodyPr wrap="square" lIns="0" tIns="0" rIns="0" bIns="0" rtlCol="0" anchor="ctr"/>
          <a:lstStyle/>
          <a:p>
            <a:pPr marL="0" indent="0" algn="l">
              <a:lnSpc>
                <a:spcPct val="79650"/>
              </a:lnSpc>
              <a:buNone/>
            </a:pPr>
            <a:r>
              <a:rPr lang="en-US" sz="1000" b="1" dirty="0">
                <a:solidFill>
                  <a:srgbClr val="2B2B35"/>
                </a:solidFill>
                <a:latin typeface="Titillium Web" panose="00000500000000000000" pitchFamily="2" charset="0"/>
                <a:ea typeface="Roboto Condensed" pitchFamily="34" charset="-122"/>
                <a:cs typeface="Roboto Condensed" pitchFamily="34" charset="-120"/>
              </a:rPr>
              <a:t>6</a:t>
            </a:r>
            <a:endParaRPr lang="en-US" sz="1000" b="1" dirty="0">
              <a:latin typeface="Titillium Web" panose="00000500000000000000" pitchFamily="2" charset="0"/>
            </a:endParaRPr>
          </a:p>
        </p:txBody>
      </p:sp>
      <p:sp>
        <p:nvSpPr>
          <p:cNvPr id="13" name="Text 5"/>
          <p:cNvSpPr/>
          <p:nvPr/>
        </p:nvSpPr>
        <p:spPr>
          <a:xfrm>
            <a:off x="807232" y="677036"/>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itchFamily="34" charset="0"/>
                <a:ea typeface="Titillium Web" pitchFamily="34" charset="-122"/>
                <a:cs typeface="Titillium Web" pitchFamily="34" charset="-120"/>
              </a:rPr>
              <a:t>As-is Scenario Analysis</a:t>
            </a:r>
            <a:endParaRPr lang="en-US" sz="1350" dirty="0"/>
          </a:p>
        </p:txBody>
      </p:sp>
      <p:sp>
        <p:nvSpPr>
          <p:cNvPr id="14" name="Text 6"/>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itchFamily="34" charset="0"/>
                <a:ea typeface="Titillium Web" pitchFamily="34" charset="-122"/>
                <a:cs typeface="Titillium Web" pitchFamily="34" charset="-120"/>
              </a:rPr>
              <a:t>3</a:t>
            </a:r>
            <a:endParaRPr lang="en-US" sz="1200" dirty="0"/>
          </a:p>
        </p:txBody>
      </p:sp>
      <p:grpSp>
        <p:nvGrpSpPr>
          <p:cNvPr id="3" name="Group 2">
            <a:extLst>
              <a:ext uri="{FF2B5EF4-FFF2-40B4-BE49-F238E27FC236}">
                <a16:creationId xmlns:a16="http://schemas.microsoft.com/office/drawing/2014/main" id="{F55FB6C9-7E98-9183-842E-7CDFF519C6DC}"/>
              </a:ext>
            </a:extLst>
          </p:cNvPr>
          <p:cNvGrpSpPr/>
          <p:nvPr/>
        </p:nvGrpSpPr>
        <p:grpSpPr>
          <a:xfrm>
            <a:off x="5591781" y="1412484"/>
            <a:ext cx="1382886" cy="1387866"/>
            <a:chOff x="5591781" y="1412484"/>
            <a:chExt cx="1382886" cy="1387866"/>
          </a:xfrm>
        </p:grpSpPr>
        <p:sp>
          <p:nvSpPr>
            <p:cNvPr id="6" name="Rectangle 5">
              <a:extLst>
                <a:ext uri="{FF2B5EF4-FFF2-40B4-BE49-F238E27FC236}">
                  <a16:creationId xmlns:a16="http://schemas.microsoft.com/office/drawing/2014/main" id="{6404C7A3-DB4F-E920-0924-2DB21981F934}"/>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7" name="Picture 6">
              <a:extLst>
                <a:ext uri="{FF2B5EF4-FFF2-40B4-BE49-F238E27FC236}">
                  <a16:creationId xmlns:a16="http://schemas.microsoft.com/office/drawing/2014/main" id="{FA425A4F-C9FC-96B0-E332-629AE8344BDC}"/>
                </a:ext>
              </a:extLst>
            </p:cNvPr>
            <p:cNvPicPr>
              <a:picLocks noChangeAspect="1"/>
            </p:cNvPicPr>
            <p:nvPr/>
          </p:nvPicPr>
          <p:blipFill>
            <a:blip r:embed="rId4"/>
            <a:srcRect l="10092" r="10092"/>
            <a:stretch/>
          </p:blipFill>
          <p:spPr>
            <a:xfrm>
              <a:off x="5591781" y="1712378"/>
              <a:ext cx="1158067" cy="762487"/>
            </a:xfrm>
            <a:prstGeom prst="rect">
              <a:avLst/>
            </a:prstGeom>
          </p:spPr>
        </p:pic>
        <p:sp>
          <p:nvSpPr>
            <p:cNvPr id="15" name="Rectangle 14">
              <a:extLst>
                <a:ext uri="{FF2B5EF4-FFF2-40B4-BE49-F238E27FC236}">
                  <a16:creationId xmlns:a16="http://schemas.microsoft.com/office/drawing/2014/main" id="{CD9D8CC2-5FB2-33FB-2334-FCB8D05F345A}"/>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2" name="Flowchart: Connector 1">
            <a:extLst>
              <a:ext uri="{FF2B5EF4-FFF2-40B4-BE49-F238E27FC236}">
                <a16:creationId xmlns:a16="http://schemas.microsoft.com/office/drawing/2014/main" id="{D41E080E-A352-DDDB-B8DB-D5D5A2651327}"/>
              </a:ext>
            </a:extLst>
          </p:cNvPr>
          <p:cNvSpPr/>
          <p:nvPr/>
        </p:nvSpPr>
        <p:spPr>
          <a:xfrm>
            <a:off x="7024651" y="939165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D1BB1-BF1C-F756-B959-39500F904070}"/>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4C2F9D1-3B78-6DF5-9FEE-DF5539F9528A}"/>
              </a:ext>
            </a:extLst>
          </p:cNvPr>
          <p:cNvPicPr>
            <a:picLocks noChangeAspect="1"/>
          </p:cNvPicPr>
          <p:nvPr/>
        </p:nvPicPr>
        <p:blipFill>
          <a:blip r:embed="rId3"/>
          <a:stretch>
            <a:fillRect/>
          </a:stretch>
        </p:blipFill>
        <p:spPr>
          <a:xfrm>
            <a:off x="0" y="0"/>
            <a:ext cx="7772400" cy="10058400"/>
          </a:xfrm>
          <a:prstGeom prst="rect">
            <a:avLst/>
          </a:prstGeom>
        </p:spPr>
      </p:pic>
      <p:pic>
        <p:nvPicPr>
          <p:cNvPr id="6" name="Image 4" descr="preencoded.png">
            <a:extLst>
              <a:ext uri="{FF2B5EF4-FFF2-40B4-BE49-F238E27FC236}">
                <a16:creationId xmlns:a16="http://schemas.microsoft.com/office/drawing/2014/main" id="{9E935DAA-4A9E-4B32-2984-72FA2776B51B}"/>
              </a:ext>
            </a:extLst>
          </p:cNvPr>
          <p:cNvPicPr>
            <a:picLocks noChangeAspect="1"/>
          </p:cNvPicPr>
          <p:nvPr/>
        </p:nvPicPr>
        <p:blipFill>
          <a:blip r:embed="rId4"/>
          <a:stretch>
            <a:fillRect/>
          </a:stretch>
        </p:blipFill>
        <p:spPr>
          <a:xfrm>
            <a:off x="796962" y="919932"/>
            <a:ext cx="6177705" cy="190500"/>
          </a:xfrm>
          <a:prstGeom prst="rect">
            <a:avLst/>
          </a:prstGeom>
        </p:spPr>
      </p:pic>
      <p:sp>
        <p:nvSpPr>
          <p:cNvPr id="9" name="Text 0">
            <a:extLst>
              <a:ext uri="{FF2B5EF4-FFF2-40B4-BE49-F238E27FC236}">
                <a16:creationId xmlns:a16="http://schemas.microsoft.com/office/drawing/2014/main" id="{2119834C-50C4-64CF-4BCB-2C10660D621E}"/>
              </a:ext>
            </a:extLst>
          </p:cNvPr>
          <p:cNvSpPr/>
          <p:nvPr/>
        </p:nvSpPr>
        <p:spPr>
          <a:xfrm>
            <a:off x="807232" y="1992870"/>
            <a:ext cx="4343675" cy="415535"/>
          </a:xfrm>
          <a:prstGeom prst="rect">
            <a:avLst/>
          </a:prstGeom>
          <a:noFill/>
          <a:ln/>
        </p:spPr>
        <p:txBody>
          <a:bodyPr wrap="square" lIns="0" tIns="0" rIns="0" bIns="0" rtlCol="0" anchor="ctr"/>
          <a:lstStyle/>
          <a:p>
            <a:pPr marL="0" indent="0" algn="l">
              <a:lnSpc>
                <a:spcPct val="79650"/>
              </a:lnSpc>
              <a:buNone/>
            </a:pPr>
            <a:r>
              <a:rPr lang="en-US" sz="2800" b="1" dirty="0">
                <a:solidFill>
                  <a:srgbClr val="1D1D1D"/>
                </a:solidFill>
                <a:latin typeface="Titillium Web" panose="00000500000000000000" pitchFamily="2" charset="0"/>
                <a:ea typeface="Sora" pitchFamily="34" charset="-122"/>
                <a:cs typeface="Sora" pitchFamily="34" charset="-120"/>
              </a:rPr>
              <a:t>1.3 Overall Score</a:t>
            </a:r>
            <a:endParaRPr lang="en-US" sz="2800" dirty="0">
              <a:latin typeface="Titillium Web" panose="00000500000000000000" pitchFamily="2" charset="0"/>
            </a:endParaRPr>
          </a:p>
        </p:txBody>
      </p:sp>
      <p:sp>
        <p:nvSpPr>
          <p:cNvPr id="10" name="Text 1">
            <a:extLst>
              <a:ext uri="{FF2B5EF4-FFF2-40B4-BE49-F238E27FC236}">
                <a16:creationId xmlns:a16="http://schemas.microsoft.com/office/drawing/2014/main" id="{A828B516-E8CC-C5B7-D0B5-A7C0193830AA}"/>
              </a:ext>
            </a:extLst>
          </p:cNvPr>
          <p:cNvSpPr/>
          <p:nvPr/>
        </p:nvSpPr>
        <p:spPr>
          <a:xfrm>
            <a:off x="5187639" y="677036"/>
            <a:ext cx="1771650" cy="209550"/>
          </a:xfrm>
          <a:prstGeom prst="rect">
            <a:avLst/>
          </a:prstGeom>
          <a:noFill/>
          <a:ln/>
        </p:spPr>
        <p:txBody>
          <a:bodyPr wrap="square" lIns="0" tIns="0" rIns="0" bIns="0" rtlCol="0" anchor="ctr"/>
          <a:lstStyle/>
          <a:p>
            <a:pPr algn="r">
              <a:lnSpc>
                <a:spcPct val="79650"/>
              </a:lnSpc>
            </a:pPr>
            <a:r>
              <a:rPr lang="en-US" sz="1350" i="1" dirty="0">
                <a:solidFill>
                  <a:srgbClr val="1D1D1D"/>
                </a:solidFill>
                <a:latin typeface="Titillium Web" pitchFamily="34" charset="0"/>
                <a:ea typeface="Titillium Web" pitchFamily="34" charset="-122"/>
                <a:cs typeface="Titillium Web" pitchFamily="34" charset="-120"/>
              </a:rPr>
              <a:t>{{</a:t>
            </a:r>
            <a:r>
              <a:rPr lang="en-US" sz="1350" i="1" dirty="0" err="1">
                <a:solidFill>
                  <a:srgbClr val="1D1D1D"/>
                </a:solidFill>
                <a:latin typeface="Titillium Web" pitchFamily="34" charset="0"/>
                <a:ea typeface="Titillium Web" pitchFamily="34" charset="-122"/>
                <a:cs typeface="Titillium Web" pitchFamily="34" charset="-120"/>
              </a:rPr>
              <a:t>currentMonthYear</a:t>
            </a:r>
            <a:r>
              <a:rPr lang="en-US" sz="1350" i="1" dirty="0">
                <a:solidFill>
                  <a:srgbClr val="1D1D1D"/>
                </a:solidFill>
                <a:latin typeface="Titillium Web" pitchFamily="34" charset="0"/>
                <a:ea typeface="Titillium Web" pitchFamily="34" charset="-122"/>
                <a:cs typeface="Titillium Web" pitchFamily="34" charset="-120"/>
              </a:rPr>
              <a:t>}}</a:t>
            </a:r>
            <a:endParaRPr lang="en-US" sz="1350" dirty="0"/>
          </a:p>
        </p:txBody>
      </p:sp>
      <p:sp>
        <p:nvSpPr>
          <p:cNvPr id="12" name="Text 2">
            <a:extLst>
              <a:ext uri="{FF2B5EF4-FFF2-40B4-BE49-F238E27FC236}">
                <a16:creationId xmlns:a16="http://schemas.microsoft.com/office/drawing/2014/main" id="{287E9005-D347-2F1C-DAE3-272400580B02}"/>
              </a:ext>
            </a:extLst>
          </p:cNvPr>
          <p:cNvSpPr/>
          <p:nvPr/>
        </p:nvSpPr>
        <p:spPr>
          <a:xfrm>
            <a:off x="807232" y="677036"/>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itchFamily="34" charset="0"/>
                <a:ea typeface="Titillium Web" pitchFamily="34" charset="-122"/>
                <a:cs typeface="Titillium Web" pitchFamily="34" charset="-120"/>
              </a:rPr>
              <a:t>As-is Scenario Analysis</a:t>
            </a:r>
            <a:endParaRPr lang="en-US" sz="1350" dirty="0"/>
          </a:p>
        </p:txBody>
      </p:sp>
      <p:sp>
        <p:nvSpPr>
          <p:cNvPr id="13" name="Text 3">
            <a:extLst>
              <a:ext uri="{FF2B5EF4-FFF2-40B4-BE49-F238E27FC236}">
                <a16:creationId xmlns:a16="http://schemas.microsoft.com/office/drawing/2014/main" id="{B6758736-FF94-AD2F-AD85-9144EB928218}"/>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itchFamily="34" charset="0"/>
                <a:ea typeface="Titillium Web" pitchFamily="34" charset="-122"/>
                <a:cs typeface="Titillium Web" pitchFamily="34" charset="-120"/>
              </a:rPr>
              <a:t>2</a:t>
            </a:r>
            <a:endParaRPr lang="en-US" sz="1200" dirty="0"/>
          </a:p>
        </p:txBody>
      </p:sp>
      <p:pic>
        <p:nvPicPr>
          <p:cNvPr id="18" name="Image 4" descr="preencoded.png">
            <a:extLst>
              <a:ext uri="{FF2B5EF4-FFF2-40B4-BE49-F238E27FC236}">
                <a16:creationId xmlns:a16="http://schemas.microsoft.com/office/drawing/2014/main" id="{0CF880D8-04B7-8816-D04A-BC882777D249}"/>
              </a:ext>
            </a:extLst>
          </p:cNvPr>
          <p:cNvPicPr>
            <a:picLocks noChangeAspect="1"/>
          </p:cNvPicPr>
          <p:nvPr/>
        </p:nvPicPr>
        <p:blipFill>
          <a:blip r:embed="rId5"/>
          <a:stretch>
            <a:fillRect/>
          </a:stretch>
        </p:blipFill>
        <p:spPr>
          <a:xfrm>
            <a:off x="2762007" y="4982749"/>
            <a:ext cx="4660172" cy="147205"/>
          </a:xfrm>
          <a:prstGeom prst="rect">
            <a:avLst/>
          </a:prstGeom>
        </p:spPr>
      </p:pic>
      <p:pic>
        <p:nvPicPr>
          <p:cNvPr id="19" name="Image 5" descr="preencoded.png">
            <a:extLst>
              <a:ext uri="{FF2B5EF4-FFF2-40B4-BE49-F238E27FC236}">
                <a16:creationId xmlns:a16="http://schemas.microsoft.com/office/drawing/2014/main" id="{0A096542-599E-A5ED-16B3-44A5A100084D}"/>
              </a:ext>
            </a:extLst>
          </p:cNvPr>
          <p:cNvPicPr>
            <a:picLocks noChangeAspect="1"/>
          </p:cNvPicPr>
          <p:nvPr/>
        </p:nvPicPr>
        <p:blipFill>
          <a:blip r:embed="rId6"/>
          <a:stretch>
            <a:fillRect/>
          </a:stretch>
        </p:blipFill>
        <p:spPr>
          <a:xfrm>
            <a:off x="2758105" y="6503895"/>
            <a:ext cx="4664088" cy="147205"/>
          </a:xfrm>
          <a:prstGeom prst="rect">
            <a:avLst/>
          </a:prstGeom>
        </p:spPr>
      </p:pic>
      <p:pic>
        <p:nvPicPr>
          <p:cNvPr id="20" name="Image 6" descr="preencoded.png">
            <a:extLst>
              <a:ext uri="{FF2B5EF4-FFF2-40B4-BE49-F238E27FC236}">
                <a16:creationId xmlns:a16="http://schemas.microsoft.com/office/drawing/2014/main" id="{8B0ACA46-F057-1A1B-1755-7AB5F2231D23}"/>
              </a:ext>
            </a:extLst>
          </p:cNvPr>
          <p:cNvPicPr>
            <a:picLocks noChangeAspect="1"/>
          </p:cNvPicPr>
          <p:nvPr/>
        </p:nvPicPr>
        <p:blipFill>
          <a:blip r:embed="rId6"/>
          <a:stretch>
            <a:fillRect/>
          </a:stretch>
        </p:blipFill>
        <p:spPr>
          <a:xfrm>
            <a:off x="2761933" y="7764267"/>
            <a:ext cx="4660172" cy="147205"/>
          </a:xfrm>
          <a:prstGeom prst="rect">
            <a:avLst/>
          </a:prstGeom>
        </p:spPr>
      </p:pic>
      <p:sp>
        <p:nvSpPr>
          <p:cNvPr id="21" name="Text 0">
            <a:extLst>
              <a:ext uri="{FF2B5EF4-FFF2-40B4-BE49-F238E27FC236}">
                <a16:creationId xmlns:a16="http://schemas.microsoft.com/office/drawing/2014/main" id="{6957AE7E-461B-EE09-E278-708D933246A6}"/>
              </a:ext>
            </a:extLst>
          </p:cNvPr>
          <p:cNvSpPr/>
          <p:nvPr/>
        </p:nvSpPr>
        <p:spPr>
          <a:xfrm>
            <a:off x="3484030" y="8188820"/>
            <a:ext cx="1317481" cy="264968"/>
          </a:xfrm>
          <a:prstGeom prst="rect">
            <a:avLst/>
          </a:prstGeom>
          <a:noFill/>
          <a:ln/>
        </p:spPr>
        <p:txBody>
          <a:bodyPr wrap="square" lIns="0" tIns="0" rIns="0" bIns="0" rtlCol="0" anchor="ctr"/>
          <a:lstStyle/>
          <a:p>
            <a:pPr>
              <a:lnSpc>
                <a:spcPct val="59333"/>
              </a:lnSpc>
            </a:pPr>
            <a:r>
              <a:rPr lang="en-US" sz="1854" b="1" dirty="0">
                <a:solidFill>
                  <a:srgbClr val="000000"/>
                </a:solidFill>
                <a:latin typeface="Open Sans" pitchFamily="34" charset="0"/>
                <a:ea typeface="Open Sans" pitchFamily="34" charset="-122"/>
                <a:cs typeface="Open Sans" pitchFamily="34" charset="-120"/>
              </a:rPr>
              <a:t>{{</a:t>
            </a:r>
            <a:r>
              <a:rPr lang="en-US" sz="1854" b="1" dirty="0" err="1">
                <a:solidFill>
                  <a:srgbClr val="000000"/>
                </a:solidFill>
                <a:latin typeface="Open Sans" pitchFamily="34" charset="0"/>
                <a:ea typeface="Open Sans" pitchFamily="34" charset="-122"/>
                <a:cs typeface="Open Sans" pitchFamily="34" charset="-120"/>
              </a:rPr>
              <a:t>govScore</a:t>
            </a:r>
            <a:r>
              <a:rPr lang="en-US" sz="1854" b="1" dirty="0">
                <a:solidFill>
                  <a:srgbClr val="000000"/>
                </a:solidFill>
                <a:latin typeface="Open Sans" pitchFamily="34" charset="0"/>
                <a:ea typeface="Open Sans" pitchFamily="34" charset="-122"/>
                <a:cs typeface="Open Sans" pitchFamily="34" charset="-120"/>
              </a:rPr>
              <a:t>}} %</a:t>
            </a:r>
            <a:endParaRPr lang="en-US" sz="1854" dirty="0"/>
          </a:p>
        </p:txBody>
      </p:sp>
      <p:pic>
        <p:nvPicPr>
          <p:cNvPr id="22" name="Image 7" descr="preencoded.png">
            <a:extLst>
              <a:ext uri="{FF2B5EF4-FFF2-40B4-BE49-F238E27FC236}">
                <a16:creationId xmlns:a16="http://schemas.microsoft.com/office/drawing/2014/main" id="{7D203E55-7EC8-1B2B-09A8-315098D4984C}"/>
              </a:ext>
            </a:extLst>
          </p:cNvPr>
          <p:cNvPicPr>
            <a:picLocks noChangeAspect="1"/>
          </p:cNvPicPr>
          <p:nvPr/>
        </p:nvPicPr>
        <p:blipFill>
          <a:blip r:embed="rId7"/>
          <a:stretch>
            <a:fillRect/>
          </a:stretch>
        </p:blipFill>
        <p:spPr>
          <a:xfrm>
            <a:off x="4969279" y="8062195"/>
            <a:ext cx="147205" cy="1120477"/>
          </a:xfrm>
          <a:prstGeom prst="rect">
            <a:avLst/>
          </a:prstGeom>
        </p:spPr>
      </p:pic>
      <p:pic>
        <p:nvPicPr>
          <p:cNvPr id="25" name="Image 10" descr="preencoded.png">
            <a:extLst>
              <a:ext uri="{FF2B5EF4-FFF2-40B4-BE49-F238E27FC236}">
                <a16:creationId xmlns:a16="http://schemas.microsoft.com/office/drawing/2014/main" id="{85D6D0DD-DB62-831D-59CC-A399F623BE67}"/>
              </a:ext>
            </a:extLst>
          </p:cNvPr>
          <p:cNvPicPr>
            <a:picLocks noChangeAspect="1"/>
          </p:cNvPicPr>
          <p:nvPr/>
        </p:nvPicPr>
        <p:blipFill>
          <a:blip r:embed="rId7"/>
          <a:stretch>
            <a:fillRect/>
          </a:stretch>
        </p:blipFill>
        <p:spPr>
          <a:xfrm>
            <a:off x="4893962" y="5280847"/>
            <a:ext cx="147205" cy="1120477"/>
          </a:xfrm>
          <a:prstGeom prst="rect">
            <a:avLst/>
          </a:prstGeom>
        </p:spPr>
      </p:pic>
      <p:sp>
        <p:nvSpPr>
          <p:cNvPr id="28" name="Text 2">
            <a:extLst>
              <a:ext uri="{FF2B5EF4-FFF2-40B4-BE49-F238E27FC236}">
                <a16:creationId xmlns:a16="http://schemas.microsoft.com/office/drawing/2014/main" id="{814C0F63-06FD-B1B2-4CED-4640FEA2ED83}"/>
              </a:ext>
            </a:extLst>
          </p:cNvPr>
          <p:cNvSpPr/>
          <p:nvPr/>
        </p:nvSpPr>
        <p:spPr>
          <a:xfrm>
            <a:off x="3472797" y="8656837"/>
            <a:ext cx="1317481" cy="610899"/>
          </a:xfrm>
          <a:prstGeom prst="rect">
            <a:avLst/>
          </a:prstGeom>
          <a:noFill/>
          <a:ln/>
        </p:spPr>
        <p:txBody>
          <a:bodyPr wrap="square" lIns="0" tIns="0" rIns="0" bIns="0" rtlCol="0" anchor="ctr"/>
          <a:lstStyle/>
          <a:p>
            <a:r>
              <a:rPr lang="en-US" sz="927" b="1" dirty="0">
                <a:solidFill>
                  <a:srgbClr val="0E1116"/>
                </a:solidFill>
                <a:latin typeface="Titillium Web" panose="00000500000000000000" pitchFamily="2" charset="0"/>
                <a:ea typeface="Open Sans" pitchFamily="34" charset="-122"/>
                <a:cs typeface="Open Sans" pitchFamily="34" charset="-120"/>
              </a:rPr>
              <a:t>Governance: </a:t>
            </a:r>
            <a:r>
              <a:rPr lang="en-US" sz="927" dirty="0">
                <a:solidFill>
                  <a:srgbClr val="0E1116"/>
                </a:solidFill>
                <a:latin typeface="Titillium Web" panose="00000500000000000000" pitchFamily="2" charset="0"/>
                <a:ea typeface="Open Sans" pitchFamily="34" charset="-122"/>
                <a:cs typeface="Open Sans" pitchFamily="34" charset="-120"/>
              </a:rPr>
              <a:t>{{</a:t>
            </a:r>
            <a:r>
              <a:rPr lang="en-US" sz="927" dirty="0" err="1">
                <a:solidFill>
                  <a:srgbClr val="0E1116"/>
                </a:solidFill>
                <a:latin typeface="Titillium Web" panose="00000500000000000000" pitchFamily="2" charset="0"/>
                <a:ea typeface="Open Sans" pitchFamily="34" charset="-122"/>
                <a:cs typeface="Open Sans" pitchFamily="34" charset="-120"/>
              </a:rPr>
              <a:t>govScoreText</a:t>
            </a:r>
            <a:r>
              <a:rPr lang="en-US" sz="927" dirty="0">
                <a:solidFill>
                  <a:srgbClr val="0E1116"/>
                </a:solidFill>
                <a:latin typeface="Titillium Web" panose="00000500000000000000" pitchFamily="2" charset="0"/>
                <a:ea typeface="Open Sans" pitchFamily="34" charset="-122"/>
                <a:cs typeface="Open Sans" pitchFamily="34" charset="-120"/>
              </a:rPr>
              <a:t>}}</a:t>
            </a:r>
          </a:p>
          <a:p>
            <a:endParaRPr lang="en-US" sz="927" dirty="0">
              <a:solidFill>
                <a:srgbClr val="0E1116"/>
              </a:solidFill>
              <a:latin typeface="Titillium Web" panose="00000500000000000000" pitchFamily="2" charset="0"/>
              <a:ea typeface="Open Sans" pitchFamily="34" charset="-122"/>
              <a:cs typeface="Open Sans" pitchFamily="34" charset="-120"/>
            </a:endParaRPr>
          </a:p>
          <a:p>
            <a:r>
              <a:rPr lang="en-US" sz="1200" b="1" dirty="0">
                <a:solidFill>
                  <a:srgbClr val="0E1116"/>
                </a:solidFill>
                <a:latin typeface="Titillium Web" panose="00000500000000000000" pitchFamily="2" charset="0"/>
                <a:ea typeface="Open Sans" pitchFamily="34" charset="-122"/>
                <a:cs typeface="Open Sans" pitchFamily="34" charset="-120"/>
              </a:rPr>
              <a:t>Weight: </a:t>
            </a:r>
            <a:r>
              <a:rPr lang="en-US" sz="930" dirty="0">
                <a:solidFill>
                  <a:srgbClr val="0E1116"/>
                </a:solidFill>
                <a:latin typeface="Titillium Web" panose="00000500000000000000" pitchFamily="2" charset="0"/>
                <a:ea typeface="Open Sans" pitchFamily="34" charset="-122"/>
                <a:cs typeface="Open Sans" pitchFamily="34" charset="-120"/>
              </a:rPr>
              <a:t>{{</a:t>
            </a:r>
            <a:r>
              <a:rPr lang="en-US" sz="930" dirty="0" err="1">
                <a:solidFill>
                  <a:srgbClr val="0E1116"/>
                </a:solidFill>
                <a:latin typeface="Titillium Web" panose="00000500000000000000" pitchFamily="2" charset="0"/>
                <a:ea typeface="Open Sans" pitchFamily="34" charset="-122"/>
                <a:cs typeface="Open Sans" pitchFamily="34" charset="-120"/>
              </a:rPr>
              <a:t>govWeight</a:t>
            </a:r>
            <a:r>
              <a:rPr lang="en-US" sz="930" dirty="0">
                <a:solidFill>
                  <a:srgbClr val="0E1116"/>
                </a:solidFill>
                <a:latin typeface="Titillium Web" panose="00000500000000000000" pitchFamily="2" charset="0"/>
                <a:ea typeface="Open Sans" pitchFamily="34" charset="-122"/>
                <a:cs typeface="Open Sans" pitchFamily="34" charset="-120"/>
              </a:rPr>
              <a:t>}}</a:t>
            </a:r>
            <a:endParaRPr lang="en-US" sz="930" dirty="0">
              <a:latin typeface="Titillium Web" panose="00000500000000000000" pitchFamily="2" charset="0"/>
            </a:endParaRPr>
          </a:p>
        </p:txBody>
      </p:sp>
      <p:sp>
        <p:nvSpPr>
          <p:cNvPr id="29" name="Text 3">
            <a:extLst>
              <a:ext uri="{FF2B5EF4-FFF2-40B4-BE49-F238E27FC236}">
                <a16:creationId xmlns:a16="http://schemas.microsoft.com/office/drawing/2014/main" id="{0B3CD66D-0A1A-A2EC-D3CE-57FC76038065}"/>
              </a:ext>
            </a:extLst>
          </p:cNvPr>
          <p:cNvSpPr/>
          <p:nvPr/>
        </p:nvSpPr>
        <p:spPr>
          <a:xfrm>
            <a:off x="5985823" y="8176993"/>
            <a:ext cx="1420524" cy="264968"/>
          </a:xfrm>
          <a:prstGeom prst="rect">
            <a:avLst/>
          </a:prstGeom>
          <a:noFill/>
          <a:ln/>
        </p:spPr>
        <p:txBody>
          <a:bodyPr wrap="square" lIns="0" tIns="0" rIns="0" bIns="0" rtlCol="0" anchor="ctr"/>
          <a:lstStyle/>
          <a:p>
            <a:pPr>
              <a:lnSpc>
                <a:spcPct val="59333"/>
              </a:lnSpc>
            </a:pPr>
            <a:r>
              <a:rPr lang="en-US" sz="1854" b="1" dirty="0">
                <a:solidFill>
                  <a:srgbClr val="000000"/>
                </a:solidFill>
                <a:latin typeface="Open Sans" pitchFamily="34" charset="0"/>
                <a:ea typeface="Open Sans" pitchFamily="34" charset="-122"/>
                <a:cs typeface="Open Sans" pitchFamily="34" charset="-120"/>
              </a:rPr>
              <a:t>{{</a:t>
            </a:r>
            <a:r>
              <a:rPr lang="en-US" sz="1854" b="1" dirty="0" err="1">
                <a:solidFill>
                  <a:srgbClr val="000000"/>
                </a:solidFill>
                <a:latin typeface="Open Sans" pitchFamily="34" charset="0"/>
                <a:ea typeface="Open Sans" pitchFamily="34" charset="-122"/>
                <a:cs typeface="Open Sans" pitchFamily="34" charset="-120"/>
              </a:rPr>
              <a:t>finScore</a:t>
            </a:r>
            <a:r>
              <a:rPr lang="en-US" sz="1854" b="1" dirty="0">
                <a:solidFill>
                  <a:srgbClr val="000000"/>
                </a:solidFill>
                <a:latin typeface="Open Sans" pitchFamily="34" charset="0"/>
                <a:ea typeface="Open Sans" pitchFamily="34" charset="-122"/>
                <a:cs typeface="Open Sans" pitchFamily="34" charset="-120"/>
              </a:rPr>
              <a:t>}} %</a:t>
            </a:r>
            <a:endParaRPr lang="en-US" sz="1854" dirty="0"/>
          </a:p>
        </p:txBody>
      </p:sp>
      <p:sp>
        <p:nvSpPr>
          <p:cNvPr id="30" name="Text 4">
            <a:extLst>
              <a:ext uri="{FF2B5EF4-FFF2-40B4-BE49-F238E27FC236}">
                <a16:creationId xmlns:a16="http://schemas.microsoft.com/office/drawing/2014/main" id="{5614158C-CF73-F19F-33BB-ACC148A2BB4C}"/>
              </a:ext>
            </a:extLst>
          </p:cNvPr>
          <p:cNvSpPr/>
          <p:nvPr/>
        </p:nvSpPr>
        <p:spPr>
          <a:xfrm>
            <a:off x="5985830" y="8567696"/>
            <a:ext cx="1420524" cy="765464"/>
          </a:xfrm>
          <a:prstGeom prst="rect">
            <a:avLst/>
          </a:prstGeom>
          <a:noFill/>
          <a:ln/>
        </p:spPr>
        <p:txBody>
          <a:bodyPr wrap="square" lIns="0" tIns="0" rIns="0" bIns="0" rtlCol="0" anchor="ctr"/>
          <a:lstStyle/>
          <a:p>
            <a:r>
              <a:rPr lang="en-US" sz="927" b="1" dirty="0">
                <a:solidFill>
                  <a:srgbClr val="0E1116"/>
                </a:solidFill>
                <a:latin typeface="Titillium Web" panose="00000500000000000000" pitchFamily="2" charset="0"/>
                <a:ea typeface="Open Sans" pitchFamily="34" charset="-122"/>
                <a:cs typeface="Open Sans" pitchFamily="34" charset="-120"/>
              </a:rPr>
              <a:t>Financial:</a:t>
            </a:r>
            <a:r>
              <a:rPr lang="en-US" sz="927" dirty="0">
                <a:solidFill>
                  <a:srgbClr val="0E1116"/>
                </a:solidFill>
                <a:latin typeface="Titillium Web" panose="00000500000000000000" pitchFamily="2" charset="0"/>
                <a:ea typeface="Open Sans" pitchFamily="34" charset="-122"/>
                <a:cs typeface="Open Sans" pitchFamily="34" charset="-120"/>
              </a:rPr>
              <a:t> {{</a:t>
            </a:r>
            <a:r>
              <a:rPr lang="en-US" sz="927" dirty="0" err="1">
                <a:solidFill>
                  <a:srgbClr val="0E1116"/>
                </a:solidFill>
                <a:latin typeface="Titillium Web" panose="00000500000000000000" pitchFamily="2" charset="0"/>
                <a:ea typeface="Open Sans" pitchFamily="34" charset="-122"/>
                <a:cs typeface="Open Sans" pitchFamily="34" charset="-120"/>
              </a:rPr>
              <a:t>finScoreText</a:t>
            </a:r>
            <a:r>
              <a:rPr lang="en-US" sz="927" dirty="0">
                <a:solidFill>
                  <a:srgbClr val="0E1116"/>
                </a:solidFill>
                <a:latin typeface="Titillium Web" panose="00000500000000000000" pitchFamily="2" charset="0"/>
                <a:ea typeface="Open Sans" pitchFamily="34" charset="-122"/>
                <a:cs typeface="Open Sans" pitchFamily="34" charset="-120"/>
              </a:rPr>
              <a:t>}}</a:t>
            </a:r>
          </a:p>
          <a:p>
            <a:endParaRPr lang="en-US" sz="927" dirty="0">
              <a:solidFill>
                <a:srgbClr val="0E1116"/>
              </a:solidFill>
              <a:latin typeface="Titillium Web" panose="00000500000000000000" pitchFamily="2" charset="0"/>
              <a:ea typeface="Open Sans" pitchFamily="34" charset="-122"/>
              <a:cs typeface="Open Sans" pitchFamily="34" charset="-120"/>
            </a:endParaRPr>
          </a:p>
          <a:p>
            <a:r>
              <a:rPr lang="en-US" sz="1200" b="1" dirty="0">
                <a:solidFill>
                  <a:srgbClr val="0E1116"/>
                </a:solidFill>
                <a:latin typeface="Titillium Web" panose="00000500000000000000" pitchFamily="2" charset="0"/>
                <a:ea typeface="Open Sans" pitchFamily="34" charset="-122"/>
                <a:cs typeface="Open Sans" pitchFamily="34" charset="-120"/>
              </a:rPr>
              <a:t>Weight: </a:t>
            </a:r>
            <a:r>
              <a:rPr lang="en-US" sz="930" dirty="0">
                <a:solidFill>
                  <a:srgbClr val="0E1116"/>
                </a:solidFill>
                <a:latin typeface="Titillium Web" panose="00000500000000000000" pitchFamily="2" charset="0"/>
                <a:ea typeface="Open Sans" pitchFamily="34" charset="-122"/>
                <a:cs typeface="Open Sans" pitchFamily="34" charset="-120"/>
              </a:rPr>
              <a:t>{{</a:t>
            </a:r>
            <a:r>
              <a:rPr lang="en-US" sz="930" dirty="0" err="1">
                <a:solidFill>
                  <a:srgbClr val="0E1116"/>
                </a:solidFill>
                <a:latin typeface="Titillium Web" panose="00000500000000000000" pitchFamily="2" charset="0"/>
                <a:ea typeface="Open Sans" pitchFamily="34" charset="-122"/>
                <a:cs typeface="Open Sans" pitchFamily="34" charset="-120"/>
              </a:rPr>
              <a:t>finWeight</a:t>
            </a:r>
            <a:r>
              <a:rPr lang="en-US" sz="930" dirty="0">
                <a:solidFill>
                  <a:srgbClr val="0E1116"/>
                </a:solidFill>
                <a:latin typeface="Titillium Web" panose="00000500000000000000" pitchFamily="2" charset="0"/>
                <a:ea typeface="Open Sans" pitchFamily="34" charset="-122"/>
                <a:cs typeface="Open Sans" pitchFamily="34" charset="-120"/>
              </a:rPr>
              <a:t>}}</a:t>
            </a:r>
            <a:endParaRPr lang="en-US" sz="930" dirty="0">
              <a:latin typeface="Titillium Web" panose="00000500000000000000" pitchFamily="2" charset="0"/>
            </a:endParaRPr>
          </a:p>
        </p:txBody>
      </p:sp>
      <p:sp>
        <p:nvSpPr>
          <p:cNvPr id="32" name="Text 5">
            <a:extLst>
              <a:ext uri="{FF2B5EF4-FFF2-40B4-BE49-F238E27FC236}">
                <a16:creationId xmlns:a16="http://schemas.microsoft.com/office/drawing/2014/main" id="{88602A0A-EE89-11FC-130F-7004F4B83D82}"/>
              </a:ext>
            </a:extLst>
          </p:cNvPr>
          <p:cNvSpPr/>
          <p:nvPr/>
        </p:nvSpPr>
        <p:spPr>
          <a:xfrm>
            <a:off x="2758105" y="4516111"/>
            <a:ext cx="3511635" cy="412173"/>
          </a:xfrm>
          <a:prstGeom prst="rect">
            <a:avLst/>
          </a:prstGeom>
          <a:noFill/>
          <a:ln/>
        </p:spPr>
        <p:txBody>
          <a:bodyPr wrap="square" lIns="0" tIns="0" rIns="0" bIns="0" rtlCol="0" anchor="ctr"/>
          <a:lstStyle/>
          <a:p>
            <a:pPr>
              <a:lnSpc>
                <a:spcPct val="86166"/>
              </a:lnSpc>
            </a:pPr>
            <a:r>
              <a:rPr lang="en-US" sz="2400" b="1" dirty="0">
                <a:solidFill>
                  <a:srgbClr val="0E1116"/>
                </a:solidFill>
                <a:latin typeface="Open Sans" pitchFamily="34" charset="0"/>
                <a:ea typeface="Open Sans" pitchFamily="34" charset="-122"/>
                <a:cs typeface="Open Sans" pitchFamily="34" charset="-120"/>
              </a:rPr>
              <a:t>Scores Per Domain</a:t>
            </a:r>
            <a:endParaRPr lang="en-US" sz="2400" dirty="0"/>
          </a:p>
        </p:txBody>
      </p:sp>
      <p:sp>
        <p:nvSpPr>
          <p:cNvPr id="33" name="Text 6">
            <a:extLst>
              <a:ext uri="{FF2B5EF4-FFF2-40B4-BE49-F238E27FC236}">
                <a16:creationId xmlns:a16="http://schemas.microsoft.com/office/drawing/2014/main" id="{318BBC4D-8005-BE57-46FE-7CB0AD293612}"/>
              </a:ext>
            </a:extLst>
          </p:cNvPr>
          <p:cNvSpPr/>
          <p:nvPr/>
        </p:nvSpPr>
        <p:spPr>
          <a:xfrm>
            <a:off x="3484030" y="5352998"/>
            <a:ext cx="1361642" cy="250248"/>
          </a:xfrm>
          <a:prstGeom prst="rect">
            <a:avLst/>
          </a:prstGeom>
          <a:noFill/>
          <a:ln/>
        </p:spPr>
        <p:txBody>
          <a:bodyPr wrap="square" lIns="0" tIns="0" rIns="0" bIns="0" rtlCol="0" anchor="ctr"/>
          <a:lstStyle/>
          <a:p>
            <a:pPr>
              <a:lnSpc>
                <a:spcPct val="59333"/>
              </a:lnSpc>
            </a:pPr>
            <a:r>
              <a:rPr lang="en-US" sz="1854" b="1" dirty="0">
                <a:solidFill>
                  <a:srgbClr val="000000"/>
                </a:solidFill>
                <a:latin typeface="Open Sans" pitchFamily="34" charset="0"/>
                <a:ea typeface="Open Sans" pitchFamily="34" charset="-122"/>
                <a:cs typeface="Open Sans" pitchFamily="34" charset="-120"/>
              </a:rPr>
              <a:t>{{</a:t>
            </a:r>
            <a:r>
              <a:rPr lang="en-US" sz="1854" b="1" dirty="0" err="1">
                <a:solidFill>
                  <a:srgbClr val="000000"/>
                </a:solidFill>
                <a:latin typeface="Open Sans" pitchFamily="34" charset="0"/>
                <a:ea typeface="Open Sans" pitchFamily="34" charset="-122"/>
                <a:cs typeface="Open Sans" pitchFamily="34" charset="-120"/>
              </a:rPr>
              <a:t>ItInfsSCore</a:t>
            </a:r>
            <a:r>
              <a:rPr lang="en-US" sz="1854" b="1" dirty="0">
                <a:solidFill>
                  <a:srgbClr val="000000"/>
                </a:solidFill>
                <a:latin typeface="Open Sans" pitchFamily="34" charset="0"/>
                <a:ea typeface="Open Sans" pitchFamily="34" charset="-122"/>
                <a:cs typeface="Open Sans" pitchFamily="34" charset="-120"/>
              </a:rPr>
              <a:t>}} %</a:t>
            </a:r>
            <a:endParaRPr lang="en-US" sz="1854" dirty="0"/>
          </a:p>
        </p:txBody>
      </p:sp>
      <p:sp>
        <p:nvSpPr>
          <p:cNvPr id="34" name="Text 7">
            <a:extLst>
              <a:ext uri="{FF2B5EF4-FFF2-40B4-BE49-F238E27FC236}">
                <a16:creationId xmlns:a16="http://schemas.microsoft.com/office/drawing/2014/main" id="{1D7E2185-326F-066B-4693-432E5CA10BB5}"/>
              </a:ext>
            </a:extLst>
          </p:cNvPr>
          <p:cNvSpPr/>
          <p:nvPr/>
        </p:nvSpPr>
        <p:spPr>
          <a:xfrm>
            <a:off x="3484030" y="5816617"/>
            <a:ext cx="1377326" cy="510727"/>
          </a:xfrm>
          <a:prstGeom prst="rect">
            <a:avLst/>
          </a:prstGeom>
          <a:noFill/>
          <a:ln/>
        </p:spPr>
        <p:txBody>
          <a:bodyPr wrap="square" lIns="0" tIns="0" rIns="0" bIns="0" rtlCol="0" anchor="ctr"/>
          <a:lstStyle/>
          <a:p>
            <a:r>
              <a:rPr lang="en-US" sz="927" b="1" dirty="0">
                <a:solidFill>
                  <a:srgbClr val="0E1116"/>
                </a:solidFill>
                <a:latin typeface="Titillium Web" panose="00000500000000000000" pitchFamily="2" charset="0"/>
                <a:ea typeface="Open Sans" pitchFamily="34" charset="-122"/>
                <a:cs typeface="Open Sans" pitchFamily="34" charset="-120"/>
              </a:rPr>
              <a:t>IT Infrastructure: </a:t>
            </a:r>
            <a:r>
              <a:rPr lang="en-US" sz="927" dirty="0">
                <a:solidFill>
                  <a:srgbClr val="0E1116"/>
                </a:solidFill>
                <a:latin typeface="Titillium Web" panose="00000500000000000000" pitchFamily="2" charset="0"/>
                <a:ea typeface="Open Sans" pitchFamily="34" charset="-122"/>
                <a:cs typeface="Open Sans" pitchFamily="34" charset="-120"/>
              </a:rPr>
              <a:t>{{</a:t>
            </a:r>
            <a:r>
              <a:rPr lang="en-US" sz="927" dirty="0" err="1">
                <a:solidFill>
                  <a:srgbClr val="0E1116"/>
                </a:solidFill>
                <a:latin typeface="Titillium Web" panose="00000500000000000000" pitchFamily="2" charset="0"/>
                <a:ea typeface="Open Sans" pitchFamily="34" charset="-122"/>
                <a:cs typeface="Open Sans" pitchFamily="34" charset="-120"/>
              </a:rPr>
              <a:t>itInsfScoreText</a:t>
            </a:r>
            <a:r>
              <a:rPr lang="en-US" sz="927" dirty="0">
                <a:solidFill>
                  <a:srgbClr val="0E1116"/>
                </a:solidFill>
                <a:latin typeface="Titillium Web" panose="00000500000000000000" pitchFamily="2" charset="0"/>
                <a:ea typeface="Open Sans" pitchFamily="34" charset="-122"/>
                <a:cs typeface="Open Sans" pitchFamily="34" charset="-120"/>
              </a:rPr>
              <a:t>}}</a:t>
            </a:r>
          </a:p>
          <a:p>
            <a:endParaRPr lang="en-US" sz="927" dirty="0">
              <a:solidFill>
                <a:srgbClr val="0E1116"/>
              </a:solidFill>
              <a:latin typeface="Titillium Web" panose="00000500000000000000" pitchFamily="2" charset="0"/>
              <a:ea typeface="Open Sans" pitchFamily="34" charset="-122"/>
              <a:cs typeface="Open Sans" pitchFamily="34" charset="-120"/>
            </a:endParaRPr>
          </a:p>
          <a:p>
            <a:r>
              <a:rPr lang="en-US" sz="1200" b="1" dirty="0">
                <a:solidFill>
                  <a:srgbClr val="0E1116"/>
                </a:solidFill>
                <a:latin typeface="Titillium Web" panose="00000500000000000000" pitchFamily="2" charset="0"/>
                <a:ea typeface="Open Sans" pitchFamily="34" charset="-122"/>
                <a:cs typeface="Open Sans" pitchFamily="34" charset="-120"/>
              </a:rPr>
              <a:t>Weight:  </a:t>
            </a:r>
            <a:r>
              <a:rPr lang="en-US" sz="930" dirty="0">
                <a:solidFill>
                  <a:srgbClr val="0E1116"/>
                </a:solidFill>
                <a:latin typeface="Titillium Web" panose="00000500000000000000" pitchFamily="2" charset="0"/>
                <a:ea typeface="Open Sans" pitchFamily="34" charset="-122"/>
                <a:cs typeface="Open Sans" pitchFamily="34" charset="-120"/>
              </a:rPr>
              <a:t>{{</a:t>
            </a:r>
            <a:r>
              <a:rPr lang="en-US" sz="930" dirty="0" err="1">
                <a:solidFill>
                  <a:srgbClr val="0E1116"/>
                </a:solidFill>
                <a:latin typeface="Titillium Web" panose="00000500000000000000" pitchFamily="2" charset="0"/>
                <a:ea typeface="Open Sans" pitchFamily="34" charset="-122"/>
                <a:cs typeface="Open Sans" pitchFamily="34" charset="-120"/>
              </a:rPr>
              <a:t>itInsfScoreWeight</a:t>
            </a:r>
            <a:r>
              <a:rPr lang="en-US" sz="930" dirty="0">
                <a:solidFill>
                  <a:srgbClr val="0E1116"/>
                </a:solidFill>
                <a:latin typeface="Titillium Web" panose="00000500000000000000" pitchFamily="2" charset="0"/>
                <a:ea typeface="Open Sans" pitchFamily="34" charset="-122"/>
                <a:cs typeface="Open Sans" pitchFamily="34" charset="-120"/>
              </a:rPr>
              <a:t>}}</a:t>
            </a:r>
            <a:endParaRPr lang="en-US" sz="930" dirty="0">
              <a:latin typeface="Titillium Web" panose="00000500000000000000" pitchFamily="2" charset="0"/>
            </a:endParaRPr>
          </a:p>
        </p:txBody>
      </p:sp>
      <p:sp>
        <p:nvSpPr>
          <p:cNvPr id="35" name="Text 8">
            <a:extLst>
              <a:ext uri="{FF2B5EF4-FFF2-40B4-BE49-F238E27FC236}">
                <a16:creationId xmlns:a16="http://schemas.microsoft.com/office/drawing/2014/main" id="{7E389E49-CA52-0027-D5B3-9FEA58F149CC}"/>
              </a:ext>
            </a:extLst>
          </p:cNvPr>
          <p:cNvSpPr/>
          <p:nvPr/>
        </p:nvSpPr>
        <p:spPr>
          <a:xfrm>
            <a:off x="5720075" y="5352983"/>
            <a:ext cx="1427884" cy="250248"/>
          </a:xfrm>
          <a:prstGeom prst="rect">
            <a:avLst/>
          </a:prstGeom>
          <a:noFill/>
          <a:ln/>
        </p:spPr>
        <p:txBody>
          <a:bodyPr wrap="square" lIns="0" tIns="0" rIns="0" bIns="0" rtlCol="0" anchor="ctr"/>
          <a:lstStyle/>
          <a:p>
            <a:pPr>
              <a:lnSpc>
                <a:spcPct val="59333"/>
              </a:lnSpc>
            </a:pPr>
            <a:r>
              <a:rPr lang="en-US" sz="1854" b="1" dirty="0">
                <a:solidFill>
                  <a:srgbClr val="000000"/>
                </a:solidFill>
                <a:latin typeface="Open Sans" pitchFamily="34" charset="0"/>
                <a:ea typeface="Open Sans" pitchFamily="34" charset="-122"/>
                <a:cs typeface="Open Sans" pitchFamily="34" charset="-120"/>
              </a:rPr>
              <a:t>{{</a:t>
            </a:r>
            <a:r>
              <a:rPr lang="en-US" sz="1854" b="1" dirty="0" err="1">
                <a:solidFill>
                  <a:srgbClr val="000000"/>
                </a:solidFill>
                <a:latin typeface="Open Sans" pitchFamily="34" charset="0"/>
                <a:ea typeface="Open Sans" pitchFamily="34" charset="-122"/>
                <a:cs typeface="Open Sans" pitchFamily="34" charset="-120"/>
              </a:rPr>
              <a:t>OpCapScore</a:t>
            </a:r>
            <a:r>
              <a:rPr lang="en-US" sz="1854" b="1" dirty="0">
                <a:solidFill>
                  <a:srgbClr val="000000"/>
                </a:solidFill>
                <a:latin typeface="Open Sans" pitchFamily="34" charset="0"/>
                <a:ea typeface="Open Sans" pitchFamily="34" charset="-122"/>
                <a:cs typeface="Open Sans" pitchFamily="34" charset="-120"/>
              </a:rPr>
              <a:t>}} %</a:t>
            </a:r>
            <a:endParaRPr lang="en-US" sz="1854" dirty="0"/>
          </a:p>
        </p:txBody>
      </p:sp>
      <p:sp>
        <p:nvSpPr>
          <p:cNvPr id="36" name="Text 9">
            <a:extLst>
              <a:ext uri="{FF2B5EF4-FFF2-40B4-BE49-F238E27FC236}">
                <a16:creationId xmlns:a16="http://schemas.microsoft.com/office/drawing/2014/main" id="{DA3ED6A4-FC58-DEC7-072F-68B7F0CFF00D}"/>
              </a:ext>
            </a:extLst>
          </p:cNvPr>
          <p:cNvSpPr/>
          <p:nvPr/>
        </p:nvSpPr>
        <p:spPr>
          <a:xfrm>
            <a:off x="5725955" y="5730780"/>
            <a:ext cx="1675762" cy="610899"/>
          </a:xfrm>
          <a:prstGeom prst="rect">
            <a:avLst/>
          </a:prstGeom>
          <a:noFill/>
          <a:ln/>
        </p:spPr>
        <p:txBody>
          <a:bodyPr wrap="square" lIns="0" tIns="0" rIns="0" bIns="0" rtlCol="0" anchor="ctr"/>
          <a:lstStyle/>
          <a:p>
            <a:r>
              <a:rPr lang="en-US" sz="927" b="1" dirty="0">
                <a:solidFill>
                  <a:srgbClr val="0E1116"/>
                </a:solidFill>
                <a:latin typeface="Titillium Web" panose="00000500000000000000" pitchFamily="2" charset="0"/>
                <a:ea typeface="Open Sans" pitchFamily="34" charset="-122"/>
                <a:cs typeface="Open Sans" pitchFamily="34" charset="-120"/>
              </a:rPr>
              <a:t>Operational Capacity:</a:t>
            </a:r>
            <a:r>
              <a:rPr lang="en-US" sz="927" dirty="0">
                <a:solidFill>
                  <a:srgbClr val="0E1116"/>
                </a:solidFill>
                <a:latin typeface="Titillium Web" panose="00000500000000000000" pitchFamily="2" charset="0"/>
                <a:ea typeface="Open Sans" pitchFamily="34" charset="-122"/>
                <a:cs typeface="Open Sans" pitchFamily="34" charset="-120"/>
              </a:rPr>
              <a:t> {{</a:t>
            </a:r>
            <a:r>
              <a:rPr lang="en-US" sz="927" dirty="0" err="1">
                <a:solidFill>
                  <a:srgbClr val="0E1116"/>
                </a:solidFill>
                <a:latin typeface="Titillium Web" panose="00000500000000000000" pitchFamily="2" charset="0"/>
                <a:ea typeface="Open Sans" pitchFamily="34" charset="-122"/>
                <a:cs typeface="Open Sans" pitchFamily="34" charset="-120"/>
              </a:rPr>
              <a:t>opCapScoreText</a:t>
            </a:r>
            <a:r>
              <a:rPr lang="en-US" sz="927" dirty="0">
                <a:solidFill>
                  <a:srgbClr val="0E1116"/>
                </a:solidFill>
                <a:latin typeface="Titillium Web" panose="00000500000000000000" pitchFamily="2" charset="0"/>
                <a:ea typeface="Open Sans" pitchFamily="34" charset="-122"/>
                <a:cs typeface="Open Sans" pitchFamily="34" charset="-120"/>
              </a:rPr>
              <a:t>}}</a:t>
            </a:r>
          </a:p>
          <a:p>
            <a:endParaRPr lang="en-US" sz="927" dirty="0">
              <a:solidFill>
                <a:srgbClr val="0E1116"/>
              </a:solidFill>
              <a:latin typeface="Titillium Web" panose="00000500000000000000" pitchFamily="2" charset="0"/>
              <a:ea typeface="Open Sans" pitchFamily="34" charset="-122"/>
              <a:cs typeface="Open Sans" pitchFamily="34" charset="-120"/>
            </a:endParaRPr>
          </a:p>
          <a:p>
            <a:r>
              <a:rPr lang="en-US" sz="1200" b="1" dirty="0">
                <a:solidFill>
                  <a:srgbClr val="0E1116"/>
                </a:solidFill>
                <a:latin typeface="Titillium Web" panose="00000500000000000000" pitchFamily="2" charset="0"/>
                <a:ea typeface="Open Sans" pitchFamily="34" charset="-122"/>
                <a:cs typeface="Open Sans" pitchFamily="34" charset="-120"/>
              </a:rPr>
              <a:t>Weight: </a:t>
            </a:r>
            <a:r>
              <a:rPr lang="en-US" sz="930" dirty="0">
                <a:solidFill>
                  <a:srgbClr val="0E1116"/>
                </a:solidFill>
                <a:latin typeface="Titillium Web" panose="00000500000000000000" pitchFamily="2" charset="0"/>
                <a:ea typeface="Open Sans" pitchFamily="34" charset="-122"/>
                <a:cs typeface="Open Sans" pitchFamily="34" charset="-120"/>
              </a:rPr>
              <a:t>{{</a:t>
            </a:r>
            <a:r>
              <a:rPr lang="en-US" sz="930" dirty="0" err="1">
                <a:solidFill>
                  <a:srgbClr val="0E1116"/>
                </a:solidFill>
                <a:latin typeface="Titillium Web" panose="00000500000000000000" pitchFamily="2" charset="0"/>
                <a:ea typeface="Open Sans" pitchFamily="34" charset="-122"/>
                <a:cs typeface="Open Sans" pitchFamily="34" charset="-120"/>
              </a:rPr>
              <a:t>opCapScoreVWeight</a:t>
            </a:r>
            <a:r>
              <a:rPr lang="en-US" sz="930" dirty="0">
                <a:solidFill>
                  <a:srgbClr val="0E1116"/>
                </a:solidFill>
                <a:latin typeface="Titillium Web" panose="00000500000000000000" pitchFamily="2" charset="0"/>
                <a:ea typeface="Open Sans" pitchFamily="34" charset="-122"/>
                <a:cs typeface="Open Sans" pitchFamily="34" charset="-120"/>
              </a:rPr>
              <a:t>}}</a:t>
            </a:r>
            <a:endParaRPr lang="en-US" sz="930" dirty="0">
              <a:latin typeface="Titillium Web" panose="00000500000000000000" pitchFamily="2" charset="0"/>
            </a:endParaRPr>
          </a:p>
        </p:txBody>
      </p:sp>
      <p:sp>
        <p:nvSpPr>
          <p:cNvPr id="39" name="Text 11">
            <a:extLst>
              <a:ext uri="{FF2B5EF4-FFF2-40B4-BE49-F238E27FC236}">
                <a16:creationId xmlns:a16="http://schemas.microsoft.com/office/drawing/2014/main" id="{DDD2088E-E0A1-2B63-29D8-F9DED8AB477A}"/>
              </a:ext>
            </a:extLst>
          </p:cNvPr>
          <p:cNvSpPr/>
          <p:nvPr/>
        </p:nvSpPr>
        <p:spPr>
          <a:xfrm>
            <a:off x="3484030" y="7254222"/>
            <a:ext cx="2334649" cy="309130"/>
          </a:xfrm>
          <a:prstGeom prst="rect">
            <a:avLst/>
          </a:prstGeom>
          <a:noFill/>
          <a:ln/>
        </p:spPr>
        <p:txBody>
          <a:bodyPr wrap="square" lIns="0" tIns="0" rIns="0" bIns="0" rtlCol="0" anchor="ctr"/>
          <a:lstStyle/>
          <a:p>
            <a:r>
              <a:rPr lang="en-US" sz="927" b="1" dirty="0">
                <a:solidFill>
                  <a:srgbClr val="0E1116"/>
                </a:solidFill>
                <a:latin typeface="Titillium Web" panose="00000500000000000000" pitchFamily="2" charset="0"/>
                <a:ea typeface="Open Sans" pitchFamily="34" charset="-122"/>
                <a:cs typeface="Open Sans" pitchFamily="34" charset="-120"/>
              </a:rPr>
              <a:t>Market Position: </a:t>
            </a:r>
            <a:r>
              <a:rPr lang="en-US" sz="927" dirty="0">
                <a:solidFill>
                  <a:srgbClr val="0E1116"/>
                </a:solidFill>
                <a:latin typeface="Titillium Web" panose="00000500000000000000" pitchFamily="2" charset="0"/>
                <a:ea typeface="Open Sans" pitchFamily="34" charset="-122"/>
                <a:cs typeface="Open Sans" pitchFamily="34" charset="-120"/>
              </a:rPr>
              <a:t> {{</a:t>
            </a:r>
            <a:r>
              <a:rPr lang="en-US" sz="927" dirty="0" err="1">
                <a:solidFill>
                  <a:srgbClr val="0E1116"/>
                </a:solidFill>
                <a:latin typeface="Titillium Web" panose="00000500000000000000" pitchFamily="2" charset="0"/>
                <a:ea typeface="Open Sans" pitchFamily="34" charset="-122"/>
                <a:cs typeface="Open Sans" pitchFamily="34" charset="-120"/>
              </a:rPr>
              <a:t>marketPosScoreText</a:t>
            </a:r>
            <a:r>
              <a:rPr lang="en-US" sz="927" dirty="0">
                <a:solidFill>
                  <a:srgbClr val="0E1116"/>
                </a:solidFill>
                <a:latin typeface="Titillium Web" panose="00000500000000000000" pitchFamily="2" charset="0"/>
                <a:ea typeface="Open Sans" pitchFamily="34" charset="-122"/>
                <a:cs typeface="Open Sans" pitchFamily="34" charset="-120"/>
              </a:rPr>
              <a:t>}}</a:t>
            </a:r>
          </a:p>
          <a:p>
            <a:endParaRPr lang="en-US" sz="927" dirty="0">
              <a:solidFill>
                <a:srgbClr val="0E1116"/>
              </a:solidFill>
              <a:latin typeface="Titillium Web" panose="00000500000000000000" pitchFamily="2" charset="0"/>
              <a:ea typeface="Open Sans" pitchFamily="34" charset="-122"/>
              <a:cs typeface="Open Sans" pitchFamily="34" charset="-120"/>
            </a:endParaRPr>
          </a:p>
          <a:p>
            <a:r>
              <a:rPr lang="en-US" sz="1200" b="1" dirty="0">
                <a:solidFill>
                  <a:srgbClr val="0E1116"/>
                </a:solidFill>
                <a:latin typeface="Titillium Web" panose="00000500000000000000" pitchFamily="2" charset="0"/>
                <a:ea typeface="Open Sans" pitchFamily="34" charset="-122"/>
                <a:cs typeface="Open Sans" pitchFamily="34" charset="-120"/>
              </a:rPr>
              <a:t>Weight: </a:t>
            </a:r>
            <a:r>
              <a:rPr lang="en-US" sz="930" dirty="0">
                <a:solidFill>
                  <a:srgbClr val="0E1116"/>
                </a:solidFill>
                <a:latin typeface="Titillium Web" panose="00000500000000000000" pitchFamily="2" charset="0"/>
                <a:ea typeface="Open Sans" pitchFamily="34" charset="-122"/>
                <a:cs typeface="Open Sans" pitchFamily="34" charset="-120"/>
              </a:rPr>
              <a:t>{{</a:t>
            </a:r>
            <a:r>
              <a:rPr lang="en-US" sz="930" dirty="0" err="1">
                <a:solidFill>
                  <a:srgbClr val="0E1116"/>
                </a:solidFill>
                <a:latin typeface="Titillium Web" panose="00000500000000000000" pitchFamily="2" charset="0"/>
                <a:ea typeface="Open Sans" pitchFamily="34" charset="-122"/>
                <a:cs typeface="Open Sans" pitchFamily="34" charset="-120"/>
              </a:rPr>
              <a:t>marketPosWeight</a:t>
            </a:r>
            <a:r>
              <a:rPr lang="en-US" sz="930" dirty="0">
                <a:solidFill>
                  <a:srgbClr val="0E1116"/>
                </a:solidFill>
                <a:latin typeface="Titillium Web" panose="00000500000000000000" pitchFamily="2" charset="0"/>
                <a:ea typeface="Open Sans" pitchFamily="34" charset="-122"/>
                <a:cs typeface="Open Sans" pitchFamily="34" charset="-120"/>
              </a:rPr>
              <a:t>}}</a:t>
            </a:r>
            <a:endParaRPr lang="en-US" sz="930" dirty="0">
              <a:latin typeface="Titillium Web" panose="00000500000000000000" pitchFamily="2" charset="0"/>
            </a:endParaRPr>
          </a:p>
        </p:txBody>
      </p:sp>
      <p:sp>
        <p:nvSpPr>
          <p:cNvPr id="40" name="Text 12">
            <a:extLst>
              <a:ext uri="{FF2B5EF4-FFF2-40B4-BE49-F238E27FC236}">
                <a16:creationId xmlns:a16="http://schemas.microsoft.com/office/drawing/2014/main" id="{0CE31295-7B40-2F0D-B078-3DC5CA8B02D8}"/>
              </a:ext>
            </a:extLst>
          </p:cNvPr>
          <p:cNvSpPr/>
          <p:nvPr/>
        </p:nvSpPr>
        <p:spPr>
          <a:xfrm>
            <a:off x="3512332" y="6752545"/>
            <a:ext cx="1246538" cy="368011"/>
          </a:xfrm>
          <a:prstGeom prst="rect">
            <a:avLst/>
          </a:prstGeom>
          <a:noFill/>
          <a:ln/>
        </p:spPr>
        <p:txBody>
          <a:bodyPr wrap="square" lIns="0" tIns="0" rIns="0" bIns="0" rtlCol="0" anchor="ctr"/>
          <a:lstStyle/>
          <a:p>
            <a:pPr>
              <a:lnSpc>
                <a:spcPct val="66563"/>
              </a:lnSpc>
            </a:pPr>
            <a:r>
              <a:rPr lang="en-US" sz="1854" b="1" dirty="0">
                <a:solidFill>
                  <a:srgbClr val="000000"/>
                </a:solidFill>
                <a:latin typeface="Open Sans" pitchFamily="34" charset="0"/>
                <a:ea typeface="Open Sans" pitchFamily="34" charset="-122"/>
                <a:cs typeface="Open Sans" pitchFamily="34" charset="-120"/>
              </a:rPr>
              <a:t>{{</a:t>
            </a:r>
            <a:r>
              <a:rPr lang="en-US" sz="1854" b="1" dirty="0" err="1">
                <a:solidFill>
                  <a:srgbClr val="000000"/>
                </a:solidFill>
                <a:latin typeface="Open Sans" pitchFamily="34" charset="0"/>
                <a:ea typeface="Open Sans" pitchFamily="34" charset="-122"/>
                <a:cs typeface="Open Sans" pitchFamily="34" charset="-120"/>
              </a:rPr>
              <a:t>MarketPosScore</a:t>
            </a:r>
            <a:r>
              <a:rPr lang="en-US" sz="1854" b="1" dirty="0">
                <a:solidFill>
                  <a:srgbClr val="000000"/>
                </a:solidFill>
                <a:latin typeface="Open Sans" pitchFamily="34" charset="0"/>
                <a:ea typeface="Open Sans" pitchFamily="34" charset="-122"/>
                <a:cs typeface="Open Sans" pitchFamily="34" charset="-120"/>
              </a:rPr>
              <a:t>}} %</a:t>
            </a:r>
            <a:endParaRPr lang="en-US" sz="1854" dirty="0"/>
          </a:p>
        </p:txBody>
      </p:sp>
      <p:sp>
        <p:nvSpPr>
          <p:cNvPr id="44" name="Text 1">
            <a:extLst>
              <a:ext uri="{FF2B5EF4-FFF2-40B4-BE49-F238E27FC236}">
                <a16:creationId xmlns:a16="http://schemas.microsoft.com/office/drawing/2014/main" id="{DDE12123-CA70-1C41-8463-6B8A41C2F2CA}"/>
              </a:ext>
            </a:extLst>
          </p:cNvPr>
          <p:cNvSpPr/>
          <p:nvPr/>
        </p:nvSpPr>
        <p:spPr>
          <a:xfrm>
            <a:off x="807232" y="2498197"/>
            <a:ext cx="4784549" cy="844924"/>
          </a:xfrm>
          <a:prstGeom prst="rect">
            <a:avLst/>
          </a:prstGeom>
          <a:noFill/>
          <a:ln/>
        </p:spPr>
        <p:txBody>
          <a:bodyPr wrap="square" lIns="0" tIns="0" rIns="0" bIns="0" rtlCol="0" anchor="ctr"/>
          <a:lstStyle/>
          <a:p>
            <a:pPr>
              <a:lnSpc>
                <a:spcPts val="1600"/>
              </a:lnSpc>
              <a:spcBef>
                <a:spcPts val="1200"/>
              </a:spcBef>
              <a:spcAft>
                <a:spcPts val="600"/>
              </a:spcAft>
            </a:pPr>
            <a:r>
              <a:rPr lang="en-US" sz="1200" dirty="0">
                <a:solidFill>
                  <a:srgbClr val="1D1D1D"/>
                </a:solidFill>
                <a:latin typeface="Titillium Web" pitchFamily="34" charset="0"/>
                <a:ea typeface="Titillium Web" pitchFamily="34" charset="-122"/>
                <a:cs typeface="Titillium Web" pitchFamily="34" charset="-120"/>
              </a:rPr>
              <a:t>{{</a:t>
            </a:r>
            <a:r>
              <a:rPr lang="en-US" sz="1200" dirty="0" err="1">
                <a:solidFill>
                  <a:srgbClr val="1D1D1D"/>
                </a:solidFill>
                <a:latin typeface="Titillium Web" pitchFamily="34" charset="0"/>
                <a:ea typeface="Titillium Web" pitchFamily="34" charset="-122"/>
                <a:cs typeface="Titillium Web" pitchFamily="34" charset="-120"/>
              </a:rPr>
              <a:t>overrallScoreIntro</a:t>
            </a:r>
            <a:r>
              <a:rPr lang="en-US" sz="1200" dirty="0">
                <a:solidFill>
                  <a:srgbClr val="1D1D1D"/>
                </a:solidFill>
                <a:latin typeface="Titillium Web" pitchFamily="34" charset="0"/>
                <a:ea typeface="Titillium Web" pitchFamily="34" charset="-122"/>
                <a:cs typeface="Titillium Web" pitchFamily="34" charset="-120"/>
              </a:rPr>
              <a:t>}}</a:t>
            </a:r>
          </a:p>
        </p:txBody>
      </p:sp>
      <p:sp>
        <p:nvSpPr>
          <p:cNvPr id="27" name="TextBox 26">
            <a:extLst>
              <a:ext uri="{FF2B5EF4-FFF2-40B4-BE49-F238E27FC236}">
                <a16:creationId xmlns:a16="http://schemas.microsoft.com/office/drawing/2014/main" id="{325A676D-19D9-74B4-311C-30986C4012C5}"/>
              </a:ext>
            </a:extLst>
          </p:cNvPr>
          <p:cNvSpPr txBox="1"/>
          <p:nvPr/>
        </p:nvSpPr>
        <p:spPr>
          <a:xfrm>
            <a:off x="782614" y="6579124"/>
            <a:ext cx="1830793" cy="1331134"/>
          </a:xfrm>
          <a:prstGeom prst="rect">
            <a:avLst/>
          </a:prstGeom>
          <a:noFill/>
        </p:spPr>
        <p:txBody>
          <a:bodyPr wrap="square" rtlCol="0">
            <a:spAutoFit/>
          </a:bodyPr>
          <a:lstStyle/>
          <a:p>
            <a:pPr algn="ctr">
              <a:lnSpc>
                <a:spcPct val="150000"/>
              </a:lnSpc>
            </a:pPr>
            <a:r>
              <a:rPr lang="en-GB" sz="2800" b="1" dirty="0">
                <a:solidFill>
                  <a:schemeClr val="bg1"/>
                </a:solidFill>
                <a:latin typeface="Titillium Web" panose="00000500000000000000" pitchFamily="2" charset="0"/>
              </a:rPr>
              <a:t>TOTAL 28%</a:t>
            </a:r>
            <a:endParaRPr lang="en-ZA" sz="2800" b="1" dirty="0">
              <a:solidFill>
                <a:schemeClr val="bg1"/>
              </a:solidFill>
              <a:latin typeface="Titillium Web" panose="00000500000000000000" pitchFamily="2" charset="0"/>
            </a:endParaRPr>
          </a:p>
        </p:txBody>
      </p:sp>
      <p:sp>
        <p:nvSpPr>
          <p:cNvPr id="11" name="Rectangle 10">
            <a:extLst>
              <a:ext uri="{FF2B5EF4-FFF2-40B4-BE49-F238E27FC236}">
                <a16:creationId xmlns:a16="http://schemas.microsoft.com/office/drawing/2014/main" id="{F21675AD-079E-E6EE-3292-7896F5779A50}"/>
              </a:ext>
            </a:extLst>
          </p:cNvPr>
          <p:cNvSpPr/>
          <p:nvPr/>
        </p:nvSpPr>
        <p:spPr>
          <a:xfrm>
            <a:off x="781099" y="3850105"/>
            <a:ext cx="1846656" cy="597969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 name="TextBox 13">
            <a:extLst>
              <a:ext uri="{FF2B5EF4-FFF2-40B4-BE49-F238E27FC236}">
                <a16:creationId xmlns:a16="http://schemas.microsoft.com/office/drawing/2014/main" id="{C8EB7ACF-41F8-50E2-6FD2-B11ED522C8D9}"/>
              </a:ext>
            </a:extLst>
          </p:cNvPr>
          <p:cNvSpPr txBox="1"/>
          <p:nvPr/>
        </p:nvSpPr>
        <p:spPr>
          <a:xfrm rot="16200000">
            <a:off x="-1278190" y="6362900"/>
            <a:ext cx="5979698" cy="954107"/>
          </a:xfrm>
          <a:prstGeom prst="rect">
            <a:avLst/>
          </a:prstGeom>
          <a:noFill/>
        </p:spPr>
        <p:txBody>
          <a:bodyPr wrap="square" rtlCol="0">
            <a:spAutoFit/>
          </a:bodyPr>
          <a:lstStyle/>
          <a:p>
            <a:pPr algn="ctr"/>
            <a:r>
              <a:rPr lang="en-GB" sz="2800" b="1" dirty="0">
                <a:solidFill>
                  <a:schemeClr val="bg1"/>
                </a:solidFill>
                <a:latin typeface="Titillium Web" panose="00000500000000000000" pitchFamily="2" charset="0"/>
              </a:rPr>
              <a:t>Total Weighted Score {{</a:t>
            </a:r>
            <a:r>
              <a:rPr lang="en-GB" sz="2800" b="1" dirty="0" err="1">
                <a:solidFill>
                  <a:schemeClr val="bg1"/>
                </a:solidFill>
                <a:latin typeface="Titillium Web" panose="00000500000000000000" pitchFamily="2" charset="0"/>
              </a:rPr>
              <a:t>totalWeightedPercent</a:t>
            </a:r>
            <a:r>
              <a:rPr lang="en-GB" sz="2800" b="1" dirty="0">
                <a:solidFill>
                  <a:schemeClr val="bg1"/>
                </a:solidFill>
                <a:latin typeface="Titillium Web" panose="00000500000000000000" pitchFamily="2" charset="0"/>
              </a:rPr>
              <a:t>}} %</a:t>
            </a:r>
            <a:endParaRPr lang="en-ZA" sz="2800" b="1" dirty="0">
              <a:solidFill>
                <a:schemeClr val="bg1"/>
              </a:solidFill>
              <a:latin typeface="Titillium Web" panose="00000500000000000000" pitchFamily="2" charset="0"/>
            </a:endParaRPr>
          </a:p>
        </p:txBody>
      </p:sp>
      <p:sp>
        <p:nvSpPr>
          <p:cNvPr id="16" name="Rectangle 15">
            <a:extLst>
              <a:ext uri="{FF2B5EF4-FFF2-40B4-BE49-F238E27FC236}">
                <a16:creationId xmlns:a16="http://schemas.microsoft.com/office/drawing/2014/main" id="{A5B2F8CE-E799-CE41-6D27-7CED8966E407}"/>
              </a:ext>
            </a:extLst>
          </p:cNvPr>
          <p:cNvSpPr/>
          <p:nvPr/>
        </p:nvSpPr>
        <p:spPr>
          <a:xfrm>
            <a:off x="968992" y="3998795"/>
            <a:ext cx="1479762" cy="5704764"/>
          </a:xfrm>
          <a:prstGeom prst="rect">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3" name="Group 2">
            <a:extLst>
              <a:ext uri="{FF2B5EF4-FFF2-40B4-BE49-F238E27FC236}">
                <a16:creationId xmlns:a16="http://schemas.microsoft.com/office/drawing/2014/main" id="{295A8509-43A3-4EE0-DC58-CE4FBB5C568D}"/>
              </a:ext>
            </a:extLst>
          </p:cNvPr>
          <p:cNvGrpSpPr/>
          <p:nvPr/>
        </p:nvGrpSpPr>
        <p:grpSpPr>
          <a:xfrm>
            <a:off x="5591781" y="1412484"/>
            <a:ext cx="1382886" cy="1387866"/>
            <a:chOff x="5591781" y="1412484"/>
            <a:chExt cx="1382886" cy="1387866"/>
          </a:xfrm>
        </p:grpSpPr>
        <p:sp>
          <p:nvSpPr>
            <p:cNvPr id="5" name="Rectangle 4">
              <a:extLst>
                <a:ext uri="{FF2B5EF4-FFF2-40B4-BE49-F238E27FC236}">
                  <a16:creationId xmlns:a16="http://schemas.microsoft.com/office/drawing/2014/main" id="{B0863E66-F2EB-8FB2-44E7-8E92202E1447}"/>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8" name="Picture 7">
              <a:extLst>
                <a:ext uri="{FF2B5EF4-FFF2-40B4-BE49-F238E27FC236}">
                  <a16:creationId xmlns:a16="http://schemas.microsoft.com/office/drawing/2014/main" id="{95CA123A-4F76-C1AC-8C3E-2057988B49CD}"/>
                </a:ext>
              </a:extLst>
            </p:cNvPr>
            <p:cNvPicPr>
              <a:picLocks noChangeAspect="1"/>
            </p:cNvPicPr>
            <p:nvPr/>
          </p:nvPicPr>
          <p:blipFill>
            <a:blip r:embed="rId8"/>
            <a:srcRect l="10092" r="10092"/>
            <a:stretch/>
          </p:blipFill>
          <p:spPr>
            <a:xfrm>
              <a:off x="5591781" y="1712378"/>
              <a:ext cx="1158067" cy="762487"/>
            </a:xfrm>
            <a:prstGeom prst="rect">
              <a:avLst/>
            </a:prstGeom>
          </p:spPr>
        </p:pic>
        <p:sp>
          <p:nvSpPr>
            <p:cNvPr id="24" name="Rectangle 23">
              <a:extLst>
                <a:ext uri="{FF2B5EF4-FFF2-40B4-BE49-F238E27FC236}">
                  <a16:creationId xmlns:a16="http://schemas.microsoft.com/office/drawing/2014/main" id="{810D2D5A-B970-0932-9C40-3F709C2A0B4E}"/>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Tree>
    <p:extLst>
      <p:ext uri="{BB962C8B-B14F-4D97-AF65-F5344CB8AC3E}">
        <p14:creationId xmlns:p14="http://schemas.microsoft.com/office/powerpoint/2010/main" val="342863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BA44D-589D-7540-D4C7-9025CFF5AF2D}"/>
            </a:ext>
          </a:extLst>
        </p:cNvPr>
        <p:cNvGrpSpPr/>
        <p:nvPr/>
      </p:nvGrpSpPr>
      <p:grpSpPr>
        <a:xfrm>
          <a:off x="0" y="0"/>
          <a:ext cx="0" cy="0"/>
          <a:chOff x="0" y="0"/>
          <a:chExt cx="0" cy="0"/>
        </a:xfrm>
      </p:grpSpPr>
      <p:pic>
        <p:nvPicPr>
          <p:cNvPr id="6" name="Image 4" descr="preencoded.png">
            <a:extLst>
              <a:ext uri="{FF2B5EF4-FFF2-40B4-BE49-F238E27FC236}">
                <a16:creationId xmlns:a16="http://schemas.microsoft.com/office/drawing/2014/main" id="{E20045BD-3377-4E00-69C0-183884BBBDB7}"/>
              </a:ext>
            </a:extLst>
          </p:cNvPr>
          <p:cNvPicPr>
            <a:picLocks noChangeAspect="1"/>
          </p:cNvPicPr>
          <p:nvPr/>
        </p:nvPicPr>
        <p:blipFill>
          <a:blip r:embed="rId3"/>
          <a:stretch>
            <a:fillRect/>
          </a:stretch>
        </p:blipFill>
        <p:spPr>
          <a:xfrm>
            <a:off x="796962" y="919932"/>
            <a:ext cx="6177705" cy="190500"/>
          </a:xfrm>
          <a:prstGeom prst="rect">
            <a:avLst/>
          </a:prstGeom>
        </p:spPr>
      </p:pic>
      <p:sp>
        <p:nvSpPr>
          <p:cNvPr id="9" name="Text 0">
            <a:extLst>
              <a:ext uri="{FF2B5EF4-FFF2-40B4-BE49-F238E27FC236}">
                <a16:creationId xmlns:a16="http://schemas.microsoft.com/office/drawing/2014/main" id="{823EB6B0-881D-F841-E88D-013E67A720CA}"/>
              </a:ext>
            </a:extLst>
          </p:cNvPr>
          <p:cNvSpPr/>
          <p:nvPr/>
        </p:nvSpPr>
        <p:spPr>
          <a:xfrm>
            <a:off x="807232" y="1617371"/>
            <a:ext cx="4734908" cy="1028700"/>
          </a:xfrm>
          <a:prstGeom prst="rect">
            <a:avLst/>
          </a:prstGeom>
          <a:noFill/>
          <a:ln/>
        </p:spPr>
        <p:txBody>
          <a:bodyPr wrap="square" lIns="0" tIns="0" rIns="0" bIns="0" rtlCol="0" anchor="ctr"/>
          <a:lstStyle/>
          <a:p>
            <a:pPr marL="0" indent="0" algn="l">
              <a:lnSpc>
                <a:spcPct val="79650"/>
              </a:lnSpc>
              <a:buNone/>
            </a:pPr>
            <a:r>
              <a:rPr lang="en-US" sz="2800" b="1" dirty="0">
                <a:solidFill>
                  <a:srgbClr val="1D1D1D"/>
                </a:solidFill>
                <a:latin typeface="Titillium Web" panose="00000500000000000000" pitchFamily="2" charset="0"/>
                <a:ea typeface="Sora" pitchFamily="34" charset="-122"/>
                <a:cs typeface="Sora" pitchFamily="34" charset="-120"/>
              </a:rPr>
              <a:t>1.4 Potential Implications</a:t>
            </a:r>
            <a:endParaRPr lang="en-US" sz="2800" dirty="0">
              <a:latin typeface="Titillium Web" panose="00000500000000000000" pitchFamily="2" charset="0"/>
            </a:endParaRPr>
          </a:p>
        </p:txBody>
      </p:sp>
      <p:sp>
        <p:nvSpPr>
          <p:cNvPr id="10" name="Text 1">
            <a:extLst>
              <a:ext uri="{FF2B5EF4-FFF2-40B4-BE49-F238E27FC236}">
                <a16:creationId xmlns:a16="http://schemas.microsoft.com/office/drawing/2014/main" id="{7E455228-E2CF-D650-BFA5-2830FC4B87D7}"/>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itchFamily="34" charset="0"/>
                <a:ea typeface="Titillium Web" pitchFamily="34" charset="-122"/>
                <a:cs typeface="Titillium Web" pitchFamily="34" charset="-120"/>
              </a:rPr>
              <a:t>{{</a:t>
            </a:r>
            <a:r>
              <a:rPr lang="en-US" sz="1350" i="1" dirty="0" err="1">
                <a:solidFill>
                  <a:srgbClr val="1D1D1D"/>
                </a:solidFill>
                <a:latin typeface="Titillium Web" pitchFamily="34" charset="0"/>
                <a:ea typeface="Titillium Web" pitchFamily="34" charset="-122"/>
                <a:cs typeface="Titillium Web" pitchFamily="34" charset="-120"/>
              </a:rPr>
              <a:t>currentMonthYear</a:t>
            </a:r>
            <a:r>
              <a:rPr lang="en-US" sz="1350" i="1" dirty="0">
                <a:solidFill>
                  <a:srgbClr val="1D1D1D"/>
                </a:solidFill>
                <a:latin typeface="Titillium Web" pitchFamily="34" charset="0"/>
                <a:ea typeface="Titillium Web" pitchFamily="34" charset="-122"/>
                <a:cs typeface="Titillium Web" pitchFamily="34" charset="-120"/>
              </a:rPr>
              <a:t>}}</a:t>
            </a:r>
            <a:endParaRPr lang="en-US" sz="1350" dirty="0"/>
          </a:p>
        </p:txBody>
      </p:sp>
      <p:sp>
        <p:nvSpPr>
          <p:cNvPr id="12" name="Text 2">
            <a:extLst>
              <a:ext uri="{FF2B5EF4-FFF2-40B4-BE49-F238E27FC236}">
                <a16:creationId xmlns:a16="http://schemas.microsoft.com/office/drawing/2014/main" id="{11875508-E6AA-F59F-CC9A-54121A345BCF}"/>
              </a:ext>
            </a:extLst>
          </p:cNvPr>
          <p:cNvSpPr/>
          <p:nvPr/>
        </p:nvSpPr>
        <p:spPr>
          <a:xfrm>
            <a:off x="807232" y="677036"/>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itchFamily="34" charset="0"/>
                <a:ea typeface="Titillium Web" pitchFamily="34" charset="-122"/>
                <a:cs typeface="Titillium Web" pitchFamily="34" charset="-120"/>
              </a:rPr>
              <a:t>As-is Scenario Analysis</a:t>
            </a:r>
            <a:endParaRPr lang="en-US" sz="1350" dirty="0"/>
          </a:p>
        </p:txBody>
      </p:sp>
      <p:sp>
        <p:nvSpPr>
          <p:cNvPr id="13" name="Text 3">
            <a:extLst>
              <a:ext uri="{FF2B5EF4-FFF2-40B4-BE49-F238E27FC236}">
                <a16:creationId xmlns:a16="http://schemas.microsoft.com/office/drawing/2014/main" id="{47E1C5DC-B7C5-7017-CE74-E092C5394E37}"/>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itchFamily="34" charset="0"/>
                <a:ea typeface="Titillium Web" pitchFamily="34" charset="-122"/>
                <a:cs typeface="Titillium Web" pitchFamily="34" charset="-120"/>
              </a:rPr>
              <a:t>2</a:t>
            </a:r>
            <a:endParaRPr lang="en-US" sz="1200" dirty="0"/>
          </a:p>
        </p:txBody>
      </p:sp>
      <p:sp>
        <p:nvSpPr>
          <p:cNvPr id="44" name="Text 1">
            <a:extLst>
              <a:ext uri="{FF2B5EF4-FFF2-40B4-BE49-F238E27FC236}">
                <a16:creationId xmlns:a16="http://schemas.microsoft.com/office/drawing/2014/main" id="{771DFAC6-38ED-DC46-70C6-DA242A60E82C}"/>
              </a:ext>
            </a:extLst>
          </p:cNvPr>
          <p:cNvSpPr/>
          <p:nvPr/>
        </p:nvSpPr>
        <p:spPr>
          <a:xfrm>
            <a:off x="894973" y="2541706"/>
            <a:ext cx="4696808" cy="1052526"/>
          </a:xfrm>
          <a:prstGeom prst="rect">
            <a:avLst/>
          </a:prstGeom>
          <a:noFill/>
          <a:ln/>
        </p:spPr>
        <p:txBody>
          <a:bodyPr wrap="square" lIns="0" tIns="0" rIns="0" bIns="0" rtlCol="0" anchor="ctr"/>
          <a:lstStyle/>
          <a:p>
            <a:pPr>
              <a:lnSpc>
                <a:spcPts val="1600"/>
              </a:lnSpc>
              <a:spcBef>
                <a:spcPts val="1200"/>
              </a:spcBef>
              <a:spcAft>
                <a:spcPts val="600"/>
              </a:spcAft>
            </a:pPr>
            <a:r>
              <a:rPr lang="en-US" sz="1200" dirty="0">
                <a:solidFill>
                  <a:srgbClr val="1D1D1D"/>
                </a:solidFill>
                <a:latin typeface="Titillium Web" pitchFamily="34" charset="0"/>
                <a:ea typeface="Titillium Web" pitchFamily="34" charset="-122"/>
                <a:cs typeface="Titillium Web" pitchFamily="34" charset="-120"/>
              </a:rPr>
              <a:t>{{</a:t>
            </a:r>
            <a:r>
              <a:rPr lang="en-US" sz="1200" dirty="0" err="1">
                <a:solidFill>
                  <a:srgbClr val="1D1D1D"/>
                </a:solidFill>
                <a:latin typeface="Titillium Web" pitchFamily="34" charset="0"/>
                <a:ea typeface="Titillium Web" pitchFamily="34" charset="-122"/>
                <a:cs typeface="Titillium Web" pitchFamily="34" charset="-120"/>
              </a:rPr>
              <a:t>potentialImpsIntro</a:t>
            </a:r>
            <a:r>
              <a:rPr lang="en-US" sz="1200" dirty="0">
                <a:solidFill>
                  <a:srgbClr val="1D1D1D"/>
                </a:solidFill>
                <a:latin typeface="Titillium Web" pitchFamily="34" charset="0"/>
                <a:ea typeface="Titillium Web" pitchFamily="34" charset="-122"/>
                <a:cs typeface="Titillium Web" pitchFamily="34" charset="-120"/>
              </a:rPr>
              <a:t>}}</a:t>
            </a:r>
          </a:p>
        </p:txBody>
      </p:sp>
      <p:grpSp>
        <p:nvGrpSpPr>
          <p:cNvPr id="2" name="Group 1">
            <a:extLst>
              <a:ext uri="{FF2B5EF4-FFF2-40B4-BE49-F238E27FC236}">
                <a16:creationId xmlns:a16="http://schemas.microsoft.com/office/drawing/2014/main" id="{AACBCC2B-4153-ECE1-2F99-135902114F6A}"/>
              </a:ext>
            </a:extLst>
          </p:cNvPr>
          <p:cNvGrpSpPr/>
          <p:nvPr/>
        </p:nvGrpSpPr>
        <p:grpSpPr>
          <a:xfrm>
            <a:off x="890498" y="4152900"/>
            <a:ext cx="1902602" cy="2777375"/>
            <a:chOff x="890498" y="4152900"/>
            <a:chExt cx="1902602" cy="2777375"/>
          </a:xfrm>
        </p:grpSpPr>
        <p:grpSp>
          <p:nvGrpSpPr>
            <p:cNvPr id="3" name="Group 2">
              <a:extLst>
                <a:ext uri="{FF2B5EF4-FFF2-40B4-BE49-F238E27FC236}">
                  <a16:creationId xmlns:a16="http://schemas.microsoft.com/office/drawing/2014/main" id="{207D788D-30E9-4700-5DC6-6AC2C5FA1F6E}"/>
                </a:ext>
              </a:extLst>
            </p:cNvPr>
            <p:cNvGrpSpPr/>
            <p:nvPr/>
          </p:nvGrpSpPr>
          <p:grpSpPr>
            <a:xfrm>
              <a:off x="1096350" y="4591956"/>
              <a:ext cx="1661155" cy="1906665"/>
              <a:chOff x="1109050" y="4757056"/>
              <a:chExt cx="1661155" cy="1906665"/>
            </a:xfrm>
          </p:grpSpPr>
          <p:sp>
            <p:nvSpPr>
              <p:cNvPr id="17" name="Text 1">
                <a:extLst>
                  <a:ext uri="{FF2B5EF4-FFF2-40B4-BE49-F238E27FC236}">
                    <a16:creationId xmlns:a16="http://schemas.microsoft.com/office/drawing/2014/main" id="{00B93133-3D8F-7460-76E1-50EB337C9743}"/>
                  </a:ext>
                </a:extLst>
              </p:cNvPr>
              <p:cNvSpPr/>
              <p:nvPr/>
            </p:nvSpPr>
            <p:spPr>
              <a:xfrm>
                <a:off x="1109050" y="4757056"/>
                <a:ext cx="1661155" cy="491493"/>
              </a:xfrm>
              <a:prstGeom prst="rect">
                <a:avLst/>
              </a:prstGeom>
              <a:noFill/>
              <a:ln/>
            </p:spPr>
            <p:txBody>
              <a:bodyPr wrap="square" lIns="0" tIns="0" rIns="0" bIns="0" rtlCol="0" anchor="ctr"/>
              <a:lstStyle/>
              <a:p>
                <a:r>
                  <a:rPr lang="en-US" sz="1360" b="1" dirty="0">
                    <a:latin typeface="Titillium Web" panose="00000500000000000000" pitchFamily="2" charset="0"/>
                    <a:ea typeface="Oswald" pitchFamily="34" charset="-122"/>
                    <a:cs typeface="Oswald" pitchFamily="34" charset="-120"/>
                  </a:rPr>
                  <a:t>Financial Systems  </a:t>
                </a:r>
              </a:p>
              <a:p>
                <a:r>
                  <a:rPr lang="en-US" sz="1360" b="1" dirty="0">
                    <a:latin typeface="Titillium Web" panose="00000500000000000000" pitchFamily="2" charset="0"/>
                    <a:ea typeface="Oswald" pitchFamily="34" charset="-122"/>
                    <a:cs typeface="Oswald" pitchFamily="34" charset="-120"/>
                  </a:rPr>
                  <a:t>Require Digitization                                          and Governance</a:t>
                </a:r>
              </a:p>
              <a:p>
                <a:endParaRPr lang="en-US" sz="1360" dirty="0">
                  <a:latin typeface="Titillium Web" panose="00000500000000000000" pitchFamily="2" charset="0"/>
                </a:endParaRPr>
              </a:p>
            </p:txBody>
          </p:sp>
          <p:sp>
            <p:nvSpPr>
              <p:cNvPr id="18" name="Text 2">
                <a:extLst>
                  <a:ext uri="{FF2B5EF4-FFF2-40B4-BE49-F238E27FC236}">
                    <a16:creationId xmlns:a16="http://schemas.microsoft.com/office/drawing/2014/main" id="{474297EF-4F29-87E7-76D2-E72085051A18}"/>
                  </a:ext>
                </a:extLst>
              </p:cNvPr>
              <p:cNvSpPr/>
              <p:nvPr/>
            </p:nvSpPr>
            <p:spPr>
              <a:xfrm>
                <a:off x="1109050" y="5605845"/>
                <a:ext cx="1399778" cy="1057876"/>
              </a:xfrm>
              <a:prstGeom prst="rect">
                <a:avLst/>
              </a:prstGeom>
              <a:noFill/>
              <a:ln/>
            </p:spPr>
            <p:txBody>
              <a:bodyPr wrap="square" lIns="0" tIns="0" rIns="0" bIns="0" rtlCol="0" anchor="ctr"/>
              <a:lstStyle/>
              <a:p>
                <a:r>
                  <a:rPr lang="en-US" sz="952" dirty="0">
                    <a:latin typeface="Titillium Web" panose="00000500000000000000" pitchFamily="2" charset="0"/>
                    <a:ea typeface="Archivo Narrow" pitchFamily="34" charset="-122"/>
                    <a:cs typeface="Archivo Narrow" pitchFamily="34" charset="-120"/>
                  </a:rPr>
                  <a:t>Deploy accounting tools to improve financial tracking, introduce structured budgeting processes, and establish regular reporting to strengthen internal controls and support funding readiness.</a:t>
                </a:r>
                <a:endParaRPr lang="en-US" sz="952" dirty="0">
                  <a:latin typeface="Titillium Web" panose="00000500000000000000" pitchFamily="2" charset="0"/>
                </a:endParaRPr>
              </a:p>
            </p:txBody>
          </p:sp>
        </p:grpSp>
        <p:sp>
          <p:nvSpPr>
            <p:cNvPr id="4" name="Rectangle 3">
              <a:extLst>
                <a:ext uri="{FF2B5EF4-FFF2-40B4-BE49-F238E27FC236}">
                  <a16:creationId xmlns:a16="http://schemas.microsoft.com/office/drawing/2014/main" id="{A54BF31F-EC89-FBE6-D495-5EE7B51A5DB8}"/>
                </a:ext>
              </a:extLst>
            </p:cNvPr>
            <p:cNvSpPr/>
            <p:nvPr/>
          </p:nvSpPr>
          <p:spPr>
            <a:xfrm>
              <a:off x="890498" y="4152900"/>
              <a:ext cx="1902602" cy="2777375"/>
            </a:xfrm>
            <a:prstGeom prst="rect">
              <a:avLst/>
            </a:prstGeom>
            <a:solidFill>
              <a:schemeClr val="bg1">
                <a:lumMod val="85000"/>
                <a:alpha val="12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grpSp>
      <p:grpSp>
        <p:nvGrpSpPr>
          <p:cNvPr id="45" name="Group 44">
            <a:extLst>
              <a:ext uri="{FF2B5EF4-FFF2-40B4-BE49-F238E27FC236}">
                <a16:creationId xmlns:a16="http://schemas.microsoft.com/office/drawing/2014/main" id="{A4D6778E-DDD4-6D4B-2179-DDFB868E4484}"/>
              </a:ext>
            </a:extLst>
          </p:cNvPr>
          <p:cNvGrpSpPr/>
          <p:nvPr/>
        </p:nvGrpSpPr>
        <p:grpSpPr>
          <a:xfrm>
            <a:off x="2938794" y="4152900"/>
            <a:ext cx="1902602" cy="2777375"/>
            <a:chOff x="2951494" y="4318000"/>
            <a:chExt cx="1902602" cy="2777375"/>
          </a:xfrm>
        </p:grpSpPr>
        <p:grpSp>
          <p:nvGrpSpPr>
            <p:cNvPr id="15" name="Group 14">
              <a:extLst>
                <a:ext uri="{FF2B5EF4-FFF2-40B4-BE49-F238E27FC236}">
                  <a16:creationId xmlns:a16="http://schemas.microsoft.com/office/drawing/2014/main" id="{E71124D2-BD36-E55A-1D6B-B93D683EF35D}"/>
                </a:ext>
              </a:extLst>
            </p:cNvPr>
            <p:cNvGrpSpPr/>
            <p:nvPr/>
          </p:nvGrpSpPr>
          <p:grpSpPr>
            <a:xfrm>
              <a:off x="3126499" y="4515912"/>
              <a:ext cx="1426924" cy="2023160"/>
              <a:chOff x="3322930" y="4986217"/>
              <a:chExt cx="1426924" cy="2023160"/>
            </a:xfrm>
          </p:grpSpPr>
          <p:sp>
            <p:nvSpPr>
              <p:cNvPr id="21" name="Text 3">
                <a:extLst>
                  <a:ext uri="{FF2B5EF4-FFF2-40B4-BE49-F238E27FC236}">
                    <a16:creationId xmlns:a16="http://schemas.microsoft.com/office/drawing/2014/main" id="{BA005B3C-3A3D-5339-F5FE-817771434A8B}"/>
                  </a:ext>
                </a:extLst>
              </p:cNvPr>
              <p:cNvSpPr/>
              <p:nvPr/>
            </p:nvSpPr>
            <p:spPr>
              <a:xfrm>
                <a:off x="3322930" y="4986217"/>
                <a:ext cx="1391079" cy="986902"/>
              </a:xfrm>
              <a:prstGeom prst="rect">
                <a:avLst/>
              </a:prstGeom>
              <a:noFill/>
              <a:ln/>
            </p:spPr>
            <p:txBody>
              <a:bodyPr wrap="square" lIns="0" tIns="0" rIns="0" bIns="0" rtlCol="0" anchor="ctr"/>
              <a:lstStyle/>
              <a:p>
                <a:r>
                  <a:rPr lang="en-US" sz="1360" b="1" dirty="0">
                    <a:latin typeface="Titillium Web" panose="00000500000000000000" pitchFamily="2" charset="0"/>
                    <a:ea typeface="Oswald" pitchFamily="34" charset="-122"/>
                    <a:cs typeface="Oswald" pitchFamily="34" charset="-120"/>
                  </a:rPr>
                  <a:t>Digital Tools Must Be Fully Activated and Governed</a:t>
                </a:r>
              </a:p>
              <a:p>
                <a:endParaRPr lang="en-US" sz="1360" dirty="0">
                  <a:latin typeface="Titillium Web" panose="00000500000000000000" pitchFamily="2" charset="0"/>
                </a:endParaRPr>
              </a:p>
            </p:txBody>
          </p:sp>
          <p:sp>
            <p:nvSpPr>
              <p:cNvPr id="22" name="Text 4">
                <a:extLst>
                  <a:ext uri="{FF2B5EF4-FFF2-40B4-BE49-F238E27FC236}">
                    <a16:creationId xmlns:a16="http://schemas.microsoft.com/office/drawing/2014/main" id="{04E9AFB5-BA77-04B0-2C64-FE864C6F4B8F}"/>
                  </a:ext>
                </a:extLst>
              </p:cNvPr>
              <p:cNvSpPr/>
              <p:nvPr/>
            </p:nvSpPr>
            <p:spPr>
              <a:xfrm>
                <a:off x="3358775" y="5754621"/>
                <a:ext cx="1391079" cy="1254756"/>
              </a:xfrm>
              <a:prstGeom prst="rect">
                <a:avLst/>
              </a:prstGeom>
              <a:noFill/>
              <a:ln/>
            </p:spPr>
            <p:txBody>
              <a:bodyPr wrap="square" lIns="0" tIns="0" rIns="0" bIns="0" rtlCol="0" anchor="ctr"/>
              <a:lstStyle/>
              <a:p>
                <a:r>
                  <a:rPr lang="en-US" sz="952" dirty="0">
                    <a:latin typeface="Titillium Web" panose="00000500000000000000" pitchFamily="2" charset="0"/>
                    <a:ea typeface="Archivo Narrow" pitchFamily="34" charset="-122"/>
                    <a:cs typeface="Archivo Narrow" pitchFamily="34" charset="-120"/>
                  </a:rPr>
                  <a:t>Implement CRM, digital invoicing, and basic cybersecurity protocols to reduce inefficiencies and improve traceability.</a:t>
                </a:r>
                <a:endParaRPr lang="en-US" sz="952" dirty="0">
                  <a:latin typeface="Titillium Web" panose="00000500000000000000" pitchFamily="2" charset="0"/>
                </a:endParaRPr>
              </a:p>
            </p:txBody>
          </p:sp>
        </p:grpSp>
        <p:sp>
          <p:nvSpPr>
            <p:cNvPr id="28" name="Rectangle 27">
              <a:extLst>
                <a:ext uri="{FF2B5EF4-FFF2-40B4-BE49-F238E27FC236}">
                  <a16:creationId xmlns:a16="http://schemas.microsoft.com/office/drawing/2014/main" id="{E86AD0F0-F4AC-D767-08C8-C01EFE1F3C80}"/>
                </a:ext>
              </a:extLst>
            </p:cNvPr>
            <p:cNvSpPr/>
            <p:nvPr/>
          </p:nvSpPr>
          <p:spPr>
            <a:xfrm>
              <a:off x="2951494" y="4318000"/>
              <a:ext cx="1902602" cy="2777375"/>
            </a:xfrm>
            <a:prstGeom prst="rect">
              <a:avLst/>
            </a:prstGeom>
            <a:solidFill>
              <a:schemeClr val="bg1">
                <a:lumMod val="85000"/>
                <a:alpha val="12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grpSp>
      <p:grpSp>
        <p:nvGrpSpPr>
          <p:cNvPr id="11" name="Group 10">
            <a:extLst>
              <a:ext uri="{FF2B5EF4-FFF2-40B4-BE49-F238E27FC236}">
                <a16:creationId xmlns:a16="http://schemas.microsoft.com/office/drawing/2014/main" id="{8FCCA771-33CA-9295-BB73-E1C0DB5EE7F1}"/>
              </a:ext>
            </a:extLst>
          </p:cNvPr>
          <p:cNvGrpSpPr/>
          <p:nvPr/>
        </p:nvGrpSpPr>
        <p:grpSpPr>
          <a:xfrm>
            <a:off x="4980697" y="4152900"/>
            <a:ext cx="1902602" cy="2777375"/>
            <a:chOff x="4980697" y="4152900"/>
            <a:chExt cx="1902602" cy="2777375"/>
          </a:xfrm>
        </p:grpSpPr>
        <p:sp>
          <p:nvSpPr>
            <p:cNvPr id="25" name="Text 5">
              <a:extLst>
                <a:ext uri="{FF2B5EF4-FFF2-40B4-BE49-F238E27FC236}">
                  <a16:creationId xmlns:a16="http://schemas.microsoft.com/office/drawing/2014/main" id="{B5CFE425-5929-597A-F7B6-EA1198030DB2}"/>
                </a:ext>
              </a:extLst>
            </p:cNvPr>
            <p:cNvSpPr/>
            <p:nvPr/>
          </p:nvSpPr>
          <p:spPr>
            <a:xfrm>
              <a:off x="5174938" y="4479780"/>
              <a:ext cx="1681563" cy="683871"/>
            </a:xfrm>
            <a:prstGeom prst="rect">
              <a:avLst/>
            </a:prstGeom>
            <a:noFill/>
            <a:ln/>
          </p:spPr>
          <p:txBody>
            <a:bodyPr wrap="square" lIns="0" tIns="0" rIns="0" bIns="0" rtlCol="0" anchor="ctr"/>
            <a:lstStyle/>
            <a:p>
              <a:r>
                <a:rPr lang="en-US" sz="1360" b="1" dirty="0">
                  <a:latin typeface="Titillium Web" panose="00000500000000000000" pitchFamily="2" charset="0"/>
                  <a:ea typeface="Oswald" pitchFamily="34" charset="-122"/>
                  <a:cs typeface="Oswald" pitchFamily="34" charset="-120"/>
                </a:rPr>
                <a:t>Operational Consistency Depends on Systemization</a:t>
              </a:r>
            </a:p>
            <a:p>
              <a:endParaRPr lang="en-US" sz="1360" dirty="0">
                <a:latin typeface="Titillium Web" panose="00000500000000000000" pitchFamily="2" charset="0"/>
              </a:endParaRPr>
            </a:p>
          </p:txBody>
        </p:sp>
        <p:sp>
          <p:nvSpPr>
            <p:cNvPr id="26" name="Text 6">
              <a:extLst>
                <a:ext uri="{FF2B5EF4-FFF2-40B4-BE49-F238E27FC236}">
                  <a16:creationId xmlns:a16="http://schemas.microsoft.com/office/drawing/2014/main" id="{4040BE5B-EB3A-EAB3-CBCE-17F710460C6C}"/>
                </a:ext>
              </a:extLst>
            </p:cNvPr>
            <p:cNvSpPr/>
            <p:nvPr/>
          </p:nvSpPr>
          <p:spPr>
            <a:xfrm>
              <a:off x="5168319" y="5419807"/>
              <a:ext cx="1568829" cy="628173"/>
            </a:xfrm>
            <a:prstGeom prst="rect">
              <a:avLst/>
            </a:prstGeom>
            <a:noFill/>
            <a:ln/>
          </p:spPr>
          <p:txBody>
            <a:bodyPr wrap="square" lIns="0" tIns="0" rIns="0" bIns="0" rtlCol="0" anchor="ctr"/>
            <a:lstStyle/>
            <a:p>
              <a:r>
                <a:rPr lang="en-US" sz="952" dirty="0">
                  <a:latin typeface="Titillium Web" panose="00000500000000000000" pitchFamily="2" charset="0"/>
                  <a:ea typeface="Archivo Narrow" pitchFamily="34" charset="-122"/>
                  <a:cs typeface="Archivo Narrow" pitchFamily="34" charset="-120"/>
                </a:rPr>
                <a:t>Document SOPs, define staff roles, and introduce performance tracking systems to improve consistency and reduce founder dependency..</a:t>
              </a:r>
              <a:endParaRPr lang="en-US" sz="952" dirty="0">
                <a:latin typeface="Titillium Web" panose="00000500000000000000" pitchFamily="2" charset="0"/>
              </a:endParaRPr>
            </a:p>
          </p:txBody>
        </p:sp>
        <p:sp>
          <p:nvSpPr>
            <p:cNvPr id="32" name="Rectangle 31">
              <a:extLst>
                <a:ext uri="{FF2B5EF4-FFF2-40B4-BE49-F238E27FC236}">
                  <a16:creationId xmlns:a16="http://schemas.microsoft.com/office/drawing/2014/main" id="{F60D449D-2A0F-A3F8-E2A9-C74089F8BB31}"/>
                </a:ext>
              </a:extLst>
            </p:cNvPr>
            <p:cNvSpPr/>
            <p:nvPr/>
          </p:nvSpPr>
          <p:spPr>
            <a:xfrm>
              <a:off x="4980697" y="4152900"/>
              <a:ext cx="1902602" cy="2777375"/>
            </a:xfrm>
            <a:prstGeom prst="rect">
              <a:avLst/>
            </a:prstGeom>
            <a:solidFill>
              <a:schemeClr val="bg1">
                <a:lumMod val="85000"/>
                <a:alpha val="12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grpSp>
      <p:grpSp>
        <p:nvGrpSpPr>
          <p:cNvPr id="48" name="Group 47">
            <a:extLst>
              <a:ext uri="{FF2B5EF4-FFF2-40B4-BE49-F238E27FC236}">
                <a16:creationId xmlns:a16="http://schemas.microsoft.com/office/drawing/2014/main" id="{5E32BE08-69C4-D769-1A83-CE0CFBBFCAAA}"/>
              </a:ext>
            </a:extLst>
          </p:cNvPr>
          <p:cNvGrpSpPr/>
          <p:nvPr/>
        </p:nvGrpSpPr>
        <p:grpSpPr>
          <a:xfrm>
            <a:off x="873375" y="7090525"/>
            <a:ext cx="1902602" cy="2777375"/>
            <a:chOff x="886075" y="7166725"/>
            <a:chExt cx="1902602" cy="2777375"/>
          </a:xfrm>
        </p:grpSpPr>
        <p:sp>
          <p:nvSpPr>
            <p:cNvPr id="29" name="Text 7">
              <a:extLst>
                <a:ext uri="{FF2B5EF4-FFF2-40B4-BE49-F238E27FC236}">
                  <a16:creationId xmlns:a16="http://schemas.microsoft.com/office/drawing/2014/main" id="{EFB17110-FE1B-43A0-CD7E-DBFC559E6633}"/>
                </a:ext>
              </a:extLst>
            </p:cNvPr>
            <p:cNvSpPr/>
            <p:nvPr/>
          </p:nvSpPr>
          <p:spPr>
            <a:xfrm>
              <a:off x="1069078" y="7476347"/>
              <a:ext cx="1626653" cy="509628"/>
            </a:xfrm>
            <a:prstGeom prst="rect">
              <a:avLst/>
            </a:prstGeom>
            <a:noFill/>
            <a:ln/>
          </p:spPr>
          <p:txBody>
            <a:bodyPr wrap="square" lIns="0" tIns="0" rIns="0" bIns="0" rtlCol="0" anchor="ctr"/>
            <a:lstStyle/>
            <a:p>
              <a:r>
                <a:rPr lang="en-US" sz="1360" b="1" dirty="0">
                  <a:latin typeface="Titillium Web" panose="00000500000000000000" pitchFamily="2" charset="0"/>
                  <a:ea typeface="Oswald" pitchFamily="34" charset="-122"/>
                  <a:cs typeface="Oswald" pitchFamily="34" charset="-120"/>
                </a:rPr>
                <a:t>Commercial Growth Requires Structure, Not Just Visibility</a:t>
              </a:r>
              <a:endParaRPr lang="en-US" sz="1360" dirty="0">
                <a:latin typeface="Titillium Web" panose="00000500000000000000" pitchFamily="2" charset="0"/>
              </a:endParaRPr>
            </a:p>
          </p:txBody>
        </p:sp>
        <p:sp>
          <p:nvSpPr>
            <p:cNvPr id="30" name="Text 8">
              <a:extLst>
                <a:ext uri="{FF2B5EF4-FFF2-40B4-BE49-F238E27FC236}">
                  <a16:creationId xmlns:a16="http://schemas.microsoft.com/office/drawing/2014/main" id="{288345B9-A75E-99F7-3448-815746C5DFA2}"/>
                </a:ext>
              </a:extLst>
            </p:cNvPr>
            <p:cNvSpPr/>
            <p:nvPr/>
          </p:nvSpPr>
          <p:spPr>
            <a:xfrm>
              <a:off x="1075480" y="8209075"/>
              <a:ext cx="1694725" cy="808699"/>
            </a:xfrm>
            <a:prstGeom prst="rect">
              <a:avLst/>
            </a:prstGeom>
            <a:noFill/>
            <a:ln/>
          </p:spPr>
          <p:txBody>
            <a:bodyPr wrap="square" lIns="0" tIns="0" rIns="0" bIns="0" rtlCol="0" anchor="ctr"/>
            <a:lstStyle/>
            <a:p>
              <a:r>
                <a:rPr lang="en-US" sz="952" dirty="0">
                  <a:latin typeface="Titillium Web" panose="00000500000000000000" pitchFamily="2" charset="0"/>
                  <a:ea typeface="Archivo Narrow" pitchFamily="34" charset="-122"/>
                  <a:cs typeface="Archivo Narrow" pitchFamily="34" charset="-120"/>
                </a:rPr>
                <a:t>Develop a segmented go-to-market plan, deploy branded materials, and track pipeline data using a simple CRM or spreadsheet system</a:t>
              </a:r>
              <a:endParaRPr lang="en-US" sz="952" dirty="0">
                <a:latin typeface="Titillium Web" panose="00000500000000000000" pitchFamily="2" charset="0"/>
              </a:endParaRPr>
            </a:p>
          </p:txBody>
        </p:sp>
        <p:sp>
          <p:nvSpPr>
            <p:cNvPr id="41" name="Rectangle 40">
              <a:extLst>
                <a:ext uri="{FF2B5EF4-FFF2-40B4-BE49-F238E27FC236}">
                  <a16:creationId xmlns:a16="http://schemas.microsoft.com/office/drawing/2014/main" id="{46F39D82-41B5-5124-B8A6-5AD40C19C2D6}"/>
                </a:ext>
              </a:extLst>
            </p:cNvPr>
            <p:cNvSpPr/>
            <p:nvPr/>
          </p:nvSpPr>
          <p:spPr>
            <a:xfrm>
              <a:off x="886075" y="7166725"/>
              <a:ext cx="1902602" cy="2777375"/>
            </a:xfrm>
            <a:prstGeom prst="rect">
              <a:avLst/>
            </a:prstGeom>
            <a:solidFill>
              <a:schemeClr val="bg1">
                <a:lumMod val="85000"/>
                <a:alpha val="12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grpSp>
      <p:sp>
        <p:nvSpPr>
          <p:cNvPr id="33" name="Text 9">
            <a:extLst>
              <a:ext uri="{FF2B5EF4-FFF2-40B4-BE49-F238E27FC236}">
                <a16:creationId xmlns:a16="http://schemas.microsoft.com/office/drawing/2014/main" id="{154BEEC0-0692-B06B-BCDF-C90E861D9F56}"/>
              </a:ext>
            </a:extLst>
          </p:cNvPr>
          <p:cNvSpPr/>
          <p:nvPr/>
        </p:nvSpPr>
        <p:spPr>
          <a:xfrm>
            <a:off x="3113800" y="7428504"/>
            <a:ext cx="1492234" cy="446200"/>
          </a:xfrm>
          <a:prstGeom prst="rect">
            <a:avLst/>
          </a:prstGeom>
          <a:noFill/>
          <a:ln>
            <a:noFill/>
          </a:ln>
        </p:spPr>
        <p:txBody>
          <a:bodyPr wrap="square" lIns="0" tIns="0" rIns="0" bIns="0" rtlCol="0" anchor="ctr"/>
          <a:lstStyle/>
          <a:p>
            <a:r>
              <a:rPr lang="en-US" sz="1360" b="1" dirty="0">
                <a:latin typeface="Titillium Web" panose="00000500000000000000" pitchFamily="2" charset="0"/>
                <a:ea typeface="Oswald" pitchFamily="34" charset="-122"/>
                <a:cs typeface="Oswald" pitchFamily="34" charset="-120"/>
              </a:rPr>
              <a:t>Governance Is a High-Risk Exposure </a:t>
            </a:r>
          </a:p>
          <a:p>
            <a:endParaRPr lang="en-US" sz="1360" dirty="0">
              <a:latin typeface="Titillium Web" panose="00000500000000000000" pitchFamily="2" charset="0"/>
            </a:endParaRPr>
          </a:p>
        </p:txBody>
      </p:sp>
      <p:sp>
        <p:nvSpPr>
          <p:cNvPr id="34" name="Text 10">
            <a:extLst>
              <a:ext uri="{FF2B5EF4-FFF2-40B4-BE49-F238E27FC236}">
                <a16:creationId xmlns:a16="http://schemas.microsoft.com/office/drawing/2014/main" id="{EEEB3837-8A81-372F-C1EF-33657FFBABBF}"/>
              </a:ext>
            </a:extLst>
          </p:cNvPr>
          <p:cNvSpPr/>
          <p:nvPr/>
        </p:nvSpPr>
        <p:spPr>
          <a:xfrm>
            <a:off x="3084332" y="8295781"/>
            <a:ext cx="1521701" cy="638413"/>
          </a:xfrm>
          <a:prstGeom prst="rect">
            <a:avLst/>
          </a:prstGeom>
          <a:noFill/>
          <a:ln>
            <a:noFill/>
          </a:ln>
        </p:spPr>
        <p:txBody>
          <a:bodyPr wrap="square" lIns="0" tIns="0" rIns="0" bIns="0" rtlCol="0" anchor="ctr"/>
          <a:lstStyle/>
          <a:p>
            <a:r>
              <a:rPr lang="en-US" sz="952" dirty="0">
                <a:latin typeface="Titillium Web" panose="00000500000000000000" pitchFamily="2" charset="0"/>
                <a:ea typeface="Archivo Narrow" pitchFamily="34" charset="-122"/>
                <a:cs typeface="Archivo Narrow" pitchFamily="34" charset="-120"/>
              </a:rPr>
              <a:t>Establish a basic governance charter, draft core organizational policies, and introduce a risk register to meet compliance expectations</a:t>
            </a:r>
            <a:endParaRPr lang="en-US" sz="952" dirty="0">
              <a:latin typeface="Titillium Web" panose="00000500000000000000" pitchFamily="2" charset="0"/>
            </a:endParaRPr>
          </a:p>
        </p:txBody>
      </p:sp>
      <p:grpSp>
        <p:nvGrpSpPr>
          <p:cNvPr id="5" name="Group 4">
            <a:extLst>
              <a:ext uri="{FF2B5EF4-FFF2-40B4-BE49-F238E27FC236}">
                <a16:creationId xmlns:a16="http://schemas.microsoft.com/office/drawing/2014/main" id="{C8CB8BC2-409F-9DE9-A54C-EC513931E6E5}"/>
              </a:ext>
            </a:extLst>
          </p:cNvPr>
          <p:cNvGrpSpPr/>
          <p:nvPr/>
        </p:nvGrpSpPr>
        <p:grpSpPr>
          <a:xfrm>
            <a:off x="5591781" y="1412484"/>
            <a:ext cx="1382886" cy="1387866"/>
            <a:chOff x="5591781" y="1412484"/>
            <a:chExt cx="1382886" cy="1387866"/>
          </a:xfrm>
        </p:grpSpPr>
        <p:sp>
          <p:nvSpPr>
            <p:cNvPr id="7" name="Rectangle 6">
              <a:extLst>
                <a:ext uri="{FF2B5EF4-FFF2-40B4-BE49-F238E27FC236}">
                  <a16:creationId xmlns:a16="http://schemas.microsoft.com/office/drawing/2014/main" id="{3B92C74A-0B9A-71A3-9A78-CC6B9FFFFC1C}"/>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8" name="Picture 7">
              <a:extLst>
                <a:ext uri="{FF2B5EF4-FFF2-40B4-BE49-F238E27FC236}">
                  <a16:creationId xmlns:a16="http://schemas.microsoft.com/office/drawing/2014/main" id="{AD2A2D03-991C-397D-8AE2-2917091922AB}"/>
                </a:ext>
              </a:extLst>
            </p:cNvPr>
            <p:cNvPicPr>
              <a:picLocks noChangeAspect="1"/>
            </p:cNvPicPr>
            <p:nvPr/>
          </p:nvPicPr>
          <p:blipFill>
            <a:blip r:embed="rId4"/>
            <a:srcRect l="10092" r="10092"/>
            <a:stretch/>
          </p:blipFill>
          <p:spPr>
            <a:xfrm>
              <a:off x="5591781" y="1712378"/>
              <a:ext cx="1158067" cy="762487"/>
            </a:xfrm>
            <a:prstGeom prst="rect">
              <a:avLst/>
            </a:prstGeom>
          </p:spPr>
        </p:pic>
        <p:sp>
          <p:nvSpPr>
            <p:cNvPr id="16" name="Rectangle 15">
              <a:extLst>
                <a:ext uri="{FF2B5EF4-FFF2-40B4-BE49-F238E27FC236}">
                  <a16:creationId xmlns:a16="http://schemas.microsoft.com/office/drawing/2014/main" id="{1C334BD1-4707-34C9-890E-DC2BF0DF0705}"/>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14" name="Rectangle 13">
            <a:extLst>
              <a:ext uri="{FF2B5EF4-FFF2-40B4-BE49-F238E27FC236}">
                <a16:creationId xmlns:a16="http://schemas.microsoft.com/office/drawing/2014/main" id="{3C36E7B5-536F-0901-9805-3D4F1E1B0854}"/>
              </a:ext>
            </a:extLst>
          </p:cNvPr>
          <p:cNvSpPr/>
          <p:nvPr/>
        </p:nvSpPr>
        <p:spPr>
          <a:xfrm>
            <a:off x="2946910" y="7090525"/>
            <a:ext cx="1902602" cy="2777375"/>
          </a:xfrm>
          <a:prstGeom prst="rect">
            <a:avLst/>
          </a:prstGeom>
          <a:solidFill>
            <a:schemeClr val="bg1">
              <a:lumMod val="85000"/>
              <a:alpha val="12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Tree>
    <p:extLst>
      <p:ext uri="{BB962C8B-B14F-4D97-AF65-F5344CB8AC3E}">
        <p14:creationId xmlns:p14="http://schemas.microsoft.com/office/powerpoint/2010/main" val="878968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A96C2-7584-AEDD-4245-0407ED38DAEB}"/>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E4AFDD5F-678D-A07A-DBD7-5D1E7B0F2A22}"/>
              </a:ext>
            </a:extLst>
          </p:cNvPr>
          <p:cNvSpPr/>
          <p:nvPr/>
        </p:nvSpPr>
        <p:spPr>
          <a:xfrm>
            <a:off x="214856" y="865637"/>
            <a:ext cx="585961" cy="1895475"/>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5" name="Image 3">
            <a:extLst>
              <a:ext uri="{FF2B5EF4-FFF2-40B4-BE49-F238E27FC236}">
                <a16:creationId xmlns:a16="http://schemas.microsoft.com/office/drawing/2014/main" id="{F6DD03C4-DDCE-2A83-F30E-30B54199DD60}"/>
              </a:ext>
            </a:extLst>
          </p:cNvPr>
          <p:cNvPicPr>
            <a:picLocks noChangeAspect="1"/>
          </p:cNvPicPr>
          <p:nvPr/>
        </p:nvPicPr>
        <p:blipFill>
          <a:blip r:embed="rId3"/>
          <a:srcRect/>
          <a:stretch/>
        </p:blipFill>
        <p:spPr>
          <a:xfrm>
            <a:off x="1" y="4219575"/>
            <a:ext cx="7772398" cy="4076699"/>
          </a:xfrm>
          <a:prstGeom prst="rect">
            <a:avLst/>
          </a:prstGeom>
        </p:spPr>
      </p:pic>
      <p:pic>
        <p:nvPicPr>
          <p:cNvPr id="6" name="Image 4" descr="preencoded.png">
            <a:extLst>
              <a:ext uri="{FF2B5EF4-FFF2-40B4-BE49-F238E27FC236}">
                <a16:creationId xmlns:a16="http://schemas.microsoft.com/office/drawing/2014/main" id="{7CF23CEF-74E0-D722-F468-1700795361BC}"/>
              </a:ext>
            </a:extLst>
          </p:cNvPr>
          <p:cNvPicPr>
            <a:picLocks noChangeAspect="1"/>
          </p:cNvPicPr>
          <p:nvPr/>
        </p:nvPicPr>
        <p:blipFill>
          <a:blip r:embed="rId4"/>
          <a:stretch>
            <a:fillRect/>
          </a:stretch>
        </p:blipFill>
        <p:spPr>
          <a:xfrm>
            <a:off x="4862751" y="6575308"/>
            <a:ext cx="1752600" cy="1752600"/>
          </a:xfrm>
          <a:prstGeom prst="rect">
            <a:avLst/>
          </a:prstGeom>
        </p:spPr>
      </p:pic>
      <p:pic>
        <p:nvPicPr>
          <p:cNvPr id="7" name="Image 5" descr="preencoded.png">
            <a:extLst>
              <a:ext uri="{FF2B5EF4-FFF2-40B4-BE49-F238E27FC236}">
                <a16:creationId xmlns:a16="http://schemas.microsoft.com/office/drawing/2014/main" id="{D6F874AE-4E02-0B19-CBF1-CF6E74DCA088}"/>
              </a:ext>
            </a:extLst>
          </p:cNvPr>
          <p:cNvPicPr>
            <a:picLocks noChangeAspect="1"/>
          </p:cNvPicPr>
          <p:nvPr/>
        </p:nvPicPr>
        <p:blipFill>
          <a:blip r:embed="rId5"/>
          <a:stretch>
            <a:fillRect/>
          </a:stretch>
        </p:blipFill>
        <p:spPr>
          <a:xfrm>
            <a:off x="6607635" y="6575308"/>
            <a:ext cx="1171575" cy="1752600"/>
          </a:xfrm>
          <a:prstGeom prst="rect">
            <a:avLst/>
          </a:prstGeom>
        </p:spPr>
      </p:pic>
      <p:pic>
        <p:nvPicPr>
          <p:cNvPr id="8" name="Image 6" descr="preencoded.png">
            <a:extLst>
              <a:ext uri="{FF2B5EF4-FFF2-40B4-BE49-F238E27FC236}">
                <a16:creationId xmlns:a16="http://schemas.microsoft.com/office/drawing/2014/main" id="{941A5F17-4765-41CE-5A8A-9D971244E9F2}"/>
              </a:ext>
            </a:extLst>
          </p:cNvPr>
          <p:cNvPicPr>
            <a:picLocks noChangeAspect="1"/>
          </p:cNvPicPr>
          <p:nvPr/>
        </p:nvPicPr>
        <p:blipFill>
          <a:blip r:embed="rId6"/>
          <a:stretch>
            <a:fillRect/>
          </a:stretch>
        </p:blipFill>
        <p:spPr>
          <a:xfrm>
            <a:off x="551487" y="9286170"/>
            <a:ext cx="6652174" cy="190500"/>
          </a:xfrm>
          <a:prstGeom prst="rect">
            <a:avLst/>
          </a:prstGeom>
        </p:spPr>
      </p:pic>
      <p:sp>
        <p:nvSpPr>
          <p:cNvPr id="12" name="Text 3">
            <a:extLst>
              <a:ext uri="{FF2B5EF4-FFF2-40B4-BE49-F238E27FC236}">
                <a16:creationId xmlns:a16="http://schemas.microsoft.com/office/drawing/2014/main" id="{B095825C-4BFD-ACCB-F1E1-FAFAB2148692}"/>
              </a:ext>
            </a:extLst>
          </p:cNvPr>
          <p:cNvSpPr/>
          <p:nvPr/>
        </p:nvSpPr>
        <p:spPr>
          <a:xfrm>
            <a:off x="4362917" y="8902446"/>
            <a:ext cx="2838450" cy="228600"/>
          </a:xfrm>
          <a:prstGeom prst="rect">
            <a:avLst/>
          </a:prstGeom>
          <a:noFill/>
          <a:ln/>
        </p:spPr>
        <p:txBody>
          <a:bodyPr wrap="square" lIns="0" tIns="0" rIns="0" bIns="0" rtlCol="0" anchor="ctr"/>
          <a:lstStyle/>
          <a:p>
            <a:pPr marL="0" indent="0" algn="r">
              <a:lnSpc>
                <a:spcPct val="99141"/>
              </a:lnSpc>
              <a:buNone/>
            </a:pPr>
            <a:r>
              <a:rPr lang="en-US" sz="1200" dirty="0">
                <a:solidFill>
                  <a:srgbClr val="000000"/>
                </a:solidFill>
                <a:latin typeface="Arimo" pitchFamily="34" charset="0"/>
                <a:ea typeface="Arimo" pitchFamily="34" charset="-122"/>
              </a:rPr>
              <a:t>{{</a:t>
            </a:r>
            <a:r>
              <a:rPr lang="en-US" sz="1200" dirty="0" err="1">
                <a:solidFill>
                  <a:srgbClr val="000000"/>
                </a:solidFill>
                <a:latin typeface="Arimo" pitchFamily="34" charset="0"/>
                <a:ea typeface="Arimo" pitchFamily="34" charset="-122"/>
              </a:rPr>
              <a:t>emailAddress</a:t>
            </a:r>
            <a:r>
              <a:rPr lang="en-US" sz="1200" dirty="0">
                <a:solidFill>
                  <a:srgbClr val="000000"/>
                </a:solidFill>
                <a:latin typeface="Arimo" pitchFamily="34" charset="0"/>
                <a:ea typeface="Arimo" pitchFamily="34" charset="-122"/>
              </a:rPr>
              <a:t>}}</a:t>
            </a:r>
            <a:endParaRPr lang="en-US" sz="1200" dirty="0"/>
          </a:p>
        </p:txBody>
      </p:sp>
      <p:sp>
        <p:nvSpPr>
          <p:cNvPr id="14" name="Text 0">
            <a:extLst>
              <a:ext uri="{FF2B5EF4-FFF2-40B4-BE49-F238E27FC236}">
                <a16:creationId xmlns:a16="http://schemas.microsoft.com/office/drawing/2014/main" id="{62B9DD83-4BFB-2B3E-89EE-593BDF17052D}"/>
              </a:ext>
            </a:extLst>
          </p:cNvPr>
          <p:cNvSpPr/>
          <p:nvPr/>
        </p:nvSpPr>
        <p:spPr>
          <a:xfrm>
            <a:off x="1252713" y="1042807"/>
            <a:ext cx="4641947" cy="1028700"/>
          </a:xfrm>
          <a:prstGeom prst="rect">
            <a:avLst/>
          </a:prstGeom>
          <a:noFill/>
          <a:ln/>
        </p:spPr>
        <p:txBody>
          <a:bodyPr wrap="square" lIns="0" tIns="0" rIns="0" bIns="0" rtlCol="0" anchor="ctr"/>
          <a:lstStyle/>
          <a:p>
            <a:pPr lvl="1">
              <a:lnSpc>
                <a:spcPts val="7500"/>
              </a:lnSpc>
              <a:buSzPct val="100000"/>
            </a:pPr>
            <a:r>
              <a:rPr lang="en-US" sz="4400" b="1" dirty="0">
                <a:solidFill>
                  <a:srgbClr val="1D1D1D"/>
                </a:solidFill>
                <a:latin typeface="Titillium Web" panose="00000500000000000000" pitchFamily="2" charset="0"/>
                <a:ea typeface="Sora" pitchFamily="34" charset="-122"/>
                <a:cs typeface="Sora" pitchFamily="34" charset="-120"/>
              </a:rPr>
              <a:t>SECTION2</a:t>
            </a:r>
          </a:p>
          <a:p>
            <a:pPr lvl="1">
              <a:lnSpc>
                <a:spcPct val="70000"/>
              </a:lnSpc>
              <a:buSzPct val="100000"/>
            </a:pPr>
            <a:r>
              <a:rPr lang="en-US" sz="3375" b="1" dirty="0">
                <a:solidFill>
                  <a:schemeClr val="tx1">
                    <a:lumMod val="50000"/>
                    <a:lumOff val="50000"/>
                  </a:schemeClr>
                </a:solidFill>
                <a:latin typeface="Titillium Web" panose="00000500000000000000" pitchFamily="2" charset="0"/>
                <a:ea typeface="Sora" pitchFamily="34" charset="-122"/>
              </a:rPr>
              <a:t>Methodology</a:t>
            </a:r>
            <a:endParaRPr lang="en-US" sz="3375" dirty="0">
              <a:solidFill>
                <a:schemeClr val="tx1">
                  <a:lumMod val="50000"/>
                  <a:lumOff val="50000"/>
                </a:schemeClr>
              </a:solidFill>
              <a:latin typeface="Titillium Web" panose="00000500000000000000" pitchFamily="2" charset="0"/>
            </a:endParaRPr>
          </a:p>
        </p:txBody>
      </p:sp>
      <p:sp>
        <p:nvSpPr>
          <p:cNvPr id="23" name="Rectangle 22">
            <a:extLst>
              <a:ext uri="{FF2B5EF4-FFF2-40B4-BE49-F238E27FC236}">
                <a16:creationId xmlns:a16="http://schemas.microsoft.com/office/drawing/2014/main" id="{C155E86A-53AA-20A3-24BE-05D86B0ED11B}"/>
              </a:ext>
            </a:extLst>
          </p:cNvPr>
          <p:cNvSpPr/>
          <p:nvPr/>
        </p:nvSpPr>
        <p:spPr>
          <a:xfrm>
            <a:off x="214856" y="865637"/>
            <a:ext cx="585961" cy="1895475"/>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Rectangle 20">
            <a:extLst>
              <a:ext uri="{FF2B5EF4-FFF2-40B4-BE49-F238E27FC236}">
                <a16:creationId xmlns:a16="http://schemas.microsoft.com/office/drawing/2014/main" id="{06582FBB-2924-2A29-5889-5F50860F7251}"/>
              </a:ext>
            </a:extLst>
          </p:cNvPr>
          <p:cNvSpPr/>
          <p:nvPr/>
        </p:nvSpPr>
        <p:spPr>
          <a:xfrm>
            <a:off x="214856" y="865637"/>
            <a:ext cx="1054386" cy="1416053"/>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379167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5" name="Image 3" descr="preencoded.png"/>
          <p:cNvPicPr>
            <a:picLocks noChangeAspect="1"/>
          </p:cNvPicPr>
          <p:nvPr/>
        </p:nvPicPr>
        <p:blipFill>
          <a:blip r:embed="rId3"/>
          <a:stretch>
            <a:fillRect/>
          </a:stretch>
        </p:blipFill>
        <p:spPr>
          <a:xfrm>
            <a:off x="796962" y="919932"/>
            <a:ext cx="6177705" cy="190500"/>
          </a:xfrm>
          <a:prstGeom prst="rect">
            <a:avLst/>
          </a:prstGeom>
        </p:spPr>
      </p:pic>
      <p:sp>
        <p:nvSpPr>
          <p:cNvPr id="8" name="Text 0"/>
          <p:cNvSpPr/>
          <p:nvPr/>
        </p:nvSpPr>
        <p:spPr>
          <a:xfrm>
            <a:off x="796962" y="2502805"/>
            <a:ext cx="4794819" cy="6473103"/>
          </a:xfrm>
          <a:prstGeom prst="rect">
            <a:avLst/>
          </a:prstGeom>
          <a:noFill/>
          <a:ln/>
        </p:spPr>
        <p:txBody>
          <a:bodyPr wrap="square" lIns="0" tIns="0" rIns="0" bIns="0" rtlCol="0" anchor="ctr"/>
          <a:lstStyle/>
          <a:p>
            <a:pPr marL="0" indent="0" algn="l">
              <a:lnSpc>
                <a:spcPts val="1600"/>
              </a:lnSpc>
              <a:spcBef>
                <a:spcPts val="1200"/>
              </a:spcBef>
              <a:spcAft>
                <a:spcPts val="600"/>
              </a:spcAft>
              <a:buNone/>
            </a:pPr>
            <a:r>
              <a:rPr lang="en-US" sz="1200" dirty="0">
                <a:solidFill>
                  <a:srgbClr val="1D1D1D"/>
                </a:solidFill>
                <a:latin typeface="Titillium Web" panose="00000500000000000000" pitchFamily="2" charset="0"/>
                <a:ea typeface="Titillium Web" pitchFamily="34" charset="-122"/>
                <a:cs typeface="Titillium Web" pitchFamily="34" charset="-120"/>
              </a:rPr>
              <a:t>{{introduction2}}</a:t>
            </a:r>
          </a:p>
        </p:txBody>
      </p:sp>
      <p:sp>
        <p:nvSpPr>
          <p:cNvPr id="9" name="Text 1"/>
          <p:cNvSpPr/>
          <p:nvPr/>
        </p:nvSpPr>
        <p:spPr>
          <a:xfrm>
            <a:off x="5187639" y="677036"/>
            <a:ext cx="1771650" cy="209550"/>
          </a:xfrm>
          <a:prstGeom prst="rect">
            <a:avLst/>
          </a:prstGeom>
          <a:noFill/>
          <a:ln/>
        </p:spPr>
        <p:txBody>
          <a:bodyPr wrap="square" lIns="0" tIns="0" rIns="0" bIns="0" rtlCol="0" anchor="ctr"/>
          <a:lstStyle/>
          <a:p>
            <a:pPr algn="r">
              <a:lnSpc>
                <a:spcPct val="79650"/>
              </a:lnSpc>
            </a:pPr>
            <a:r>
              <a:rPr lang="en-US" sz="1350" i="1" dirty="0">
                <a:solidFill>
                  <a:srgbClr val="1D1D1D"/>
                </a:solidFill>
                <a:latin typeface="Titillium Web" pitchFamily="34" charset="0"/>
                <a:ea typeface="Titillium Web" pitchFamily="34" charset="-122"/>
                <a:cs typeface="Titillium Web" pitchFamily="34" charset="-120"/>
              </a:rPr>
              <a:t>{{</a:t>
            </a:r>
            <a:r>
              <a:rPr lang="en-US" sz="1350" i="1" dirty="0" err="1">
                <a:solidFill>
                  <a:srgbClr val="1D1D1D"/>
                </a:solidFill>
                <a:latin typeface="Titillium Web" pitchFamily="34" charset="0"/>
                <a:ea typeface="Titillium Web" pitchFamily="34" charset="-122"/>
                <a:cs typeface="Titillium Web" pitchFamily="34" charset="-120"/>
              </a:rPr>
              <a:t>currentMonthYear</a:t>
            </a:r>
            <a:r>
              <a:rPr lang="en-US" sz="1350" i="1" dirty="0">
                <a:solidFill>
                  <a:srgbClr val="1D1D1D"/>
                </a:solidFill>
                <a:latin typeface="Titillium Web" pitchFamily="34" charset="0"/>
                <a:ea typeface="Titillium Web" pitchFamily="34" charset="-122"/>
                <a:cs typeface="Titillium Web" pitchFamily="34" charset="-120"/>
              </a:rPr>
              <a:t>}}</a:t>
            </a:r>
            <a:endParaRPr lang="en-US" sz="1350" dirty="0"/>
          </a:p>
        </p:txBody>
      </p:sp>
      <p:sp>
        <p:nvSpPr>
          <p:cNvPr id="10" name="Text 2"/>
          <p:cNvSpPr/>
          <p:nvPr/>
        </p:nvSpPr>
        <p:spPr>
          <a:xfrm>
            <a:off x="796962" y="1855496"/>
            <a:ext cx="3676650" cy="476250"/>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cs typeface="Sora" pitchFamily="34" charset="-120"/>
              </a:rPr>
              <a:t>2.1 Introduction</a:t>
            </a:r>
            <a:endParaRPr lang="en-US" sz="2800" dirty="0">
              <a:latin typeface="Titillium Web" panose="00000500000000000000" pitchFamily="2" charset="0"/>
            </a:endParaRPr>
          </a:p>
        </p:txBody>
      </p:sp>
      <p:sp>
        <p:nvSpPr>
          <p:cNvPr id="11" name="Text 3"/>
          <p:cNvSpPr/>
          <p:nvPr/>
        </p:nvSpPr>
        <p:spPr>
          <a:xfrm>
            <a:off x="7209558" y="9559385"/>
            <a:ext cx="228600" cy="180975"/>
          </a:xfrm>
          <a:prstGeom prst="rect">
            <a:avLst/>
          </a:prstGeom>
          <a:noFill/>
          <a:ln/>
        </p:spPr>
        <p:txBody>
          <a:bodyPr wrap="square" lIns="0" tIns="0" rIns="0" bIns="0" rtlCol="0" anchor="ctr"/>
          <a:lstStyle/>
          <a:p>
            <a:pPr marL="0" indent="0" algn="l">
              <a:lnSpc>
                <a:spcPct val="79650"/>
              </a:lnSpc>
              <a:buNone/>
            </a:pPr>
            <a:r>
              <a:rPr lang="en-US" sz="1000" b="1" dirty="0">
                <a:solidFill>
                  <a:srgbClr val="2B2B35"/>
                </a:solidFill>
                <a:latin typeface="Titillium Web" panose="00000500000000000000" pitchFamily="2" charset="0"/>
                <a:ea typeface="Roboto Condensed" pitchFamily="34" charset="-122"/>
                <a:cs typeface="Roboto Condensed" pitchFamily="34" charset="-120"/>
              </a:rPr>
              <a:t>10</a:t>
            </a:r>
            <a:endParaRPr lang="en-US" sz="1000" b="1" dirty="0">
              <a:latin typeface="Titillium Web" panose="00000500000000000000" pitchFamily="2" charset="0"/>
            </a:endParaRPr>
          </a:p>
        </p:txBody>
      </p:sp>
      <p:sp>
        <p:nvSpPr>
          <p:cNvPr id="12" name="Text 4"/>
          <p:cNvSpPr/>
          <p:nvPr/>
        </p:nvSpPr>
        <p:spPr>
          <a:xfrm>
            <a:off x="895634" y="684512"/>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13" name="Text 5"/>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7</a:t>
            </a:r>
            <a:endParaRPr lang="en-US" sz="1200" dirty="0">
              <a:latin typeface="Titillium Web" panose="00000500000000000000" pitchFamily="2" charset="0"/>
            </a:endParaRPr>
          </a:p>
        </p:txBody>
      </p:sp>
      <p:grpSp>
        <p:nvGrpSpPr>
          <p:cNvPr id="3" name="Group 2">
            <a:extLst>
              <a:ext uri="{FF2B5EF4-FFF2-40B4-BE49-F238E27FC236}">
                <a16:creationId xmlns:a16="http://schemas.microsoft.com/office/drawing/2014/main" id="{787AC9FB-D51D-55B0-08C2-1270351DED2A}"/>
              </a:ext>
            </a:extLst>
          </p:cNvPr>
          <p:cNvGrpSpPr/>
          <p:nvPr/>
        </p:nvGrpSpPr>
        <p:grpSpPr>
          <a:xfrm>
            <a:off x="5999045" y="7407697"/>
            <a:ext cx="1314450" cy="1449210"/>
            <a:chOff x="5999045" y="7407697"/>
            <a:chExt cx="1314450" cy="1449210"/>
          </a:xfrm>
        </p:grpSpPr>
        <p:sp>
          <p:nvSpPr>
            <p:cNvPr id="7" name="Text 4">
              <a:extLst>
                <a:ext uri="{FF2B5EF4-FFF2-40B4-BE49-F238E27FC236}">
                  <a16:creationId xmlns:a16="http://schemas.microsoft.com/office/drawing/2014/main" id="{5D9C87B2-51C3-9B61-D2F7-753D75BE0348}"/>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5" name="Image 4" descr="preencoded.png">
              <a:extLst>
                <a:ext uri="{FF2B5EF4-FFF2-40B4-BE49-F238E27FC236}">
                  <a16:creationId xmlns:a16="http://schemas.microsoft.com/office/drawing/2014/main" id="{BA904C6E-8C2C-3A10-C22D-0B5B92F691E0}"/>
                </a:ext>
              </a:extLst>
            </p:cNvPr>
            <p:cNvPicPr>
              <a:picLocks noChangeAspect="1"/>
            </p:cNvPicPr>
            <p:nvPr/>
          </p:nvPicPr>
          <p:blipFill>
            <a:blip r:embed="rId4"/>
            <a:stretch>
              <a:fillRect/>
            </a:stretch>
          </p:blipFill>
          <p:spPr>
            <a:xfrm>
              <a:off x="6799145" y="7407697"/>
              <a:ext cx="514350" cy="400050"/>
            </a:xfrm>
            <a:prstGeom prst="rect">
              <a:avLst/>
            </a:prstGeom>
          </p:spPr>
        </p:pic>
      </p:grpSp>
      <p:grpSp>
        <p:nvGrpSpPr>
          <p:cNvPr id="6" name="Group 5">
            <a:extLst>
              <a:ext uri="{FF2B5EF4-FFF2-40B4-BE49-F238E27FC236}">
                <a16:creationId xmlns:a16="http://schemas.microsoft.com/office/drawing/2014/main" id="{7B393067-5D1F-49B0-75B6-D1D8405B2725}"/>
              </a:ext>
            </a:extLst>
          </p:cNvPr>
          <p:cNvGrpSpPr/>
          <p:nvPr/>
        </p:nvGrpSpPr>
        <p:grpSpPr>
          <a:xfrm>
            <a:off x="5591781" y="1412484"/>
            <a:ext cx="1382886" cy="1387866"/>
            <a:chOff x="5591781" y="1412484"/>
            <a:chExt cx="1382886" cy="1387866"/>
          </a:xfrm>
        </p:grpSpPr>
        <p:sp>
          <p:nvSpPr>
            <p:cNvPr id="14" name="Rectangle 13">
              <a:extLst>
                <a:ext uri="{FF2B5EF4-FFF2-40B4-BE49-F238E27FC236}">
                  <a16:creationId xmlns:a16="http://schemas.microsoft.com/office/drawing/2014/main" id="{4A5C51BC-9838-2DF6-8901-310CBBDF96E9}"/>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6" name="Picture 15">
              <a:extLst>
                <a:ext uri="{FF2B5EF4-FFF2-40B4-BE49-F238E27FC236}">
                  <a16:creationId xmlns:a16="http://schemas.microsoft.com/office/drawing/2014/main" id="{6F0B77D1-63C2-A464-7584-EB25FA6FB154}"/>
                </a:ext>
              </a:extLst>
            </p:cNvPr>
            <p:cNvPicPr>
              <a:picLocks noChangeAspect="1"/>
            </p:cNvPicPr>
            <p:nvPr/>
          </p:nvPicPr>
          <p:blipFill>
            <a:blip r:embed="rId5"/>
            <a:srcRect l="10092" r="10092"/>
            <a:stretch/>
          </p:blipFill>
          <p:spPr>
            <a:xfrm>
              <a:off x="5591781" y="1712378"/>
              <a:ext cx="1158067" cy="762487"/>
            </a:xfrm>
            <a:prstGeom prst="rect">
              <a:avLst/>
            </a:prstGeom>
          </p:spPr>
        </p:pic>
        <p:sp>
          <p:nvSpPr>
            <p:cNvPr id="17" name="Rectangle 16">
              <a:extLst>
                <a:ext uri="{FF2B5EF4-FFF2-40B4-BE49-F238E27FC236}">
                  <a16:creationId xmlns:a16="http://schemas.microsoft.com/office/drawing/2014/main" id="{C2C5617F-F54A-F962-F9EB-F3D0B79D3075}"/>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2" name="Flowchart: Connector 1">
            <a:extLst>
              <a:ext uri="{FF2B5EF4-FFF2-40B4-BE49-F238E27FC236}">
                <a16:creationId xmlns:a16="http://schemas.microsoft.com/office/drawing/2014/main" id="{5BCCDABE-C6E7-6AEF-A980-32B0EB72A3C0}"/>
              </a:ext>
            </a:extLst>
          </p:cNvPr>
          <p:cNvSpPr/>
          <p:nvPr/>
        </p:nvSpPr>
        <p:spPr>
          <a:xfrm>
            <a:off x="7044971" y="939165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F7389-EAE3-F839-0360-AF1E80F24D58}"/>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D0D7D7D-D512-3B7F-8F4A-C13CE8D31A8A}"/>
              </a:ext>
            </a:extLst>
          </p:cNvPr>
          <p:cNvPicPr>
            <a:picLocks noChangeAspect="1"/>
          </p:cNvPicPr>
          <p:nvPr/>
        </p:nvPicPr>
        <p:blipFill>
          <a:blip r:embed="rId3"/>
          <a:stretch>
            <a:fillRect/>
          </a:stretch>
        </p:blipFill>
        <p:spPr>
          <a:xfrm>
            <a:off x="0" y="0"/>
            <a:ext cx="7772400" cy="10058400"/>
          </a:xfrm>
          <a:prstGeom prst="rect">
            <a:avLst/>
          </a:prstGeom>
        </p:spPr>
      </p:pic>
      <p:pic>
        <p:nvPicPr>
          <p:cNvPr id="5" name="Image 3" descr="preencoded.png">
            <a:extLst>
              <a:ext uri="{FF2B5EF4-FFF2-40B4-BE49-F238E27FC236}">
                <a16:creationId xmlns:a16="http://schemas.microsoft.com/office/drawing/2014/main" id="{E660ACD9-62D3-630D-53C1-5EA06B68015B}"/>
              </a:ext>
            </a:extLst>
          </p:cNvPr>
          <p:cNvPicPr>
            <a:picLocks noChangeAspect="1"/>
          </p:cNvPicPr>
          <p:nvPr/>
        </p:nvPicPr>
        <p:blipFill>
          <a:blip r:embed="rId4"/>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2EF1BD21-D50C-D806-F4D8-13E6CEC51592}"/>
              </a:ext>
            </a:extLst>
          </p:cNvPr>
          <p:cNvSpPr/>
          <p:nvPr/>
        </p:nvSpPr>
        <p:spPr>
          <a:xfrm>
            <a:off x="892956" y="2508225"/>
            <a:ext cx="4642687" cy="6218266"/>
          </a:xfrm>
          <a:prstGeom prst="rect">
            <a:avLst/>
          </a:prstGeom>
          <a:noFill/>
          <a:ln/>
        </p:spPr>
        <p:txBody>
          <a:bodyPr wrap="square" lIns="0" tIns="0" rIns="0" bIns="0" rtlCol="0" anchor="t"/>
          <a:lstStyle/>
          <a:p>
            <a:pPr marL="0" indent="0" algn="l">
              <a:lnSpc>
                <a:spcPts val="1600"/>
              </a:lnSpc>
              <a:spcBef>
                <a:spcPts val="1200"/>
              </a:spcBef>
              <a:spcAft>
                <a:spcPts val="600"/>
              </a:spcAft>
              <a:buNone/>
            </a:pPr>
            <a:r>
              <a:rPr lang="en-US" sz="1200" dirty="0">
                <a:solidFill>
                  <a:srgbClr val="1D1D1D"/>
                </a:solidFill>
                <a:latin typeface="Titillium Web" panose="00000500000000000000" pitchFamily="2" charset="0"/>
                <a:ea typeface="Titillium Web" pitchFamily="34" charset="-122"/>
                <a:cs typeface="Titillium Web" pitchFamily="34" charset="-120"/>
              </a:rPr>
              <a:t>{{</a:t>
            </a:r>
            <a:r>
              <a:rPr lang="en-US" sz="1200" dirty="0" err="1">
                <a:solidFill>
                  <a:srgbClr val="1D1D1D"/>
                </a:solidFill>
                <a:latin typeface="Titillium Web" panose="00000500000000000000" pitchFamily="2" charset="0"/>
                <a:ea typeface="Titillium Web" pitchFamily="34" charset="-122"/>
                <a:cs typeface="Titillium Web" pitchFamily="34" charset="-120"/>
              </a:rPr>
              <a:t>assessGoalsBody</a:t>
            </a:r>
            <a:r>
              <a:rPr lang="en-US" sz="1200" dirty="0">
                <a:solidFill>
                  <a:srgbClr val="1D1D1D"/>
                </a:solidFill>
                <a:latin typeface="Titillium Web" panose="00000500000000000000" pitchFamily="2" charset="0"/>
                <a:ea typeface="Titillium Web" pitchFamily="34" charset="-122"/>
                <a:cs typeface="Titillium Web" pitchFamily="34" charset="-120"/>
              </a:rPr>
              <a:t>}}</a:t>
            </a:r>
          </a:p>
        </p:txBody>
      </p:sp>
      <p:sp>
        <p:nvSpPr>
          <p:cNvPr id="9" name="Text 1">
            <a:extLst>
              <a:ext uri="{FF2B5EF4-FFF2-40B4-BE49-F238E27FC236}">
                <a16:creationId xmlns:a16="http://schemas.microsoft.com/office/drawing/2014/main" id="{46F4B96A-BA80-18C1-7D3C-31DBCE12409D}"/>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0" name="Text 2">
            <a:extLst>
              <a:ext uri="{FF2B5EF4-FFF2-40B4-BE49-F238E27FC236}">
                <a16:creationId xmlns:a16="http://schemas.microsoft.com/office/drawing/2014/main" id="{38B769E5-65F8-8F58-C964-AEBC6DBF7B79}"/>
              </a:ext>
            </a:extLst>
          </p:cNvPr>
          <p:cNvSpPr/>
          <p:nvPr/>
        </p:nvSpPr>
        <p:spPr>
          <a:xfrm>
            <a:off x="892956" y="1868292"/>
            <a:ext cx="4564805" cy="476250"/>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cs typeface="Sora" pitchFamily="34" charset="-120"/>
              </a:rPr>
              <a:t>2.2 Assessment Goals</a:t>
            </a:r>
            <a:endParaRPr lang="en-US" sz="2800" dirty="0">
              <a:latin typeface="Titillium Web" panose="00000500000000000000" pitchFamily="2" charset="0"/>
            </a:endParaRPr>
          </a:p>
        </p:txBody>
      </p:sp>
      <p:sp>
        <p:nvSpPr>
          <p:cNvPr id="11" name="Text 3">
            <a:extLst>
              <a:ext uri="{FF2B5EF4-FFF2-40B4-BE49-F238E27FC236}">
                <a16:creationId xmlns:a16="http://schemas.microsoft.com/office/drawing/2014/main" id="{23255923-4061-1466-37C9-3F0475B5E2C1}"/>
              </a:ext>
            </a:extLst>
          </p:cNvPr>
          <p:cNvSpPr/>
          <p:nvPr/>
        </p:nvSpPr>
        <p:spPr>
          <a:xfrm>
            <a:off x="7209558" y="9559385"/>
            <a:ext cx="228600" cy="180975"/>
          </a:xfrm>
          <a:prstGeom prst="rect">
            <a:avLst/>
          </a:prstGeom>
          <a:noFill/>
          <a:ln/>
        </p:spPr>
        <p:txBody>
          <a:bodyPr wrap="square" lIns="0" tIns="0" rIns="0" bIns="0" rtlCol="0" anchor="ctr"/>
          <a:lstStyle/>
          <a:p>
            <a:pPr marL="0" indent="0" algn="l">
              <a:lnSpc>
                <a:spcPct val="79650"/>
              </a:lnSpc>
              <a:buNone/>
            </a:pPr>
            <a:r>
              <a:rPr lang="en-US" sz="1000" b="1" dirty="0">
                <a:solidFill>
                  <a:srgbClr val="2B2B35"/>
                </a:solidFill>
                <a:latin typeface="Titillium Web" panose="00000500000000000000" pitchFamily="2" charset="0"/>
                <a:ea typeface="Roboto Condensed" pitchFamily="34" charset="-122"/>
                <a:cs typeface="Roboto Condensed" pitchFamily="34" charset="-120"/>
              </a:rPr>
              <a:t>11</a:t>
            </a:r>
            <a:endParaRPr lang="en-US" sz="1000" b="1" dirty="0">
              <a:latin typeface="Titillium Web" panose="00000500000000000000" pitchFamily="2" charset="0"/>
            </a:endParaRPr>
          </a:p>
        </p:txBody>
      </p:sp>
      <p:sp>
        <p:nvSpPr>
          <p:cNvPr id="12" name="Text 4">
            <a:extLst>
              <a:ext uri="{FF2B5EF4-FFF2-40B4-BE49-F238E27FC236}">
                <a16:creationId xmlns:a16="http://schemas.microsoft.com/office/drawing/2014/main" id="{AA8A1CC0-A1A3-B855-CF14-257A411C3FA8}"/>
              </a:ext>
            </a:extLst>
          </p:cNvPr>
          <p:cNvSpPr/>
          <p:nvPr/>
        </p:nvSpPr>
        <p:spPr>
          <a:xfrm>
            <a:off x="895634" y="684512"/>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475D6089-3EBB-F05E-D964-D2E6BB677A23}"/>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7</a:t>
            </a:r>
            <a:endParaRPr lang="en-US" sz="1200" dirty="0">
              <a:latin typeface="Titillium Web" panose="00000500000000000000" pitchFamily="2" charset="0"/>
            </a:endParaRPr>
          </a:p>
        </p:txBody>
      </p:sp>
      <p:sp>
        <p:nvSpPr>
          <p:cNvPr id="16" name="Text 4">
            <a:extLst>
              <a:ext uri="{FF2B5EF4-FFF2-40B4-BE49-F238E27FC236}">
                <a16:creationId xmlns:a16="http://schemas.microsoft.com/office/drawing/2014/main" id="{600E2C64-9EC2-953D-0A4F-DC94FACFD489}"/>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7" name="Image 4" descr="preencoded.png">
            <a:extLst>
              <a:ext uri="{FF2B5EF4-FFF2-40B4-BE49-F238E27FC236}">
                <a16:creationId xmlns:a16="http://schemas.microsoft.com/office/drawing/2014/main" id="{021968D7-DF8D-EAB2-A348-136F533D8A8D}"/>
              </a:ext>
            </a:extLst>
          </p:cNvPr>
          <p:cNvPicPr>
            <a:picLocks noChangeAspect="1"/>
          </p:cNvPicPr>
          <p:nvPr/>
        </p:nvPicPr>
        <p:blipFill>
          <a:blip r:embed="rId5"/>
          <a:stretch>
            <a:fillRect/>
          </a:stretch>
        </p:blipFill>
        <p:spPr>
          <a:xfrm>
            <a:off x="6799145" y="7407697"/>
            <a:ext cx="514350" cy="400050"/>
          </a:xfrm>
          <a:prstGeom prst="rect">
            <a:avLst/>
          </a:prstGeom>
        </p:spPr>
      </p:pic>
      <p:grpSp>
        <p:nvGrpSpPr>
          <p:cNvPr id="3" name="Group 2">
            <a:extLst>
              <a:ext uri="{FF2B5EF4-FFF2-40B4-BE49-F238E27FC236}">
                <a16:creationId xmlns:a16="http://schemas.microsoft.com/office/drawing/2014/main" id="{AC217B2C-6D8C-FDCF-4802-475334981B55}"/>
              </a:ext>
            </a:extLst>
          </p:cNvPr>
          <p:cNvGrpSpPr/>
          <p:nvPr/>
        </p:nvGrpSpPr>
        <p:grpSpPr>
          <a:xfrm>
            <a:off x="5591781" y="1412484"/>
            <a:ext cx="1382886" cy="1387866"/>
            <a:chOff x="5591781" y="1412484"/>
            <a:chExt cx="1382886" cy="1387866"/>
          </a:xfrm>
        </p:grpSpPr>
        <p:sp>
          <p:nvSpPr>
            <p:cNvPr id="14" name="Rectangle 13">
              <a:extLst>
                <a:ext uri="{FF2B5EF4-FFF2-40B4-BE49-F238E27FC236}">
                  <a16:creationId xmlns:a16="http://schemas.microsoft.com/office/drawing/2014/main" id="{EA2C32FD-157E-76C7-83BC-67FF70985567}"/>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5" name="Picture 14">
              <a:extLst>
                <a:ext uri="{FF2B5EF4-FFF2-40B4-BE49-F238E27FC236}">
                  <a16:creationId xmlns:a16="http://schemas.microsoft.com/office/drawing/2014/main" id="{AE433D20-13C6-17C0-1001-D286974DB8AC}"/>
                </a:ext>
              </a:extLst>
            </p:cNvPr>
            <p:cNvPicPr>
              <a:picLocks noChangeAspect="1"/>
            </p:cNvPicPr>
            <p:nvPr/>
          </p:nvPicPr>
          <p:blipFill>
            <a:blip r:embed="rId6"/>
            <a:srcRect l="10092" r="10092"/>
            <a:stretch/>
          </p:blipFill>
          <p:spPr>
            <a:xfrm>
              <a:off x="5591781" y="1712378"/>
              <a:ext cx="1158067" cy="762487"/>
            </a:xfrm>
            <a:prstGeom prst="rect">
              <a:avLst/>
            </a:prstGeom>
          </p:spPr>
        </p:pic>
        <p:sp>
          <p:nvSpPr>
            <p:cNvPr id="20" name="Rectangle 19">
              <a:extLst>
                <a:ext uri="{FF2B5EF4-FFF2-40B4-BE49-F238E27FC236}">
                  <a16:creationId xmlns:a16="http://schemas.microsoft.com/office/drawing/2014/main" id="{E3F531E6-CAFE-80A3-8C69-227453C1BF3E}"/>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4" name="Flowchart: Connector 3">
            <a:extLst>
              <a:ext uri="{FF2B5EF4-FFF2-40B4-BE49-F238E27FC236}">
                <a16:creationId xmlns:a16="http://schemas.microsoft.com/office/drawing/2014/main" id="{A6001821-862E-57FE-B628-4696A83AFF00}"/>
              </a:ext>
            </a:extLst>
          </p:cNvPr>
          <p:cNvSpPr/>
          <p:nvPr/>
        </p:nvSpPr>
        <p:spPr>
          <a:xfrm>
            <a:off x="7044971" y="939165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3809124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128F4-500C-A9BE-96CB-AEA73273E5A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4CDB2282-7C62-B4D5-CDC8-8A9041FADD06}"/>
              </a:ext>
            </a:extLst>
          </p:cNvPr>
          <p:cNvPicPr>
            <a:picLocks noChangeAspect="1"/>
          </p:cNvPicPr>
          <p:nvPr/>
        </p:nvPicPr>
        <p:blipFill>
          <a:blip r:embed="rId3"/>
          <a:stretch>
            <a:fillRect/>
          </a:stretch>
        </p:blipFill>
        <p:spPr>
          <a:xfrm>
            <a:off x="0" y="0"/>
            <a:ext cx="7772400" cy="10058400"/>
          </a:xfrm>
          <a:prstGeom prst="rect">
            <a:avLst/>
          </a:prstGeom>
        </p:spPr>
      </p:pic>
      <p:pic>
        <p:nvPicPr>
          <p:cNvPr id="5" name="Image 3" descr="preencoded.png">
            <a:extLst>
              <a:ext uri="{FF2B5EF4-FFF2-40B4-BE49-F238E27FC236}">
                <a16:creationId xmlns:a16="http://schemas.microsoft.com/office/drawing/2014/main" id="{30BA2033-06C2-5DAF-5AD7-C61CE69A48FE}"/>
              </a:ext>
            </a:extLst>
          </p:cNvPr>
          <p:cNvPicPr>
            <a:picLocks noChangeAspect="1"/>
          </p:cNvPicPr>
          <p:nvPr/>
        </p:nvPicPr>
        <p:blipFill>
          <a:blip r:embed="rId4"/>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111ECABB-6614-2876-CCCD-9D98180189DE}"/>
              </a:ext>
            </a:extLst>
          </p:cNvPr>
          <p:cNvSpPr/>
          <p:nvPr/>
        </p:nvSpPr>
        <p:spPr>
          <a:xfrm>
            <a:off x="807233" y="1901721"/>
            <a:ext cx="4380406" cy="503040"/>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cs typeface="Sora" pitchFamily="34" charset="-120"/>
              </a:rPr>
              <a:t>2.3 Assessment Areas</a:t>
            </a:r>
            <a:endParaRPr lang="en-US" sz="2800" dirty="0">
              <a:latin typeface="Titillium Web" panose="00000500000000000000" pitchFamily="2" charset="0"/>
            </a:endParaRPr>
          </a:p>
        </p:txBody>
      </p:sp>
      <p:sp>
        <p:nvSpPr>
          <p:cNvPr id="9" name="Text 1">
            <a:extLst>
              <a:ext uri="{FF2B5EF4-FFF2-40B4-BE49-F238E27FC236}">
                <a16:creationId xmlns:a16="http://schemas.microsoft.com/office/drawing/2014/main" id="{5B163490-4A2C-CBD2-328A-D46E410E2A06}"/>
              </a:ext>
            </a:extLst>
          </p:cNvPr>
          <p:cNvSpPr/>
          <p:nvPr/>
        </p:nvSpPr>
        <p:spPr>
          <a:xfrm>
            <a:off x="796963" y="2536189"/>
            <a:ext cx="4736398" cy="6901275"/>
          </a:xfrm>
          <a:prstGeom prst="rect">
            <a:avLst/>
          </a:prstGeom>
          <a:noFill/>
          <a:ln/>
        </p:spPr>
        <p:txBody>
          <a:bodyPr wrap="square" lIns="0" tIns="0" rIns="0" bIns="0" rtlCol="0" anchor="ctr"/>
          <a:lstStyle/>
          <a:p>
            <a:pPr marL="0" indent="0" algn="l">
              <a:lnSpc>
                <a:spcPts val="1600"/>
              </a:lnSpc>
              <a:spcBef>
                <a:spcPts val="1200"/>
              </a:spcBef>
              <a:spcAft>
                <a:spcPts val="600"/>
              </a:spcAft>
              <a:buNone/>
            </a:pPr>
            <a:r>
              <a:rPr lang="en-US" sz="1200" dirty="0">
                <a:solidFill>
                  <a:srgbClr val="1D1D1D"/>
                </a:solidFill>
                <a:latin typeface="Titillium Web" pitchFamily="34" charset="0"/>
                <a:ea typeface="Titillium Web" pitchFamily="34" charset="-122"/>
                <a:cs typeface="Titillium Web" pitchFamily="34" charset="-120"/>
              </a:rPr>
              <a:t>{{</a:t>
            </a:r>
            <a:r>
              <a:rPr lang="en-US" sz="1200" dirty="0" err="1">
                <a:solidFill>
                  <a:srgbClr val="1D1D1D"/>
                </a:solidFill>
                <a:latin typeface="Titillium Web" pitchFamily="34" charset="0"/>
                <a:ea typeface="Titillium Web" pitchFamily="34" charset="-122"/>
                <a:cs typeface="Titillium Web" pitchFamily="34" charset="-120"/>
              </a:rPr>
              <a:t>assessAreasIntro</a:t>
            </a:r>
            <a:r>
              <a:rPr lang="en-US" sz="1200" dirty="0">
                <a:solidFill>
                  <a:srgbClr val="1D1D1D"/>
                </a:solidFill>
                <a:latin typeface="Titillium Web" pitchFamily="34" charset="0"/>
                <a:ea typeface="Titillium Web" pitchFamily="34" charset="-122"/>
                <a:cs typeface="Titillium Web" pitchFamily="34" charset="-120"/>
              </a:rPr>
              <a:t>}}</a:t>
            </a:r>
            <a:r>
              <a:rPr lang="en-US" sz="1200" b="1" dirty="0">
                <a:solidFill>
                  <a:srgbClr val="1D1D1D"/>
                </a:solidFill>
                <a:latin typeface="Titillium Web" pitchFamily="34" charset="0"/>
                <a:ea typeface="Titillium Web" pitchFamily="34" charset="-122"/>
                <a:cs typeface="Titillium Web" pitchFamily="34" charset="-120"/>
              </a:rPr>
              <a:t>:</a:t>
            </a:r>
          </a:p>
          <a:p>
            <a:pPr marL="0" indent="0" algn="l">
              <a:lnSpc>
                <a:spcPts val="1600"/>
              </a:lnSpc>
              <a:spcBef>
                <a:spcPts val="600"/>
              </a:spcBef>
              <a:buNone/>
            </a:pPr>
            <a:r>
              <a:rPr lang="en-US" sz="1200" b="1" dirty="0">
                <a:solidFill>
                  <a:srgbClr val="1D1D1D"/>
                </a:solidFill>
                <a:latin typeface="Titillium Web" pitchFamily="34" charset="0"/>
                <a:ea typeface="Titillium Web" pitchFamily="34" charset="-122"/>
                <a:cs typeface="Titillium Web" pitchFamily="34" charset="-120"/>
              </a:rPr>
              <a:t>F</a:t>
            </a:r>
            <a:r>
              <a:rPr lang="en-GB" sz="1200" b="1" dirty="0">
                <a:solidFill>
                  <a:srgbClr val="1D1D1D"/>
                </a:solidFill>
                <a:latin typeface="Titillium Web" pitchFamily="34" charset="0"/>
                <a:ea typeface="Titillium Web" pitchFamily="34" charset="-122"/>
                <a:cs typeface="Titillium Web" pitchFamily="34" charset="-120"/>
              </a:rPr>
              <a:t>inancial Position:  </a:t>
            </a:r>
          </a:p>
          <a:p>
            <a:pPr marL="0" indent="0" algn="l">
              <a:lnSpc>
                <a:spcPts val="1600"/>
              </a:lnSpc>
              <a:spcBef>
                <a:spcPts val="600"/>
              </a:spcBef>
              <a:spcAft>
                <a:spcPts val="600"/>
              </a:spcAft>
              <a:buNone/>
            </a:pPr>
            <a:r>
              <a:rPr lang="en-US" sz="1200" dirty="0">
                <a:solidFill>
                  <a:srgbClr val="1D1D1D"/>
                </a:solidFill>
                <a:latin typeface="Titillium Web" pitchFamily="34" charset="0"/>
                <a:ea typeface="Titillium Web" pitchFamily="34" charset="-122"/>
                <a:cs typeface="Titillium Web" pitchFamily="34" charset="-120"/>
              </a:rPr>
              <a:t>{{</a:t>
            </a:r>
            <a:r>
              <a:rPr lang="en-US" sz="1200" dirty="0" err="1">
                <a:solidFill>
                  <a:srgbClr val="1D1D1D"/>
                </a:solidFill>
                <a:latin typeface="Titillium Web" pitchFamily="34" charset="0"/>
                <a:ea typeface="Titillium Web" pitchFamily="34" charset="-122"/>
                <a:cs typeface="Titillium Web" pitchFamily="34" charset="-120"/>
              </a:rPr>
              <a:t>assessAreasFinPos</a:t>
            </a:r>
            <a:r>
              <a:rPr lang="en-US" sz="1200" dirty="0">
                <a:solidFill>
                  <a:srgbClr val="1D1D1D"/>
                </a:solidFill>
                <a:latin typeface="Titillium Web" pitchFamily="34" charset="0"/>
                <a:ea typeface="Titillium Web" pitchFamily="34" charset="-122"/>
                <a:cs typeface="Titillium Web" pitchFamily="34" charset="-120"/>
              </a:rPr>
              <a:t>}}</a:t>
            </a:r>
          </a:p>
          <a:p>
            <a:pPr marL="0" indent="0" algn="l">
              <a:lnSpc>
                <a:spcPts val="1600"/>
              </a:lnSpc>
              <a:spcBef>
                <a:spcPts val="600"/>
              </a:spcBef>
              <a:spcAft>
                <a:spcPts val="600"/>
              </a:spcAft>
              <a:buNone/>
            </a:pPr>
            <a:r>
              <a:rPr lang="en-GB" sz="1200" b="1" dirty="0">
                <a:solidFill>
                  <a:srgbClr val="1D1D1D"/>
                </a:solidFill>
                <a:latin typeface="Titillium Web" pitchFamily="34" charset="0"/>
              </a:rPr>
              <a:t>IT Infrastructure:  </a:t>
            </a:r>
          </a:p>
          <a:p>
            <a:pPr marL="0" indent="0" algn="l">
              <a:lnSpc>
                <a:spcPts val="1600"/>
              </a:lnSpc>
              <a:spcBef>
                <a:spcPts val="600"/>
              </a:spcBef>
              <a:spcAft>
                <a:spcPts val="600"/>
              </a:spcAft>
              <a:buNone/>
            </a:pPr>
            <a:r>
              <a:rPr lang="en-US" sz="1200" dirty="0">
                <a:solidFill>
                  <a:srgbClr val="1D1D1D"/>
                </a:solidFill>
                <a:latin typeface="Titillium Web" pitchFamily="34" charset="0"/>
                <a:ea typeface="Titillium Web" pitchFamily="34" charset="-122"/>
                <a:cs typeface="Titillium Web" pitchFamily="34" charset="-120"/>
              </a:rPr>
              <a:t>{{</a:t>
            </a:r>
            <a:r>
              <a:rPr lang="en-US" sz="1200" dirty="0" err="1">
                <a:solidFill>
                  <a:srgbClr val="1D1D1D"/>
                </a:solidFill>
                <a:latin typeface="Titillium Web" pitchFamily="34" charset="0"/>
                <a:ea typeface="Titillium Web" pitchFamily="34" charset="-122"/>
                <a:cs typeface="Titillium Web" pitchFamily="34" charset="-120"/>
              </a:rPr>
              <a:t>assessAreasItInfs</a:t>
            </a:r>
            <a:r>
              <a:rPr lang="en-US" sz="1200" dirty="0">
                <a:solidFill>
                  <a:srgbClr val="1D1D1D"/>
                </a:solidFill>
                <a:latin typeface="Titillium Web" pitchFamily="34" charset="0"/>
                <a:ea typeface="Titillium Web" pitchFamily="34" charset="-122"/>
                <a:cs typeface="Titillium Web" pitchFamily="34" charset="-120"/>
              </a:rPr>
              <a:t>}}</a:t>
            </a:r>
          </a:p>
          <a:p>
            <a:pPr marL="0" indent="0" algn="l">
              <a:lnSpc>
                <a:spcPts val="1600"/>
              </a:lnSpc>
              <a:spcBef>
                <a:spcPts val="600"/>
              </a:spcBef>
              <a:spcAft>
                <a:spcPts val="600"/>
              </a:spcAft>
              <a:buNone/>
            </a:pPr>
            <a:r>
              <a:rPr lang="en-GB" sz="1200" b="1" dirty="0">
                <a:solidFill>
                  <a:srgbClr val="1D1D1D"/>
                </a:solidFill>
                <a:latin typeface="Titillium Web" pitchFamily="34" charset="0"/>
              </a:rPr>
              <a:t>Operational Capacity: </a:t>
            </a:r>
          </a:p>
          <a:p>
            <a:pPr marL="0" indent="0" algn="l">
              <a:lnSpc>
                <a:spcPts val="1600"/>
              </a:lnSpc>
              <a:spcBef>
                <a:spcPts val="600"/>
              </a:spcBef>
              <a:spcAft>
                <a:spcPts val="600"/>
              </a:spcAft>
              <a:buNone/>
            </a:pPr>
            <a:r>
              <a:rPr lang="en-US" sz="1200" dirty="0">
                <a:solidFill>
                  <a:srgbClr val="1D1D1D"/>
                </a:solidFill>
                <a:latin typeface="Titillium Web" pitchFamily="34" charset="0"/>
                <a:ea typeface="Titillium Web" pitchFamily="34" charset="-122"/>
                <a:cs typeface="Titillium Web" pitchFamily="34" charset="-120"/>
              </a:rPr>
              <a:t>{{</a:t>
            </a:r>
            <a:r>
              <a:rPr lang="en-US" sz="1200" dirty="0" err="1">
                <a:solidFill>
                  <a:srgbClr val="1D1D1D"/>
                </a:solidFill>
                <a:latin typeface="Titillium Web" pitchFamily="34" charset="0"/>
                <a:ea typeface="Titillium Web" pitchFamily="34" charset="-122"/>
                <a:cs typeface="Titillium Web" pitchFamily="34" charset="-120"/>
              </a:rPr>
              <a:t>assessAreasOpCap</a:t>
            </a:r>
            <a:r>
              <a:rPr lang="en-US" sz="1200" dirty="0">
                <a:solidFill>
                  <a:srgbClr val="1D1D1D"/>
                </a:solidFill>
                <a:latin typeface="Titillium Web" pitchFamily="34" charset="0"/>
                <a:ea typeface="Titillium Web" pitchFamily="34" charset="-122"/>
                <a:cs typeface="Titillium Web" pitchFamily="34" charset="-120"/>
              </a:rPr>
              <a:t>}}</a:t>
            </a:r>
          </a:p>
          <a:p>
            <a:pPr marL="0" indent="0" algn="l">
              <a:lnSpc>
                <a:spcPts val="1600"/>
              </a:lnSpc>
              <a:spcBef>
                <a:spcPts val="600"/>
              </a:spcBef>
              <a:spcAft>
                <a:spcPts val="600"/>
              </a:spcAft>
              <a:buNone/>
            </a:pPr>
            <a:r>
              <a:rPr lang="en-GB" sz="1200" b="1" dirty="0">
                <a:solidFill>
                  <a:srgbClr val="1D1D1D"/>
                </a:solidFill>
                <a:latin typeface="Titillium Web" pitchFamily="34" charset="0"/>
                <a:ea typeface="Titillium Web" pitchFamily="34" charset="-122"/>
                <a:cs typeface="Titillium Web" pitchFamily="34" charset="-120"/>
              </a:rPr>
              <a:t>Market Position:  </a:t>
            </a:r>
          </a:p>
          <a:p>
            <a:pPr marL="0" indent="0" algn="l">
              <a:lnSpc>
                <a:spcPts val="1600"/>
              </a:lnSpc>
              <a:spcBef>
                <a:spcPts val="600"/>
              </a:spcBef>
              <a:spcAft>
                <a:spcPts val="600"/>
              </a:spcAft>
              <a:buNone/>
            </a:pPr>
            <a:r>
              <a:rPr lang="en-US" sz="1200" dirty="0">
                <a:solidFill>
                  <a:srgbClr val="1D1D1D"/>
                </a:solidFill>
                <a:latin typeface="Titillium Web" pitchFamily="34" charset="0"/>
                <a:ea typeface="Titillium Web" pitchFamily="34" charset="-122"/>
                <a:cs typeface="Titillium Web" pitchFamily="34" charset="-120"/>
              </a:rPr>
              <a:t>{{</a:t>
            </a:r>
            <a:r>
              <a:rPr lang="en-US" sz="1200" dirty="0" err="1">
                <a:solidFill>
                  <a:srgbClr val="1D1D1D"/>
                </a:solidFill>
                <a:latin typeface="Titillium Web" pitchFamily="34" charset="0"/>
                <a:ea typeface="Titillium Web" pitchFamily="34" charset="-122"/>
                <a:cs typeface="Titillium Web" pitchFamily="34" charset="-120"/>
              </a:rPr>
              <a:t>assessAreasMarketPos</a:t>
            </a:r>
            <a:r>
              <a:rPr lang="en-US" sz="1200" dirty="0">
                <a:solidFill>
                  <a:srgbClr val="1D1D1D"/>
                </a:solidFill>
                <a:latin typeface="Titillium Web" pitchFamily="34" charset="0"/>
                <a:ea typeface="Titillium Web" pitchFamily="34" charset="-122"/>
                <a:cs typeface="Titillium Web" pitchFamily="34" charset="-120"/>
              </a:rPr>
              <a:t>}}</a:t>
            </a:r>
          </a:p>
          <a:p>
            <a:pPr marL="0" indent="0" algn="l">
              <a:lnSpc>
                <a:spcPts val="1600"/>
              </a:lnSpc>
              <a:spcBef>
                <a:spcPts val="600"/>
              </a:spcBef>
              <a:spcAft>
                <a:spcPts val="600"/>
              </a:spcAft>
              <a:buNone/>
            </a:pPr>
            <a:r>
              <a:rPr lang="en-GB" sz="1200" b="1" dirty="0">
                <a:solidFill>
                  <a:srgbClr val="1D1D1D"/>
                </a:solidFill>
                <a:latin typeface="Titillium Web" pitchFamily="34" charset="0"/>
                <a:ea typeface="Titillium Web" pitchFamily="34" charset="-122"/>
                <a:cs typeface="Titillium Web" pitchFamily="34" charset="-120"/>
              </a:rPr>
              <a:t>Governance: </a:t>
            </a:r>
          </a:p>
          <a:p>
            <a:pPr>
              <a:lnSpc>
                <a:spcPts val="1600"/>
              </a:lnSpc>
              <a:spcBef>
                <a:spcPts val="600"/>
              </a:spcBef>
              <a:spcAft>
                <a:spcPts val="600"/>
              </a:spcAft>
            </a:pPr>
            <a:r>
              <a:rPr lang="en-US" sz="1200" dirty="0">
                <a:solidFill>
                  <a:srgbClr val="1D1D1D"/>
                </a:solidFill>
                <a:latin typeface="Titillium Web" pitchFamily="34" charset="0"/>
                <a:ea typeface="Titillium Web" pitchFamily="34" charset="-122"/>
                <a:cs typeface="Titillium Web" pitchFamily="34" charset="-120"/>
              </a:rPr>
              <a:t>{{</a:t>
            </a:r>
            <a:r>
              <a:rPr lang="en-US" sz="1200" dirty="0" err="1">
                <a:solidFill>
                  <a:srgbClr val="1D1D1D"/>
                </a:solidFill>
                <a:latin typeface="Titillium Web" pitchFamily="34" charset="0"/>
                <a:ea typeface="Titillium Web" pitchFamily="34" charset="-122"/>
                <a:cs typeface="Titillium Web" pitchFamily="34" charset="-120"/>
              </a:rPr>
              <a:t>assessAreasGov</a:t>
            </a:r>
            <a:r>
              <a:rPr lang="en-US" sz="1200" dirty="0">
                <a:solidFill>
                  <a:srgbClr val="1D1D1D"/>
                </a:solidFill>
                <a:latin typeface="Titillium Web" pitchFamily="34" charset="0"/>
                <a:ea typeface="Titillium Web" pitchFamily="34" charset="-122"/>
                <a:cs typeface="Titillium Web" pitchFamily="34" charset="-120"/>
              </a:rPr>
              <a:t>}}</a:t>
            </a:r>
          </a:p>
        </p:txBody>
      </p:sp>
      <p:sp>
        <p:nvSpPr>
          <p:cNvPr id="10" name="Text 2">
            <a:extLst>
              <a:ext uri="{FF2B5EF4-FFF2-40B4-BE49-F238E27FC236}">
                <a16:creationId xmlns:a16="http://schemas.microsoft.com/office/drawing/2014/main" id="{91ED0D4F-28BA-D57F-8DD1-21C16A85D07D}"/>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itchFamily="34" charset="0"/>
                <a:ea typeface="Titillium Web" pitchFamily="34" charset="-122"/>
                <a:cs typeface="Titillium Web" pitchFamily="34" charset="-120"/>
              </a:rPr>
              <a:t>{{</a:t>
            </a:r>
            <a:r>
              <a:rPr lang="en-US" sz="1350" i="1" dirty="0" err="1">
                <a:solidFill>
                  <a:srgbClr val="1D1D1D"/>
                </a:solidFill>
                <a:latin typeface="Titillium Web" pitchFamily="34" charset="0"/>
                <a:ea typeface="Titillium Web" pitchFamily="34" charset="-122"/>
                <a:cs typeface="Titillium Web" pitchFamily="34" charset="-120"/>
              </a:rPr>
              <a:t>currentMonthYear</a:t>
            </a:r>
            <a:r>
              <a:rPr lang="en-US" sz="1350" i="1" dirty="0">
                <a:solidFill>
                  <a:srgbClr val="1D1D1D"/>
                </a:solidFill>
                <a:latin typeface="Titillium Web" pitchFamily="34" charset="0"/>
                <a:ea typeface="Titillium Web" pitchFamily="34" charset="-122"/>
                <a:cs typeface="Titillium Web" pitchFamily="34" charset="-120"/>
              </a:rPr>
              <a:t>}}</a:t>
            </a:r>
            <a:endParaRPr lang="en-US" sz="1350" dirty="0"/>
          </a:p>
        </p:txBody>
      </p:sp>
      <p:sp>
        <p:nvSpPr>
          <p:cNvPr id="11" name="Text 3">
            <a:extLst>
              <a:ext uri="{FF2B5EF4-FFF2-40B4-BE49-F238E27FC236}">
                <a16:creationId xmlns:a16="http://schemas.microsoft.com/office/drawing/2014/main" id="{5FA21379-4173-E2F1-04DE-D33C2E32BCD0}"/>
              </a:ext>
            </a:extLst>
          </p:cNvPr>
          <p:cNvSpPr/>
          <p:nvPr/>
        </p:nvSpPr>
        <p:spPr>
          <a:xfrm>
            <a:off x="2694708" y="7363872"/>
            <a:ext cx="4514850" cy="2286000"/>
          </a:xfrm>
          <a:prstGeom prst="rect">
            <a:avLst/>
          </a:prstGeom>
          <a:noFill/>
          <a:ln/>
        </p:spPr>
        <p:txBody>
          <a:bodyPr wrap="square" lIns="0" tIns="0" rIns="0" bIns="0" rtlCol="0" anchor="ctr"/>
          <a:lstStyle/>
          <a:p>
            <a:pPr marL="0" indent="0" algn="l">
              <a:lnSpc>
                <a:spcPct val="105600"/>
              </a:lnSpc>
              <a:buNone/>
            </a:pPr>
            <a:endParaRPr lang="en-US" sz="1050" dirty="0"/>
          </a:p>
        </p:txBody>
      </p:sp>
      <p:sp>
        <p:nvSpPr>
          <p:cNvPr id="12" name="Text 4">
            <a:extLst>
              <a:ext uri="{FF2B5EF4-FFF2-40B4-BE49-F238E27FC236}">
                <a16:creationId xmlns:a16="http://schemas.microsoft.com/office/drawing/2014/main" id="{7C40A75E-1B2B-40DB-2729-60EFD7321D3D}"/>
              </a:ext>
            </a:extLst>
          </p:cNvPr>
          <p:cNvSpPr/>
          <p:nvPr/>
        </p:nvSpPr>
        <p:spPr>
          <a:xfrm>
            <a:off x="7209558" y="9559385"/>
            <a:ext cx="228600" cy="180975"/>
          </a:xfrm>
          <a:prstGeom prst="rect">
            <a:avLst/>
          </a:prstGeom>
          <a:noFill/>
          <a:ln/>
        </p:spPr>
        <p:txBody>
          <a:bodyPr wrap="square" lIns="0" tIns="0" rIns="0" bIns="0" rtlCol="0" anchor="ctr"/>
          <a:lstStyle/>
          <a:p>
            <a:pPr marL="0" indent="0" algn="l">
              <a:lnSpc>
                <a:spcPct val="79650"/>
              </a:lnSpc>
              <a:buNone/>
            </a:pPr>
            <a:r>
              <a:rPr lang="en-US" sz="1000" b="1" dirty="0">
                <a:solidFill>
                  <a:srgbClr val="2B2B35"/>
                </a:solidFill>
                <a:latin typeface="Titillium Web" panose="00000500000000000000" pitchFamily="2" charset="0"/>
                <a:ea typeface="Roboto Condensed" pitchFamily="34" charset="-122"/>
                <a:cs typeface="Roboto Condensed" pitchFamily="34" charset="-120"/>
              </a:rPr>
              <a:t>12</a:t>
            </a:r>
            <a:endParaRPr lang="en-US" sz="1000" b="1" dirty="0">
              <a:latin typeface="Titillium Web" panose="00000500000000000000" pitchFamily="2" charset="0"/>
            </a:endParaRPr>
          </a:p>
        </p:txBody>
      </p:sp>
      <p:sp>
        <p:nvSpPr>
          <p:cNvPr id="13" name="Text 5">
            <a:extLst>
              <a:ext uri="{FF2B5EF4-FFF2-40B4-BE49-F238E27FC236}">
                <a16:creationId xmlns:a16="http://schemas.microsoft.com/office/drawing/2014/main" id="{1DB52AE6-D4F4-6E12-50E3-5C38EA76555C}"/>
              </a:ext>
            </a:extLst>
          </p:cNvPr>
          <p:cNvSpPr/>
          <p:nvPr/>
        </p:nvSpPr>
        <p:spPr>
          <a:xfrm>
            <a:off x="807232" y="677036"/>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itchFamily="34" charset="0"/>
                <a:ea typeface="Titillium Web" pitchFamily="34" charset="-122"/>
                <a:cs typeface="Titillium Web" pitchFamily="34" charset="-120"/>
              </a:rPr>
              <a:t>As-is Scenario Analysis</a:t>
            </a:r>
            <a:endParaRPr lang="en-US" sz="1350" dirty="0"/>
          </a:p>
        </p:txBody>
      </p:sp>
      <p:sp>
        <p:nvSpPr>
          <p:cNvPr id="14" name="Text 6">
            <a:extLst>
              <a:ext uri="{FF2B5EF4-FFF2-40B4-BE49-F238E27FC236}">
                <a16:creationId xmlns:a16="http://schemas.microsoft.com/office/drawing/2014/main" id="{13A512E4-12A9-5572-CC6B-E809FD91731A}"/>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itchFamily="34" charset="0"/>
                <a:ea typeface="Titillium Web" pitchFamily="34" charset="-122"/>
                <a:cs typeface="Titillium Web" pitchFamily="34" charset="-120"/>
              </a:rPr>
              <a:t>3</a:t>
            </a:r>
            <a:endParaRPr lang="en-US" sz="1200" dirty="0"/>
          </a:p>
        </p:txBody>
      </p:sp>
      <p:grpSp>
        <p:nvGrpSpPr>
          <p:cNvPr id="3" name="Group 2">
            <a:extLst>
              <a:ext uri="{FF2B5EF4-FFF2-40B4-BE49-F238E27FC236}">
                <a16:creationId xmlns:a16="http://schemas.microsoft.com/office/drawing/2014/main" id="{266AD436-1A24-2496-08D4-64171D295304}"/>
              </a:ext>
            </a:extLst>
          </p:cNvPr>
          <p:cNvGrpSpPr/>
          <p:nvPr/>
        </p:nvGrpSpPr>
        <p:grpSpPr>
          <a:xfrm>
            <a:off x="5999045" y="7693447"/>
            <a:ext cx="1314450" cy="1449210"/>
            <a:chOff x="5999045" y="7407697"/>
            <a:chExt cx="1314450" cy="1449210"/>
          </a:xfrm>
        </p:grpSpPr>
        <p:sp>
          <p:nvSpPr>
            <p:cNvPr id="15" name="Text 4">
              <a:extLst>
                <a:ext uri="{FF2B5EF4-FFF2-40B4-BE49-F238E27FC236}">
                  <a16:creationId xmlns:a16="http://schemas.microsoft.com/office/drawing/2014/main" id="{C667B052-9B73-0824-5EEF-652CC6D197F0}"/>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6" name="Image 4" descr="preencoded.png">
              <a:extLst>
                <a:ext uri="{FF2B5EF4-FFF2-40B4-BE49-F238E27FC236}">
                  <a16:creationId xmlns:a16="http://schemas.microsoft.com/office/drawing/2014/main" id="{715EBF23-5F08-FDA7-E696-719AB2FA50CA}"/>
                </a:ext>
              </a:extLst>
            </p:cNvPr>
            <p:cNvPicPr>
              <a:picLocks noChangeAspect="1"/>
            </p:cNvPicPr>
            <p:nvPr/>
          </p:nvPicPr>
          <p:blipFill>
            <a:blip r:embed="rId5"/>
            <a:stretch>
              <a:fillRect/>
            </a:stretch>
          </p:blipFill>
          <p:spPr>
            <a:xfrm>
              <a:off x="6799145" y="7407697"/>
              <a:ext cx="514350" cy="400050"/>
            </a:xfrm>
            <a:prstGeom prst="rect">
              <a:avLst/>
            </a:prstGeom>
          </p:spPr>
        </p:pic>
      </p:grpSp>
      <p:grpSp>
        <p:nvGrpSpPr>
          <p:cNvPr id="19" name="Group 18">
            <a:extLst>
              <a:ext uri="{FF2B5EF4-FFF2-40B4-BE49-F238E27FC236}">
                <a16:creationId xmlns:a16="http://schemas.microsoft.com/office/drawing/2014/main" id="{125A864A-BEC4-EFB9-2AC5-66719D3CE077}"/>
              </a:ext>
            </a:extLst>
          </p:cNvPr>
          <p:cNvGrpSpPr/>
          <p:nvPr/>
        </p:nvGrpSpPr>
        <p:grpSpPr>
          <a:xfrm>
            <a:off x="5591781" y="1412484"/>
            <a:ext cx="1382886" cy="1387866"/>
            <a:chOff x="5591781" y="1412484"/>
            <a:chExt cx="1382886" cy="1387866"/>
          </a:xfrm>
        </p:grpSpPr>
        <p:sp>
          <p:nvSpPr>
            <p:cNvPr id="20" name="Rectangle 19">
              <a:extLst>
                <a:ext uri="{FF2B5EF4-FFF2-40B4-BE49-F238E27FC236}">
                  <a16:creationId xmlns:a16="http://schemas.microsoft.com/office/drawing/2014/main" id="{9EEDCACC-2451-DC20-9421-C8AA4D921003}"/>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1" name="Picture 20">
              <a:extLst>
                <a:ext uri="{FF2B5EF4-FFF2-40B4-BE49-F238E27FC236}">
                  <a16:creationId xmlns:a16="http://schemas.microsoft.com/office/drawing/2014/main" id="{27328850-B74D-C8E9-53B4-9B6A4077695D}"/>
                </a:ext>
              </a:extLst>
            </p:cNvPr>
            <p:cNvPicPr>
              <a:picLocks noChangeAspect="1"/>
            </p:cNvPicPr>
            <p:nvPr/>
          </p:nvPicPr>
          <p:blipFill>
            <a:blip r:embed="rId6"/>
            <a:srcRect l="10092" r="10092"/>
            <a:stretch/>
          </p:blipFill>
          <p:spPr>
            <a:xfrm>
              <a:off x="5591781" y="1712378"/>
              <a:ext cx="1158067" cy="762487"/>
            </a:xfrm>
            <a:prstGeom prst="rect">
              <a:avLst/>
            </a:prstGeom>
          </p:spPr>
        </p:pic>
        <p:sp>
          <p:nvSpPr>
            <p:cNvPr id="22" name="Rectangle 21">
              <a:extLst>
                <a:ext uri="{FF2B5EF4-FFF2-40B4-BE49-F238E27FC236}">
                  <a16:creationId xmlns:a16="http://schemas.microsoft.com/office/drawing/2014/main" id="{2E33A3E5-B048-5E2C-B771-A1B1EFCC0198}"/>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4" name="Flowchart: Connector 3">
            <a:extLst>
              <a:ext uri="{FF2B5EF4-FFF2-40B4-BE49-F238E27FC236}">
                <a16:creationId xmlns:a16="http://schemas.microsoft.com/office/drawing/2014/main" id="{2282BC7B-C074-7F1D-0454-712AC396EDC3}"/>
              </a:ext>
            </a:extLst>
          </p:cNvPr>
          <p:cNvSpPr/>
          <p:nvPr/>
        </p:nvSpPr>
        <p:spPr>
          <a:xfrm>
            <a:off x="7044971" y="939165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672817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53904-AA70-A5AF-E116-1A9DEB6267F1}"/>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67EC930-0147-205B-E8CE-B4613DC0C6F8}"/>
              </a:ext>
            </a:extLst>
          </p:cNvPr>
          <p:cNvPicPr>
            <a:picLocks noChangeAspect="1"/>
          </p:cNvPicPr>
          <p:nvPr/>
        </p:nvPicPr>
        <p:blipFill>
          <a:blip r:embed="rId3"/>
          <a:stretch>
            <a:fillRect/>
          </a:stretch>
        </p:blipFill>
        <p:spPr>
          <a:xfrm>
            <a:off x="0" y="0"/>
            <a:ext cx="7772400" cy="10058400"/>
          </a:xfrm>
          <a:prstGeom prst="rect">
            <a:avLst/>
          </a:prstGeom>
        </p:spPr>
      </p:pic>
      <p:pic>
        <p:nvPicPr>
          <p:cNvPr id="5" name="Image 3" descr="preencoded.png">
            <a:extLst>
              <a:ext uri="{FF2B5EF4-FFF2-40B4-BE49-F238E27FC236}">
                <a16:creationId xmlns:a16="http://schemas.microsoft.com/office/drawing/2014/main" id="{B87D6A5C-E09F-FE67-47DB-CF9CB10F00C8}"/>
              </a:ext>
            </a:extLst>
          </p:cNvPr>
          <p:cNvPicPr>
            <a:picLocks noChangeAspect="1"/>
          </p:cNvPicPr>
          <p:nvPr/>
        </p:nvPicPr>
        <p:blipFill>
          <a:blip r:embed="rId4"/>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C08BA298-A33C-7E91-9B77-7AA1E33FC69B}"/>
              </a:ext>
            </a:extLst>
          </p:cNvPr>
          <p:cNvSpPr/>
          <p:nvPr/>
        </p:nvSpPr>
        <p:spPr>
          <a:xfrm>
            <a:off x="816756" y="2580810"/>
            <a:ext cx="4698825" cy="5934540"/>
          </a:xfrm>
          <a:prstGeom prst="rect">
            <a:avLst/>
          </a:prstGeom>
          <a:noFill/>
          <a:ln/>
        </p:spPr>
        <p:txBody>
          <a:bodyPr wrap="square" lIns="0" tIns="0" rIns="0" bIns="0" rtlCol="0" anchor="t"/>
          <a:lstStyle/>
          <a:p>
            <a:pPr marL="0" indent="0" algn="l">
              <a:lnSpc>
                <a:spcPts val="1600"/>
              </a:lnSpc>
              <a:spcBef>
                <a:spcPts val="1200"/>
              </a:spcBef>
              <a:spcAft>
                <a:spcPts val="600"/>
              </a:spcAft>
              <a:buNone/>
            </a:pPr>
            <a:r>
              <a:rPr lang="en-US" sz="1200" dirty="0">
                <a:solidFill>
                  <a:srgbClr val="1D1D1D"/>
                </a:solidFill>
                <a:latin typeface="Titillium Web" panose="00000500000000000000" pitchFamily="2" charset="0"/>
                <a:ea typeface="Titillium Web" pitchFamily="34" charset="-122"/>
                <a:cs typeface="Titillium Web" pitchFamily="34" charset="-120"/>
              </a:rPr>
              <a:t>{{</a:t>
            </a:r>
            <a:r>
              <a:rPr lang="en-US" sz="1200" dirty="0" err="1">
                <a:solidFill>
                  <a:srgbClr val="1D1D1D"/>
                </a:solidFill>
                <a:latin typeface="Titillium Web" panose="00000500000000000000" pitchFamily="2" charset="0"/>
                <a:ea typeface="Titillium Web" pitchFamily="34" charset="-122"/>
                <a:cs typeface="Titillium Web" pitchFamily="34" charset="-120"/>
              </a:rPr>
              <a:t>evidenceReviewed</a:t>
            </a:r>
            <a:r>
              <a:rPr lang="en-US" sz="1200" dirty="0">
                <a:solidFill>
                  <a:srgbClr val="1D1D1D"/>
                </a:solidFill>
                <a:latin typeface="Titillium Web" panose="00000500000000000000" pitchFamily="2" charset="0"/>
                <a:ea typeface="Titillium Web" pitchFamily="34" charset="-122"/>
                <a:cs typeface="Titillium Web" pitchFamily="34" charset="-120"/>
              </a:rPr>
              <a:t>}}</a:t>
            </a:r>
          </a:p>
        </p:txBody>
      </p:sp>
      <p:sp>
        <p:nvSpPr>
          <p:cNvPr id="9" name="Text 1">
            <a:extLst>
              <a:ext uri="{FF2B5EF4-FFF2-40B4-BE49-F238E27FC236}">
                <a16:creationId xmlns:a16="http://schemas.microsoft.com/office/drawing/2014/main" id="{FF49E292-A06F-CAF1-9D55-434AE0F17E33}"/>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0" name="Text 2">
            <a:extLst>
              <a:ext uri="{FF2B5EF4-FFF2-40B4-BE49-F238E27FC236}">
                <a16:creationId xmlns:a16="http://schemas.microsoft.com/office/drawing/2014/main" id="{74010A04-7370-260F-0C8A-EAF5F66449AE}"/>
              </a:ext>
            </a:extLst>
          </p:cNvPr>
          <p:cNvSpPr/>
          <p:nvPr/>
        </p:nvSpPr>
        <p:spPr>
          <a:xfrm>
            <a:off x="796962" y="2092677"/>
            <a:ext cx="3960442" cy="190500"/>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cs typeface="Sora" pitchFamily="34" charset="-120"/>
              </a:rPr>
              <a:t>2.4 Evidence Reviewed</a:t>
            </a:r>
            <a:endParaRPr lang="en-US" sz="2800" dirty="0">
              <a:latin typeface="Titillium Web" panose="00000500000000000000" pitchFamily="2" charset="0"/>
            </a:endParaRPr>
          </a:p>
        </p:txBody>
      </p:sp>
      <p:sp>
        <p:nvSpPr>
          <p:cNvPr id="11" name="Text 3">
            <a:extLst>
              <a:ext uri="{FF2B5EF4-FFF2-40B4-BE49-F238E27FC236}">
                <a16:creationId xmlns:a16="http://schemas.microsoft.com/office/drawing/2014/main" id="{DC2DA9C0-43B6-FEC2-11DE-781FC940DA37}"/>
              </a:ext>
            </a:extLst>
          </p:cNvPr>
          <p:cNvSpPr/>
          <p:nvPr/>
        </p:nvSpPr>
        <p:spPr>
          <a:xfrm>
            <a:off x="7209558" y="9559385"/>
            <a:ext cx="228600" cy="180975"/>
          </a:xfrm>
          <a:prstGeom prst="rect">
            <a:avLst/>
          </a:prstGeom>
          <a:noFill/>
          <a:ln/>
        </p:spPr>
        <p:txBody>
          <a:bodyPr wrap="square" lIns="0" tIns="0" rIns="0" bIns="0" rtlCol="0" anchor="ctr"/>
          <a:lstStyle/>
          <a:p>
            <a:pPr marL="0" indent="0" algn="l">
              <a:lnSpc>
                <a:spcPct val="79650"/>
              </a:lnSpc>
              <a:buNone/>
            </a:pPr>
            <a:r>
              <a:rPr lang="en-US" sz="1000" b="1" dirty="0">
                <a:solidFill>
                  <a:srgbClr val="2B2B35"/>
                </a:solidFill>
                <a:latin typeface="Titillium Web" panose="00000500000000000000" pitchFamily="2" charset="0"/>
                <a:ea typeface="Roboto Condensed" pitchFamily="34" charset="-122"/>
                <a:cs typeface="Roboto Condensed" pitchFamily="34" charset="-120"/>
              </a:rPr>
              <a:t>13</a:t>
            </a:r>
            <a:endParaRPr lang="en-US" sz="1000" b="1" dirty="0">
              <a:latin typeface="Titillium Web" panose="00000500000000000000" pitchFamily="2" charset="0"/>
            </a:endParaRPr>
          </a:p>
        </p:txBody>
      </p:sp>
      <p:sp>
        <p:nvSpPr>
          <p:cNvPr id="12" name="Text 4">
            <a:extLst>
              <a:ext uri="{FF2B5EF4-FFF2-40B4-BE49-F238E27FC236}">
                <a16:creationId xmlns:a16="http://schemas.microsoft.com/office/drawing/2014/main" id="{89E512B5-71B0-8184-8A70-BF7465853382}"/>
              </a:ext>
            </a:extLst>
          </p:cNvPr>
          <p:cNvSpPr/>
          <p:nvPr/>
        </p:nvSpPr>
        <p:spPr>
          <a:xfrm>
            <a:off x="895634" y="684512"/>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C2507B92-7937-8068-ACD5-7D13BF314D03}"/>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7</a:t>
            </a:r>
            <a:endParaRPr lang="en-US" sz="1200" dirty="0">
              <a:latin typeface="Titillium Web" panose="00000500000000000000" pitchFamily="2" charset="0"/>
            </a:endParaRPr>
          </a:p>
        </p:txBody>
      </p:sp>
      <p:sp>
        <p:nvSpPr>
          <p:cNvPr id="6" name="Text 4">
            <a:extLst>
              <a:ext uri="{FF2B5EF4-FFF2-40B4-BE49-F238E27FC236}">
                <a16:creationId xmlns:a16="http://schemas.microsoft.com/office/drawing/2014/main" id="{D8DBF4EE-32D6-2243-8980-94FBF0B273D0}"/>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7" name="Image 4" descr="preencoded.png">
            <a:extLst>
              <a:ext uri="{FF2B5EF4-FFF2-40B4-BE49-F238E27FC236}">
                <a16:creationId xmlns:a16="http://schemas.microsoft.com/office/drawing/2014/main" id="{D16552BD-9430-DB38-4D7B-25E5803B83D1}"/>
              </a:ext>
            </a:extLst>
          </p:cNvPr>
          <p:cNvPicPr>
            <a:picLocks noChangeAspect="1"/>
          </p:cNvPicPr>
          <p:nvPr/>
        </p:nvPicPr>
        <p:blipFill>
          <a:blip r:embed="rId5"/>
          <a:stretch>
            <a:fillRect/>
          </a:stretch>
        </p:blipFill>
        <p:spPr>
          <a:xfrm>
            <a:off x="6799145" y="7407697"/>
            <a:ext cx="514350" cy="400050"/>
          </a:xfrm>
          <a:prstGeom prst="rect">
            <a:avLst/>
          </a:prstGeom>
        </p:spPr>
      </p:pic>
      <p:grpSp>
        <p:nvGrpSpPr>
          <p:cNvPr id="3" name="Group 2">
            <a:extLst>
              <a:ext uri="{FF2B5EF4-FFF2-40B4-BE49-F238E27FC236}">
                <a16:creationId xmlns:a16="http://schemas.microsoft.com/office/drawing/2014/main" id="{CFD084E2-1AFF-C015-22B2-A38115589967}"/>
              </a:ext>
            </a:extLst>
          </p:cNvPr>
          <p:cNvGrpSpPr/>
          <p:nvPr/>
        </p:nvGrpSpPr>
        <p:grpSpPr>
          <a:xfrm>
            <a:off x="5591781" y="1412484"/>
            <a:ext cx="1382886" cy="1387866"/>
            <a:chOff x="5591781" y="1412484"/>
            <a:chExt cx="1382886" cy="1387866"/>
          </a:xfrm>
        </p:grpSpPr>
        <p:sp>
          <p:nvSpPr>
            <p:cNvPr id="14" name="Rectangle 13">
              <a:extLst>
                <a:ext uri="{FF2B5EF4-FFF2-40B4-BE49-F238E27FC236}">
                  <a16:creationId xmlns:a16="http://schemas.microsoft.com/office/drawing/2014/main" id="{9145CAB5-381D-AF6D-5928-7D6EB088906A}"/>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5" name="Picture 14">
              <a:extLst>
                <a:ext uri="{FF2B5EF4-FFF2-40B4-BE49-F238E27FC236}">
                  <a16:creationId xmlns:a16="http://schemas.microsoft.com/office/drawing/2014/main" id="{BC326A32-D5C5-9C88-F320-5E3613BA5641}"/>
                </a:ext>
              </a:extLst>
            </p:cNvPr>
            <p:cNvPicPr>
              <a:picLocks noChangeAspect="1"/>
            </p:cNvPicPr>
            <p:nvPr/>
          </p:nvPicPr>
          <p:blipFill>
            <a:blip r:embed="rId6"/>
            <a:srcRect l="10092" r="10092"/>
            <a:stretch/>
          </p:blipFill>
          <p:spPr>
            <a:xfrm>
              <a:off x="5591781" y="1712378"/>
              <a:ext cx="1158067" cy="762487"/>
            </a:xfrm>
            <a:prstGeom prst="rect">
              <a:avLst/>
            </a:prstGeom>
          </p:spPr>
        </p:pic>
        <p:sp>
          <p:nvSpPr>
            <p:cNvPr id="20" name="Rectangle 19">
              <a:extLst>
                <a:ext uri="{FF2B5EF4-FFF2-40B4-BE49-F238E27FC236}">
                  <a16:creationId xmlns:a16="http://schemas.microsoft.com/office/drawing/2014/main" id="{1FA05831-3BCD-885D-F959-B60522D1A608}"/>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4" name="Flowchart: Connector 3">
            <a:extLst>
              <a:ext uri="{FF2B5EF4-FFF2-40B4-BE49-F238E27FC236}">
                <a16:creationId xmlns:a16="http://schemas.microsoft.com/office/drawing/2014/main" id="{2AEF85FE-849C-566D-6987-C835FA1FD808}"/>
              </a:ext>
            </a:extLst>
          </p:cNvPr>
          <p:cNvSpPr/>
          <p:nvPr/>
        </p:nvSpPr>
        <p:spPr>
          <a:xfrm>
            <a:off x="7044971" y="939165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8091408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98320-49F4-5DD5-8AFE-309ED6FA26EA}"/>
            </a:ext>
          </a:extLst>
        </p:cNvPr>
        <p:cNvGrpSpPr/>
        <p:nvPr/>
      </p:nvGrpSpPr>
      <p:grpSpPr>
        <a:xfrm>
          <a:off x="0" y="0"/>
          <a:ext cx="0" cy="0"/>
          <a:chOff x="0" y="0"/>
          <a:chExt cx="0" cy="0"/>
        </a:xfrm>
      </p:grpSpPr>
      <p:pic>
        <p:nvPicPr>
          <p:cNvPr id="5" name="Image 3" descr="preencoded.png">
            <a:extLst>
              <a:ext uri="{FF2B5EF4-FFF2-40B4-BE49-F238E27FC236}">
                <a16:creationId xmlns:a16="http://schemas.microsoft.com/office/drawing/2014/main" id="{A1C1F5E6-B334-F555-EA00-7305907B1BD7}"/>
              </a:ext>
            </a:extLst>
          </p:cNvPr>
          <p:cNvPicPr>
            <a:picLocks noChangeAspect="1"/>
          </p:cNvPicPr>
          <p:nvPr/>
        </p:nvPicPr>
        <p:blipFill>
          <a:blip r:embed="rId3"/>
          <a:stretch>
            <a:fillRect/>
          </a:stretch>
        </p:blipFill>
        <p:spPr>
          <a:xfrm>
            <a:off x="796962" y="919932"/>
            <a:ext cx="6177705" cy="190500"/>
          </a:xfrm>
          <a:prstGeom prst="rect">
            <a:avLst/>
          </a:prstGeom>
        </p:spPr>
      </p:pic>
      <p:sp>
        <p:nvSpPr>
          <p:cNvPr id="6" name="Text 0">
            <a:extLst>
              <a:ext uri="{FF2B5EF4-FFF2-40B4-BE49-F238E27FC236}">
                <a16:creationId xmlns:a16="http://schemas.microsoft.com/office/drawing/2014/main" id="{01723B31-A300-698E-BCE9-33EDB9A46342}"/>
              </a:ext>
            </a:extLst>
          </p:cNvPr>
          <p:cNvSpPr/>
          <p:nvPr/>
        </p:nvSpPr>
        <p:spPr>
          <a:xfrm>
            <a:off x="807232" y="1920672"/>
            <a:ext cx="4133226" cy="551059"/>
          </a:xfrm>
          <a:prstGeom prst="rect">
            <a:avLst/>
          </a:prstGeom>
          <a:noFill/>
          <a:ln/>
        </p:spPr>
        <p:txBody>
          <a:bodyPr wrap="square" lIns="0" tIns="0" rIns="0" bIns="0" rtlCol="0" anchor="ctr"/>
          <a:lstStyle/>
          <a:p>
            <a:pPr marL="0" indent="0" algn="l">
              <a:lnSpc>
                <a:spcPct val="79650"/>
              </a:lnSpc>
              <a:buNone/>
            </a:pPr>
            <a:r>
              <a:rPr lang="en-US" sz="2800" b="1" dirty="0">
                <a:solidFill>
                  <a:srgbClr val="1D1D1D"/>
                </a:solidFill>
                <a:latin typeface="Titillium Web" panose="00000500000000000000" pitchFamily="2" charset="0"/>
                <a:ea typeface="Sora" pitchFamily="34" charset="-122"/>
                <a:cs typeface="Sora" pitchFamily="34" charset="-120"/>
              </a:rPr>
              <a:t>2.5 Scoring Criteria</a:t>
            </a:r>
          </a:p>
        </p:txBody>
      </p:sp>
      <p:sp>
        <p:nvSpPr>
          <p:cNvPr id="7" name="Text 1">
            <a:extLst>
              <a:ext uri="{FF2B5EF4-FFF2-40B4-BE49-F238E27FC236}">
                <a16:creationId xmlns:a16="http://schemas.microsoft.com/office/drawing/2014/main" id="{1C8F7AD4-8960-96E0-1146-10E495E8AB99}"/>
              </a:ext>
            </a:extLst>
          </p:cNvPr>
          <p:cNvSpPr/>
          <p:nvPr/>
        </p:nvSpPr>
        <p:spPr>
          <a:xfrm>
            <a:off x="897313" y="3188437"/>
            <a:ext cx="4608136" cy="1733550"/>
          </a:xfrm>
          <a:prstGeom prst="rect">
            <a:avLst/>
          </a:prstGeom>
          <a:noFill/>
          <a:ln/>
        </p:spPr>
        <p:txBody>
          <a:bodyPr wrap="square" lIns="0" tIns="0" rIns="0" bIns="0" rtlCol="0" anchor="ctr"/>
          <a:lstStyle/>
          <a:p>
            <a:pPr marL="0" indent="0" algn="l">
              <a:lnSpc>
                <a:spcPts val="1600"/>
              </a:lnSpc>
              <a:spcBef>
                <a:spcPts val="600"/>
              </a:spcBef>
              <a:spcAft>
                <a:spcPts val="600"/>
              </a:spcAft>
              <a:buNone/>
            </a:pPr>
            <a:r>
              <a:rPr lang="en-US" sz="1600" b="1" dirty="0">
                <a:solidFill>
                  <a:srgbClr val="1D1D1D"/>
                </a:solidFill>
                <a:latin typeface="Titillium Web" pitchFamily="34" charset="0"/>
                <a:ea typeface="Titillium Web" pitchFamily="34" charset="-122"/>
                <a:cs typeface="Titillium Web" pitchFamily="34" charset="-120"/>
              </a:rPr>
              <a:t> </a:t>
            </a:r>
            <a:r>
              <a:rPr lang="en-US" sz="1200" dirty="0">
                <a:solidFill>
                  <a:srgbClr val="000000"/>
                </a:solidFill>
              </a:rPr>
              <a:t> </a:t>
            </a:r>
            <a:endParaRPr lang="en-US" sz="1200" dirty="0"/>
          </a:p>
        </p:txBody>
      </p:sp>
      <p:sp>
        <p:nvSpPr>
          <p:cNvPr id="8" name="Text 2">
            <a:extLst>
              <a:ext uri="{FF2B5EF4-FFF2-40B4-BE49-F238E27FC236}">
                <a16:creationId xmlns:a16="http://schemas.microsoft.com/office/drawing/2014/main" id="{0050A8B8-A62D-EB13-FC6B-6ED78F1EF1C8}"/>
              </a:ext>
            </a:extLst>
          </p:cNvPr>
          <p:cNvSpPr/>
          <p:nvPr/>
        </p:nvSpPr>
        <p:spPr>
          <a:xfrm>
            <a:off x="807232" y="677036"/>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9" name="Text 3">
            <a:extLst>
              <a:ext uri="{FF2B5EF4-FFF2-40B4-BE49-F238E27FC236}">
                <a16:creationId xmlns:a16="http://schemas.microsoft.com/office/drawing/2014/main" id="{3FDAA7E8-A028-B4AB-D5A1-819E56526075}"/>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itchFamily="34" charset="0"/>
                <a:ea typeface="Titillium Web" pitchFamily="34" charset="-122"/>
                <a:cs typeface="Titillium Web" pitchFamily="34" charset="-120"/>
              </a:rPr>
              <a:t>{{</a:t>
            </a:r>
            <a:r>
              <a:rPr lang="en-US" sz="1350" i="1" dirty="0" err="1">
                <a:solidFill>
                  <a:srgbClr val="1D1D1D"/>
                </a:solidFill>
                <a:latin typeface="Titillium Web" pitchFamily="34" charset="0"/>
                <a:ea typeface="Titillium Web" pitchFamily="34" charset="-122"/>
                <a:cs typeface="Titillium Web" pitchFamily="34" charset="-120"/>
              </a:rPr>
              <a:t>currentMonthYear</a:t>
            </a:r>
            <a:r>
              <a:rPr lang="en-US" sz="1350" i="1" dirty="0">
                <a:solidFill>
                  <a:srgbClr val="1D1D1D"/>
                </a:solidFill>
                <a:latin typeface="Titillium Web" pitchFamily="34" charset="0"/>
                <a:ea typeface="Titillium Web" pitchFamily="34" charset="-122"/>
                <a:cs typeface="Titillium Web" pitchFamily="34" charset="-120"/>
              </a:rPr>
              <a:t>}}</a:t>
            </a:r>
            <a:endParaRPr lang="en-US" sz="1350" dirty="0"/>
          </a:p>
        </p:txBody>
      </p:sp>
      <p:sp>
        <p:nvSpPr>
          <p:cNvPr id="12" name="Text 4">
            <a:extLst>
              <a:ext uri="{FF2B5EF4-FFF2-40B4-BE49-F238E27FC236}">
                <a16:creationId xmlns:a16="http://schemas.microsoft.com/office/drawing/2014/main" id="{E56A5A2A-0359-C651-ED22-888616492F1F}"/>
              </a:ext>
            </a:extLst>
          </p:cNvPr>
          <p:cNvSpPr/>
          <p:nvPr/>
        </p:nvSpPr>
        <p:spPr>
          <a:xfrm>
            <a:off x="897313" y="7365161"/>
            <a:ext cx="5581649" cy="285888"/>
          </a:xfrm>
          <a:prstGeom prst="rect">
            <a:avLst/>
          </a:prstGeom>
          <a:noFill/>
          <a:ln/>
        </p:spPr>
        <p:txBody>
          <a:bodyPr wrap="square" lIns="0" tIns="0" rIns="0" bIns="0" rtlCol="0" anchor="ctr"/>
          <a:lstStyle/>
          <a:p>
            <a:pPr marL="0" indent="0" algn="l">
              <a:lnSpc>
                <a:spcPct val="79650"/>
              </a:lnSpc>
              <a:buNone/>
            </a:pPr>
            <a:r>
              <a:rPr lang="en-US" sz="1425" b="1" dirty="0">
                <a:solidFill>
                  <a:srgbClr val="2B2B35"/>
                </a:solidFill>
                <a:latin typeface="Titillium Web" panose="00000500000000000000" pitchFamily="2" charset="0"/>
                <a:ea typeface="Roboto Condensed" pitchFamily="34" charset="-122"/>
                <a:cs typeface="Roboto Condensed" pitchFamily="34" charset="-120"/>
              </a:rPr>
              <a:t>Table 1: </a:t>
            </a:r>
            <a:r>
              <a:rPr lang="en-US" sz="1425" dirty="0">
                <a:solidFill>
                  <a:srgbClr val="2B2B35"/>
                </a:solidFill>
                <a:latin typeface="Titillium Web" panose="00000500000000000000" pitchFamily="2" charset="0"/>
                <a:ea typeface="Roboto Condensed" pitchFamily="34" charset="-122"/>
                <a:cs typeface="Roboto Condensed" pitchFamily="34" charset="-120"/>
              </a:rPr>
              <a:t>Readiness Scoring Framework</a:t>
            </a:r>
          </a:p>
          <a:p>
            <a:pPr marL="0" indent="0" algn="l">
              <a:lnSpc>
                <a:spcPct val="79650"/>
              </a:lnSpc>
              <a:buNone/>
            </a:pPr>
            <a:endParaRPr lang="en-US" sz="1425" dirty="0"/>
          </a:p>
        </p:txBody>
      </p:sp>
      <p:sp>
        <p:nvSpPr>
          <p:cNvPr id="13" name="Text 5">
            <a:extLst>
              <a:ext uri="{FF2B5EF4-FFF2-40B4-BE49-F238E27FC236}">
                <a16:creationId xmlns:a16="http://schemas.microsoft.com/office/drawing/2014/main" id="{EBF3E5B9-6D12-54EA-F645-5EA8AEF81489}"/>
              </a:ext>
            </a:extLst>
          </p:cNvPr>
          <p:cNvSpPr/>
          <p:nvPr/>
        </p:nvSpPr>
        <p:spPr>
          <a:xfrm>
            <a:off x="7419975" y="9829800"/>
            <a:ext cx="352425"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itchFamily="34" charset="0"/>
                <a:ea typeface="Titillium Web" pitchFamily="34" charset="-122"/>
                <a:cs typeface="Titillium Web" pitchFamily="34" charset="-120"/>
              </a:rPr>
              <a:t>19</a:t>
            </a:r>
            <a:endParaRPr lang="en-US" sz="1200" dirty="0"/>
          </a:p>
        </p:txBody>
      </p:sp>
      <p:sp>
        <p:nvSpPr>
          <p:cNvPr id="11" name="TextBox 10">
            <a:extLst>
              <a:ext uri="{FF2B5EF4-FFF2-40B4-BE49-F238E27FC236}">
                <a16:creationId xmlns:a16="http://schemas.microsoft.com/office/drawing/2014/main" id="{8876AEDD-E1D4-4878-252E-FCEBC71EBFFC}"/>
              </a:ext>
            </a:extLst>
          </p:cNvPr>
          <p:cNvSpPr txBox="1"/>
          <p:nvPr/>
        </p:nvSpPr>
        <p:spPr>
          <a:xfrm>
            <a:off x="796962" y="2544161"/>
            <a:ext cx="4794819" cy="2652008"/>
          </a:xfrm>
          <a:prstGeom prst="rect">
            <a:avLst/>
          </a:prstGeom>
          <a:noFill/>
        </p:spPr>
        <p:txBody>
          <a:bodyPr wrap="square" rtlCol="0">
            <a:spAutoFit/>
          </a:bodyPr>
          <a:lstStyle/>
          <a:p>
            <a:pPr>
              <a:lnSpc>
                <a:spcPts val="1600"/>
              </a:lnSpc>
              <a:spcBef>
                <a:spcPts val="600"/>
              </a:spcBef>
              <a:spcAft>
                <a:spcPts val="600"/>
              </a:spcAft>
            </a:pPr>
            <a:r>
              <a:rPr lang="en-US" sz="1200" dirty="0">
                <a:latin typeface="Titillium Web" panose="00000500000000000000" pitchFamily="2" charset="0"/>
              </a:rPr>
              <a:t>Each diagnostic domain was evaluated using a structured scoring framework to ensure consistency, objectivity, and comparability. Within each domain, key performance indicators were identified, and evidence was assessed for quality, completeness, and level of implementation. A raw score was then assigned on a scale of 0 to 100%, based on how well {{</a:t>
            </a:r>
            <a:r>
              <a:rPr lang="en-US" sz="1200" dirty="0" err="1">
                <a:latin typeface="Titillium Web" panose="00000500000000000000" pitchFamily="2" charset="0"/>
              </a:rPr>
              <a:t>companyNameNormal</a:t>
            </a:r>
            <a:r>
              <a:rPr lang="en-US" sz="1200" dirty="0">
                <a:latin typeface="Titillium Web" panose="00000500000000000000" pitchFamily="2" charset="0"/>
              </a:rPr>
              <a:t>}} met each criterion.</a:t>
            </a:r>
          </a:p>
          <a:p>
            <a:pPr>
              <a:lnSpc>
                <a:spcPts val="1600"/>
              </a:lnSpc>
              <a:spcBef>
                <a:spcPts val="600"/>
              </a:spcBef>
              <a:spcAft>
                <a:spcPts val="600"/>
              </a:spcAft>
            </a:pPr>
            <a:r>
              <a:rPr lang="en-US" sz="1200" dirty="0">
                <a:latin typeface="Titillium Web" panose="00000500000000000000" pitchFamily="2" charset="0"/>
              </a:rPr>
              <a:t>To reflect the strategic significance of each area, scores were weighted according to the domain’s importance in {{</a:t>
            </a:r>
            <a:r>
              <a:rPr lang="en-US" sz="1200" dirty="0" err="1">
                <a:latin typeface="Titillium Web" panose="00000500000000000000" pitchFamily="2" charset="0"/>
              </a:rPr>
              <a:t>companyNameNormal</a:t>
            </a:r>
            <a:r>
              <a:rPr lang="en-US" sz="1200" dirty="0">
                <a:latin typeface="Titillium Web" panose="00000500000000000000" pitchFamily="2" charset="0"/>
              </a:rPr>
              <a:t>}} ’s current business model and intended growth trajectory. The formula used was:</a:t>
            </a:r>
          </a:p>
          <a:p>
            <a:pPr>
              <a:lnSpc>
                <a:spcPts val="1600"/>
              </a:lnSpc>
              <a:spcBef>
                <a:spcPts val="600"/>
              </a:spcBef>
              <a:spcAft>
                <a:spcPts val="600"/>
              </a:spcAft>
            </a:pPr>
            <a:r>
              <a:rPr lang="en-US" sz="1200" dirty="0">
                <a:latin typeface="Titillium Web" panose="00000500000000000000" pitchFamily="2" charset="0"/>
              </a:rPr>
              <a:t>Weighted Contribution (%) = Raw Score × Strategic Weight (%)</a:t>
            </a:r>
          </a:p>
        </p:txBody>
      </p:sp>
      <p:graphicFrame>
        <p:nvGraphicFramePr>
          <p:cNvPr id="15" name="Table 14">
            <a:extLst>
              <a:ext uri="{FF2B5EF4-FFF2-40B4-BE49-F238E27FC236}">
                <a16:creationId xmlns:a16="http://schemas.microsoft.com/office/drawing/2014/main" id="{F683DF55-83E4-942F-D2B7-9384F2D1771C}"/>
              </a:ext>
            </a:extLst>
          </p:cNvPr>
          <p:cNvGraphicFramePr>
            <a:graphicFrameLocks noGrp="1"/>
          </p:cNvGraphicFramePr>
          <p:nvPr>
            <p:extLst>
              <p:ext uri="{D42A27DB-BD31-4B8C-83A1-F6EECF244321}">
                <p14:modId xmlns:p14="http://schemas.microsoft.com/office/powerpoint/2010/main" val="4203697477"/>
              </p:ext>
            </p:extLst>
          </p:nvPr>
        </p:nvGraphicFramePr>
        <p:xfrm>
          <a:off x="897314" y="5265465"/>
          <a:ext cx="6077354" cy="1834525"/>
        </p:xfrm>
        <a:graphic>
          <a:graphicData uri="http://schemas.openxmlformats.org/drawingml/2006/table">
            <a:tbl>
              <a:tblPr firstRow="1" firstCol="1" bandRow="1">
                <a:tableStyleId>{7E9639D4-E3E2-4D34-9284-5A2195B3D0D7}</a:tableStyleId>
              </a:tblPr>
              <a:tblGrid>
                <a:gridCol w="3038677">
                  <a:extLst>
                    <a:ext uri="{9D8B030D-6E8A-4147-A177-3AD203B41FA5}">
                      <a16:colId xmlns:a16="http://schemas.microsoft.com/office/drawing/2014/main" val="3794249730"/>
                    </a:ext>
                  </a:extLst>
                </a:gridCol>
                <a:gridCol w="3038677">
                  <a:extLst>
                    <a:ext uri="{9D8B030D-6E8A-4147-A177-3AD203B41FA5}">
                      <a16:colId xmlns:a16="http://schemas.microsoft.com/office/drawing/2014/main" val="3596275774"/>
                    </a:ext>
                  </a:extLst>
                </a:gridCol>
              </a:tblGrid>
              <a:tr h="366905">
                <a:tc>
                  <a:txBody>
                    <a:bodyPr/>
                    <a:lstStyle/>
                    <a:p>
                      <a:pPr algn="l">
                        <a:lnSpc>
                          <a:spcPct val="115000"/>
                        </a:lnSpc>
                        <a:spcBef>
                          <a:spcPts val="1200"/>
                        </a:spcBef>
                        <a:spcAft>
                          <a:spcPts val="1000"/>
                        </a:spcAft>
                        <a:buNone/>
                      </a:pPr>
                      <a:r>
                        <a:rPr lang="en-ZA" sz="1200" kern="0" dirty="0">
                          <a:effectLst/>
                          <a:latin typeface="Titillium Web" panose="00000500000000000000" pitchFamily="2" charset="0"/>
                        </a:rPr>
                        <a:t>Score Range</a:t>
                      </a:r>
                      <a:endParaRPr lang="en-ZA" sz="11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pPr algn="l">
                        <a:lnSpc>
                          <a:spcPct val="115000"/>
                        </a:lnSpc>
                        <a:spcBef>
                          <a:spcPts val="1200"/>
                        </a:spcBef>
                        <a:spcAft>
                          <a:spcPts val="1000"/>
                        </a:spcAft>
                        <a:buNone/>
                      </a:pPr>
                      <a:r>
                        <a:rPr lang="en-ZA" sz="1200" kern="0" dirty="0">
                          <a:effectLst/>
                          <a:latin typeface="Titillium Web" panose="00000500000000000000" pitchFamily="2" charset="0"/>
                        </a:rPr>
                        <a:t>Readiness Level</a:t>
                      </a:r>
                      <a:endParaRPr lang="en-ZA" sz="11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455653681"/>
                  </a:ext>
                </a:extLst>
              </a:tr>
              <a:tr h="366905">
                <a:tc>
                  <a:txBody>
                    <a:bodyPr/>
                    <a:lstStyle/>
                    <a:p>
                      <a:pPr>
                        <a:lnSpc>
                          <a:spcPct val="115000"/>
                        </a:lnSpc>
                        <a:spcBef>
                          <a:spcPts val="1200"/>
                        </a:spcBef>
                        <a:spcAft>
                          <a:spcPts val="1000"/>
                        </a:spcAft>
                        <a:buNone/>
                      </a:pPr>
                      <a:r>
                        <a:rPr lang="en-ZA" sz="1200" kern="0" dirty="0">
                          <a:effectLst/>
                          <a:latin typeface="Titillium Web" panose="00000500000000000000" pitchFamily="2" charset="0"/>
                        </a:rPr>
                        <a:t>0–25%</a:t>
                      </a:r>
                      <a:endParaRPr lang="en-ZA" sz="11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Bef>
                          <a:spcPts val="1200"/>
                        </a:spcBef>
                        <a:spcAft>
                          <a:spcPts val="1000"/>
                        </a:spcAft>
                        <a:buNone/>
                      </a:pPr>
                      <a:r>
                        <a:rPr lang="en-ZA" sz="1200" kern="0">
                          <a:effectLst/>
                          <a:latin typeface="Titillium Web" panose="00000500000000000000" pitchFamily="2" charset="0"/>
                        </a:rPr>
                        <a:t>Very Low – No system in place</a:t>
                      </a:r>
                      <a:endParaRPr lang="en-ZA" sz="1100" kern="10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1633843"/>
                  </a:ext>
                </a:extLst>
              </a:tr>
              <a:tr h="366905">
                <a:tc>
                  <a:txBody>
                    <a:bodyPr/>
                    <a:lstStyle/>
                    <a:p>
                      <a:pPr>
                        <a:lnSpc>
                          <a:spcPct val="115000"/>
                        </a:lnSpc>
                        <a:spcBef>
                          <a:spcPts val="1200"/>
                        </a:spcBef>
                        <a:spcAft>
                          <a:spcPts val="1000"/>
                        </a:spcAft>
                        <a:buNone/>
                      </a:pPr>
                      <a:r>
                        <a:rPr lang="en-ZA" sz="1200" kern="0" dirty="0">
                          <a:effectLst/>
                          <a:latin typeface="Titillium Web" panose="00000500000000000000" pitchFamily="2" charset="0"/>
                        </a:rPr>
                        <a:t>26–59%</a:t>
                      </a:r>
                      <a:endParaRPr lang="en-ZA" sz="11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Bef>
                          <a:spcPts val="1200"/>
                        </a:spcBef>
                        <a:spcAft>
                          <a:spcPts val="1000"/>
                        </a:spcAft>
                        <a:buNone/>
                      </a:pPr>
                      <a:r>
                        <a:rPr lang="en-ZA" sz="1200" kern="0" dirty="0">
                          <a:effectLst/>
                          <a:latin typeface="Titillium Web" panose="00000500000000000000" pitchFamily="2" charset="0"/>
                        </a:rPr>
                        <a:t>Partial – Incomplete or informal</a:t>
                      </a:r>
                      <a:endParaRPr lang="en-ZA" sz="11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1890043"/>
                  </a:ext>
                </a:extLst>
              </a:tr>
              <a:tr h="366905">
                <a:tc>
                  <a:txBody>
                    <a:bodyPr/>
                    <a:lstStyle/>
                    <a:p>
                      <a:pPr>
                        <a:lnSpc>
                          <a:spcPct val="115000"/>
                        </a:lnSpc>
                        <a:spcBef>
                          <a:spcPts val="1200"/>
                        </a:spcBef>
                        <a:spcAft>
                          <a:spcPts val="1000"/>
                        </a:spcAft>
                        <a:buNone/>
                      </a:pPr>
                      <a:r>
                        <a:rPr lang="en-ZA" sz="1200" kern="0">
                          <a:effectLst/>
                          <a:latin typeface="Titillium Web" panose="00000500000000000000" pitchFamily="2" charset="0"/>
                        </a:rPr>
                        <a:t>60–89%</a:t>
                      </a:r>
                      <a:endParaRPr lang="en-ZA" sz="1100" kern="10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Bef>
                          <a:spcPts val="1200"/>
                        </a:spcBef>
                        <a:spcAft>
                          <a:spcPts val="1000"/>
                        </a:spcAft>
                        <a:buNone/>
                      </a:pPr>
                      <a:r>
                        <a:rPr lang="en-ZA" sz="1200" kern="0" dirty="0">
                          <a:effectLst/>
                          <a:latin typeface="Titillium Web" panose="00000500000000000000" pitchFamily="2" charset="0"/>
                        </a:rPr>
                        <a:t>Functional – Needs refinement</a:t>
                      </a:r>
                      <a:endParaRPr lang="en-ZA" sz="11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9046591"/>
                  </a:ext>
                </a:extLst>
              </a:tr>
              <a:tr h="366905">
                <a:tc>
                  <a:txBody>
                    <a:bodyPr/>
                    <a:lstStyle/>
                    <a:p>
                      <a:pPr>
                        <a:lnSpc>
                          <a:spcPct val="115000"/>
                        </a:lnSpc>
                        <a:spcBef>
                          <a:spcPts val="1200"/>
                        </a:spcBef>
                        <a:spcAft>
                          <a:spcPts val="1000"/>
                        </a:spcAft>
                        <a:buNone/>
                      </a:pPr>
                      <a:r>
                        <a:rPr lang="en-ZA" sz="1200" kern="0">
                          <a:effectLst/>
                          <a:latin typeface="Titillium Web" panose="00000500000000000000" pitchFamily="2" charset="0"/>
                        </a:rPr>
                        <a:t>90–100%</a:t>
                      </a:r>
                      <a:endParaRPr lang="en-ZA" sz="1100" kern="10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Bef>
                          <a:spcPts val="1200"/>
                        </a:spcBef>
                        <a:spcAft>
                          <a:spcPts val="1000"/>
                        </a:spcAft>
                        <a:buNone/>
                      </a:pPr>
                      <a:r>
                        <a:rPr lang="en-ZA" sz="1200" kern="0" dirty="0">
                          <a:effectLst/>
                          <a:latin typeface="Titillium Web" panose="00000500000000000000" pitchFamily="2" charset="0"/>
                        </a:rPr>
                        <a:t>Fully Implemented</a:t>
                      </a:r>
                      <a:endParaRPr lang="en-ZA" sz="11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7724360"/>
                  </a:ext>
                </a:extLst>
              </a:tr>
            </a:tbl>
          </a:graphicData>
        </a:graphic>
      </p:graphicFrame>
      <p:grpSp>
        <p:nvGrpSpPr>
          <p:cNvPr id="10" name="Group 9">
            <a:extLst>
              <a:ext uri="{FF2B5EF4-FFF2-40B4-BE49-F238E27FC236}">
                <a16:creationId xmlns:a16="http://schemas.microsoft.com/office/drawing/2014/main" id="{BE18824B-8525-4033-8D43-4A03CCF66EAE}"/>
              </a:ext>
            </a:extLst>
          </p:cNvPr>
          <p:cNvGrpSpPr/>
          <p:nvPr/>
        </p:nvGrpSpPr>
        <p:grpSpPr>
          <a:xfrm>
            <a:off x="5999045" y="7788697"/>
            <a:ext cx="1314450" cy="1449210"/>
            <a:chOff x="5999045" y="7407697"/>
            <a:chExt cx="1314450" cy="1449210"/>
          </a:xfrm>
        </p:grpSpPr>
        <p:sp>
          <p:nvSpPr>
            <p:cNvPr id="14" name="Text 4">
              <a:extLst>
                <a:ext uri="{FF2B5EF4-FFF2-40B4-BE49-F238E27FC236}">
                  <a16:creationId xmlns:a16="http://schemas.microsoft.com/office/drawing/2014/main" id="{0C07EF6E-FA51-6B53-E520-D84F53F3875D}"/>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9" name="Image 4" descr="preencoded.png">
              <a:extLst>
                <a:ext uri="{FF2B5EF4-FFF2-40B4-BE49-F238E27FC236}">
                  <a16:creationId xmlns:a16="http://schemas.microsoft.com/office/drawing/2014/main" id="{3027B2C3-BBDB-C292-5C96-B5821BD7ED9B}"/>
                </a:ext>
              </a:extLst>
            </p:cNvPr>
            <p:cNvPicPr>
              <a:picLocks noChangeAspect="1"/>
            </p:cNvPicPr>
            <p:nvPr/>
          </p:nvPicPr>
          <p:blipFill>
            <a:blip r:embed="rId4"/>
            <a:stretch>
              <a:fillRect/>
            </a:stretch>
          </p:blipFill>
          <p:spPr>
            <a:xfrm>
              <a:off x="6799145" y="7407697"/>
              <a:ext cx="514350" cy="400050"/>
            </a:xfrm>
            <a:prstGeom prst="rect">
              <a:avLst/>
            </a:prstGeom>
          </p:spPr>
        </p:pic>
      </p:grpSp>
      <p:grpSp>
        <p:nvGrpSpPr>
          <p:cNvPr id="3" name="Group 2">
            <a:extLst>
              <a:ext uri="{FF2B5EF4-FFF2-40B4-BE49-F238E27FC236}">
                <a16:creationId xmlns:a16="http://schemas.microsoft.com/office/drawing/2014/main" id="{C889AD22-7D2F-1075-2D4F-55F2F401B80D}"/>
              </a:ext>
            </a:extLst>
          </p:cNvPr>
          <p:cNvGrpSpPr/>
          <p:nvPr/>
        </p:nvGrpSpPr>
        <p:grpSpPr>
          <a:xfrm>
            <a:off x="5591781" y="1412484"/>
            <a:ext cx="1382886" cy="1387866"/>
            <a:chOff x="5591781" y="1412484"/>
            <a:chExt cx="1382886" cy="1387866"/>
          </a:xfrm>
        </p:grpSpPr>
        <p:sp>
          <p:nvSpPr>
            <p:cNvPr id="16" name="Rectangle 15">
              <a:extLst>
                <a:ext uri="{FF2B5EF4-FFF2-40B4-BE49-F238E27FC236}">
                  <a16:creationId xmlns:a16="http://schemas.microsoft.com/office/drawing/2014/main" id="{7442549E-40B7-F95C-A094-AA24AE4EC259}"/>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7" name="Picture 16">
              <a:extLst>
                <a:ext uri="{FF2B5EF4-FFF2-40B4-BE49-F238E27FC236}">
                  <a16:creationId xmlns:a16="http://schemas.microsoft.com/office/drawing/2014/main" id="{F720A956-92F6-5197-FE0A-B8775835CA03}"/>
                </a:ext>
              </a:extLst>
            </p:cNvPr>
            <p:cNvPicPr>
              <a:picLocks noChangeAspect="1"/>
            </p:cNvPicPr>
            <p:nvPr/>
          </p:nvPicPr>
          <p:blipFill>
            <a:blip r:embed="rId5"/>
            <a:srcRect l="10092" r="10092"/>
            <a:stretch/>
          </p:blipFill>
          <p:spPr>
            <a:xfrm>
              <a:off x="5591781" y="1712378"/>
              <a:ext cx="1158067" cy="762487"/>
            </a:xfrm>
            <a:prstGeom prst="rect">
              <a:avLst/>
            </a:prstGeom>
          </p:spPr>
        </p:pic>
        <p:sp>
          <p:nvSpPr>
            <p:cNvPr id="18" name="Rectangle 17">
              <a:extLst>
                <a:ext uri="{FF2B5EF4-FFF2-40B4-BE49-F238E27FC236}">
                  <a16:creationId xmlns:a16="http://schemas.microsoft.com/office/drawing/2014/main" id="{EE8F50C8-8BCC-8416-BDC8-B0453486ABA4}"/>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Tree>
    <p:extLst>
      <p:ext uri="{BB962C8B-B14F-4D97-AF65-F5344CB8AC3E}">
        <p14:creationId xmlns:p14="http://schemas.microsoft.com/office/powerpoint/2010/main" val="2627498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1442B-1D53-176C-0EEB-642E8C5A1964}"/>
            </a:ext>
          </a:extLst>
        </p:cNvPr>
        <p:cNvGrpSpPr/>
        <p:nvPr/>
      </p:nvGrpSpPr>
      <p:grpSpPr>
        <a:xfrm>
          <a:off x="0" y="0"/>
          <a:ext cx="0" cy="0"/>
          <a:chOff x="0" y="0"/>
          <a:chExt cx="0" cy="0"/>
        </a:xfrm>
      </p:grpSpPr>
      <p:pic>
        <p:nvPicPr>
          <p:cNvPr id="5" name="Image 3" descr="preencoded.png">
            <a:extLst>
              <a:ext uri="{FF2B5EF4-FFF2-40B4-BE49-F238E27FC236}">
                <a16:creationId xmlns:a16="http://schemas.microsoft.com/office/drawing/2014/main" id="{9DC583FF-1362-9D02-E8AC-BA623E9D0317}"/>
              </a:ext>
            </a:extLst>
          </p:cNvPr>
          <p:cNvPicPr>
            <a:picLocks noChangeAspect="1"/>
          </p:cNvPicPr>
          <p:nvPr/>
        </p:nvPicPr>
        <p:blipFill>
          <a:blip r:embed="rId3"/>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C2B1AF12-716D-78EB-1C5A-73EA071F7119}"/>
              </a:ext>
            </a:extLst>
          </p:cNvPr>
          <p:cNvSpPr/>
          <p:nvPr/>
        </p:nvSpPr>
        <p:spPr>
          <a:xfrm>
            <a:off x="807232" y="1942547"/>
            <a:ext cx="4390676" cy="517728"/>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cs typeface="Sora" pitchFamily="34" charset="-120"/>
              </a:rPr>
              <a:t>2.6 Process Limitations</a:t>
            </a:r>
            <a:endParaRPr lang="en-US" sz="2800" dirty="0">
              <a:latin typeface="Titillium Web" panose="00000500000000000000" pitchFamily="2" charset="0"/>
            </a:endParaRPr>
          </a:p>
        </p:txBody>
      </p:sp>
      <p:sp>
        <p:nvSpPr>
          <p:cNvPr id="9" name="Text 1">
            <a:extLst>
              <a:ext uri="{FF2B5EF4-FFF2-40B4-BE49-F238E27FC236}">
                <a16:creationId xmlns:a16="http://schemas.microsoft.com/office/drawing/2014/main" id="{2CE32DCC-4575-C647-63F5-460A2B5F09A5}"/>
              </a:ext>
            </a:extLst>
          </p:cNvPr>
          <p:cNvSpPr/>
          <p:nvPr/>
        </p:nvSpPr>
        <p:spPr>
          <a:xfrm>
            <a:off x="943602" y="2534188"/>
            <a:ext cx="4648179" cy="5682166"/>
          </a:xfrm>
          <a:prstGeom prst="rect">
            <a:avLst/>
          </a:prstGeom>
          <a:noFill/>
          <a:ln/>
        </p:spPr>
        <p:txBody>
          <a:bodyPr wrap="square" lIns="0" tIns="0" rIns="0" bIns="0" rtlCol="0" anchor="t"/>
          <a:lstStyle/>
          <a:p>
            <a:pPr marL="0" indent="0" algn="l">
              <a:lnSpc>
                <a:spcPts val="1600"/>
              </a:lnSpc>
              <a:spcBef>
                <a:spcPts val="1200"/>
              </a:spcBef>
              <a:spcAft>
                <a:spcPts val="600"/>
              </a:spcAft>
              <a:buNone/>
            </a:pPr>
            <a:r>
              <a:rPr lang="en-US" sz="1200" dirty="0">
                <a:solidFill>
                  <a:srgbClr val="1D1D1D"/>
                </a:solidFill>
                <a:latin typeface="Titillium Web" pitchFamily="34" charset="0"/>
                <a:ea typeface="Titillium Web" pitchFamily="34" charset="-122"/>
                <a:cs typeface="Titillium Web" pitchFamily="34" charset="-120"/>
              </a:rPr>
              <a:t>{{</a:t>
            </a:r>
            <a:r>
              <a:rPr lang="en-US" sz="1200" dirty="0" err="1">
                <a:solidFill>
                  <a:srgbClr val="1D1D1D"/>
                </a:solidFill>
                <a:latin typeface="Titillium Web" pitchFamily="34" charset="0"/>
                <a:ea typeface="Titillium Web" pitchFamily="34" charset="-122"/>
                <a:cs typeface="Titillium Web" pitchFamily="34" charset="-120"/>
              </a:rPr>
              <a:t>procLimitsBody</a:t>
            </a:r>
            <a:r>
              <a:rPr lang="en-US" sz="1200" dirty="0">
                <a:solidFill>
                  <a:srgbClr val="1D1D1D"/>
                </a:solidFill>
                <a:latin typeface="Titillium Web" pitchFamily="34" charset="0"/>
                <a:ea typeface="Titillium Web" pitchFamily="34" charset="-122"/>
                <a:cs typeface="Titillium Web" pitchFamily="34" charset="-120"/>
              </a:rPr>
              <a:t>}}</a:t>
            </a:r>
          </a:p>
        </p:txBody>
      </p:sp>
      <p:sp>
        <p:nvSpPr>
          <p:cNvPr id="10" name="Text 2">
            <a:extLst>
              <a:ext uri="{FF2B5EF4-FFF2-40B4-BE49-F238E27FC236}">
                <a16:creationId xmlns:a16="http://schemas.microsoft.com/office/drawing/2014/main" id="{858C6328-DEE7-115F-ACCC-F559DE458B51}"/>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itchFamily="34" charset="0"/>
                <a:ea typeface="Titillium Web" pitchFamily="34" charset="-122"/>
                <a:cs typeface="Titillium Web" pitchFamily="34" charset="-120"/>
              </a:rPr>
              <a:t>{{</a:t>
            </a:r>
            <a:r>
              <a:rPr lang="en-US" sz="1350" i="1" dirty="0" err="1">
                <a:solidFill>
                  <a:srgbClr val="1D1D1D"/>
                </a:solidFill>
                <a:latin typeface="Titillium Web" pitchFamily="34" charset="0"/>
                <a:ea typeface="Titillium Web" pitchFamily="34" charset="-122"/>
                <a:cs typeface="Titillium Web" pitchFamily="34" charset="-120"/>
              </a:rPr>
              <a:t>currentMonthYear</a:t>
            </a:r>
            <a:r>
              <a:rPr lang="en-US" sz="1350" i="1" dirty="0">
                <a:solidFill>
                  <a:srgbClr val="1D1D1D"/>
                </a:solidFill>
                <a:latin typeface="Titillium Web" pitchFamily="34" charset="0"/>
                <a:ea typeface="Titillium Web" pitchFamily="34" charset="-122"/>
                <a:cs typeface="Titillium Web" pitchFamily="34" charset="-120"/>
              </a:rPr>
              <a:t>}}</a:t>
            </a:r>
            <a:endParaRPr lang="en-US" sz="1350" dirty="0"/>
          </a:p>
        </p:txBody>
      </p:sp>
      <p:sp>
        <p:nvSpPr>
          <p:cNvPr id="11" name="Text 3">
            <a:extLst>
              <a:ext uri="{FF2B5EF4-FFF2-40B4-BE49-F238E27FC236}">
                <a16:creationId xmlns:a16="http://schemas.microsoft.com/office/drawing/2014/main" id="{71111646-7766-4FA2-CE3C-DFE63A4C4661}"/>
              </a:ext>
            </a:extLst>
          </p:cNvPr>
          <p:cNvSpPr/>
          <p:nvPr/>
        </p:nvSpPr>
        <p:spPr>
          <a:xfrm>
            <a:off x="2694708" y="7363872"/>
            <a:ext cx="4514850" cy="2286000"/>
          </a:xfrm>
          <a:prstGeom prst="rect">
            <a:avLst/>
          </a:prstGeom>
          <a:noFill/>
          <a:ln/>
        </p:spPr>
        <p:txBody>
          <a:bodyPr wrap="square" lIns="0" tIns="0" rIns="0" bIns="0" rtlCol="0" anchor="ctr"/>
          <a:lstStyle/>
          <a:p>
            <a:pPr marL="0" indent="0" algn="l">
              <a:lnSpc>
                <a:spcPct val="105600"/>
              </a:lnSpc>
              <a:buNone/>
            </a:pPr>
            <a:endParaRPr lang="en-US" sz="1050" dirty="0"/>
          </a:p>
        </p:txBody>
      </p:sp>
      <p:sp>
        <p:nvSpPr>
          <p:cNvPr id="12" name="Text 4">
            <a:extLst>
              <a:ext uri="{FF2B5EF4-FFF2-40B4-BE49-F238E27FC236}">
                <a16:creationId xmlns:a16="http://schemas.microsoft.com/office/drawing/2014/main" id="{75140B9D-AB1A-BA6B-FFDF-84BD5D30F7AD}"/>
              </a:ext>
            </a:extLst>
          </p:cNvPr>
          <p:cNvSpPr/>
          <p:nvPr/>
        </p:nvSpPr>
        <p:spPr>
          <a:xfrm>
            <a:off x="7209558" y="9559385"/>
            <a:ext cx="228600" cy="180975"/>
          </a:xfrm>
          <a:prstGeom prst="rect">
            <a:avLst/>
          </a:prstGeom>
          <a:noFill/>
          <a:ln/>
        </p:spPr>
        <p:txBody>
          <a:bodyPr wrap="square" lIns="0" tIns="0" rIns="0" bIns="0" rtlCol="0" anchor="ctr"/>
          <a:lstStyle/>
          <a:p>
            <a:pPr marL="0" indent="0" algn="l">
              <a:lnSpc>
                <a:spcPct val="79650"/>
              </a:lnSpc>
              <a:buNone/>
            </a:pPr>
            <a:r>
              <a:rPr lang="en-US" sz="1000" b="1" dirty="0">
                <a:solidFill>
                  <a:srgbClr val="2B2B35"/>
                </a:solidFill>
                <a:latin typeface="Titillium Web" panose="00000500000000000000" pitchFamily="2" charset="0"/>
                <a:ea typeface="Roboto Condensed" pitchFamily="34" charset="-122"/>
                <a:cs typeface="Roboto Condensed" pitchFamily="34" charset="-120"/>
              </a:rPr>
              <a:t>15</a:t>
            </a:r>
            <a:endParaRPr lang="en-US" sz="1000" b="1" dirty="0">
              <a:latin typeface="Titillium Web" panose="00000500000000000000" pitchFamily="2" charset="0"/>
            </a:endParaRPr>
          </a:p>
        </p:txBody>
      </p:sp>
      <p:sp>
        <p:nvSpPr>
          <p:cNvPr id="13" name="Text 5">
            <a:extLst>
              <a:ext uri="{FF2B5EF4-FFF2-40B4-BE49-F238E27FC236}">
                <a16:creationId xmlns:a16="http://schemas.microsoft.com/office/drawing/2014/main" id="{C952C835-A801-503E-A21D-4D9BCDA95E43}"/>
              </a:ext>
            </a:extLst>
          </p:cNvPr>
          <p:cNvSpPr/>
          <p:nvPr/>
        </p:nvSpPr>
        <p:spPr>
          <a:xfrm>
            <a:off x="807232" y="677036"/>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itchFamily="34" charset="0"/>
                <a:ea typeface="Titillium Web" pitchFamily="34" charset="-122"/>
                <a:cs typeface="Titillium Web" pitchFamily="34" charset="-120"/>
              </a:rPr>
              <a:t>As-is Scenario Analysis</a:t>
            </a:r>
            <a:endParaRPr lang="en-US" sz="1350" dirty="0"/>
          </a:p>
        </p:txBody>
      </p:sp>
      <p:sp>
        <p:nvSpPr>
          <p:cNvPr id="14" name="Text 6">
            <a:extLst>
              <a:ext uri="{FF2B5EF4-FFF2-40B4-BE49-F238E27FC236}">
                <a16:creationId xmlns:a16="http://schemas.microsoft.com/office/drawing/2014/main" id="{4889AAEB-DAF9-D4E9-8D83-15DA08B9F5DA}"/>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itchFamily="34" charset="0"/>
                <a:ea typeface="Titillium Web" pitchFamily="34" charset="-122"/>
                <a:cs typeface="Titillium Web" pitchFamily="34" charset="-120"/>
              </a:rPr>
              <a:t>3</a:t>
            </a:r>
            <a:endParaRPr lang="en-US" sz="1200" dirty="0"/>
          </a:p>
        </p:txBody>
      </p:sp>
      <p:grpSp>
        <p:nvGrpSpPr>
          <p:cNvPr id="3" name="Group 2">
            <a:extLst>
              <a:ext uri="{FF2B5EF4-FFF2-40B4-BE49-F238E27FC236}">
                <a16:creationId xmlns:a16="http://schemas.microsoft.com/office/drawing/2014/main" id="{471E5571-1828-9044-B438-BDB888D0F607}"/>
              </a:ext>
            </a:extLst>
          </p:cNvPr>
          <p:cNvGrpSpPr/>
          <p:nvPr/>
        </p:nvGrpSpPr>
        <p:grpSpPr>
          <a:xfrm>
            <a:off x="5999045" y="7648327"/>
            <a:ext cx="1314450" cy="1449210"/>
            <a:chOff x="5999045" y="7648327"/>
            <a:chExt cx="1314450" cy="1449210"/>
          </a:xfrm>
        </p:grpSpPr>
        <p:sp>
          <p:nvSpPr>
            <p:cNvPr id="15" name="Text 4">
              <a:extLst>
                <a:ext uri="{FF2B5EF4-FFF2-40B4-BE49-F238E27FC236}">
                  <a16:creationId xmlns:a16="http://schemas.microsoft.com/office/drawing/2014/main" id="{F6F583D0-611F-6061-BFC0-C3B738785262}"/>
                </a:ext>
              </a:extLst>
            </p:cNvPr>
            <p:cNvSpPr/>
            <p:nvPr/>
          </p:nvSpPr>
          <p:spPr>
            <a:xfrm>
              <a:off x="5999045" y="818313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6" name="Image 4" descr="preencoded.png">
              <a:extLst>
                <a:ext uri="{FF2B5EF4-FFF2-40B4-BE49-F238E27FC236}">
                  <a16:creationId xmlns:a16="http://schemas.microsoft.com/office/drawing/2014/main" id="{CF0DD5A8-EDE8-DEE9-0F21-45C5F472BCE8}"/>
                </a:ext>
              </a:extLst>
            </p:cNvPr>
            <p:cNvPicPr>
              <a:picLocks noChangeAspect="1"/>
            </p:cNvPicPr>
            <p:nvPr/>
          </p:nvPicPr>
          <p:blipFill>
            <a:blip r:embed="rId4"/>
            <a:stretch>
              <a:fillRect/>
            </a:stretch>
          </p:blipFill>
          <p:spPr>
            <a:xfrm>
              <a:off x="6799145" y="7648327"/>
              <a:ext cx="514350" cy="400050"/>
            </a:xfrm>
            <a:prstGeom prst="rect">
              <a:avLst/>
            </a:prstGeom>
          </p:spPr>
        </p:pic>
      </p:grpSp>
      <p:grpSp>
        <p:nvGrpSpPr>
          <p:cNvPr id="19" name="Group 18">
            <a:extLst>
              <a:ext uri="{FF2B5EF4-FFF2-40B4-BE49-F238E27FC236}">
                <a16:creationId xmlns:a16="http://schemas.microsoft.com/office/drawing/2014/main" id="{CF91B8F9-F696-2364-5756-4F8BC26B0FBD}"/>
              </a:ext>
            </a:extLst>
          </p:cNvPr>
          <p:cNvGrpSpPr/>
          <p:nvPr/>
        </p:nvGrpSpPr>
        <p:grpSpPr>
          <a:xfrm>
            <a:off x="5591781" y="1412484"/>
            <a:ext cx="1382886" cy="1387866"/>
            <a:chOff x="5591781" y="1412484"/>
            <a:chExt cx="1382886" cy="1387866"/>
          </a:xfrm>
        </p:grpSpPr>
        <p:sp>
          <p:nvSpPr>
            <p:cNvPr id="20" name="Rectangle 19">
              <a:extLst>
                <a:ext uri="{FF2B5EF4-FFF2-40B4-BE49-F238E27FC236}">
                  <a16:creationId xmlns:a16="http://schemas.microsoft.com/office/drawing/2014/main" id="{3D9AE68A-1C55-1926-6C15-46315E445C4C}"/>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1" name="Picture 20">
              <a:extLst>
                <a:ext uri="{FF2B5EF4-FFF2-40B4-BE49-F238E27FC236}">
                  <a16:creationId xmlns:a16="http://schemas.microsoft.com/office/drawing/2014/main" id="{EF71D585-0B0E-3577-8EDD-53607CA32446}"/>
                </a:ext>
              </a:extLst>
            </p:cNvPr>
            <p:cNvPicPr>
              <a:picLocks noChangeAspect="1"/>
            </p:cNvPicPr>
            <p:nvPr/>
          </p:nvPicPr>
          <p:blipFill>
            <a:blip r:embed="rId5"/>
            <a:srcRect l="10092" r="10092"/>
            <a:stretch/>
          </p:blipFill>
          <p:spPr>
            <a:xfrm>
              <a:off x="5591781" y="1712378"/>
              <a:ext cx="1158067" cy="762487"/>
            </a:xfrm>
            <a:prstGeom prst="rect">
              <a:avLst/>
            </a:prstGeom>
          </p:spPr>
        </p:pic>
        <p:sp>
          <p:nvSpPr>
            <p:cNvPr id="22" name="Rectangle 21">
              <a:extLst>
                <a:ext uri="{FF2B5EF4-FFF2-40B4-BE49-F238E27FC236}">
                  <a16:creationId xmlns:a16="http://schemas.microsoft.com/office/drawing/2014/main" id="{4977F5BC-80F7-B41A-38D6-0216C7026FA4}"/>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2" name="Flowchart: Connector 1">
            <a:extLst>
              <a:ext uri="{FF2B5EF4-FFF2-40B4-BE49-F238E27FC236}">
                <a16:creationId xmlns:a16="http://schemas.microsoft.com/office/drawing/2014/main" id="{F86FB54A-3B8A-F96C-D68A-35164D22DF0D}"/>
              </a:ext>
            </a:extLst>
          </p:cNvPr>
          <p:cNvSpPr/>
          <p:nvPr/>
        </p:nvSpPr>
        <p:spPr>
          <a:xfrm>
            <a:off x="7044971" y="939165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4241528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96694-8580-34E1-F2B2-AF2F0D3759C6}"/>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180143F6-9A32-C1DB-4EB6-6351050E64A4}"/>
              </a:ext>
            </a:extLst>
          </p:cNvPr>
          <p:cNvSpPr/>
          <p:nvPr/>
        </p:nvSpPr>
        <p:spPr>
          <a:xfrm>
            <a:off x="214856" y="865637"/>
            <a:ext cx="585961" cy="1895475"/>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5" name="Image 3">
            <a:extLst>
              <a:ext uri="{FF2B5EF4-FFF2-40B4-BE49-F238E27FC236}">
                <a16:creationId xmlns:a16="http://schemas.microsoft.com/office/drawing/2014/main" id="{C0F48C8E-8F18-7F2C-A90F-8E8FE0A1C73B}"/>
              </a:ext>
            </a:extLst>
          </p:cNvPr>
          <p:cNvPicPr>
            <a:picLocks noChangeAspect="1"/>
          </p:cNvPicPr>
          <p:nvPr/>
        </p:nvPicPr>
        <p:blipFill>
          <a:blip r:embed="rId3"/>
          <a:srcRect/>
          <a:stretch/>
        </p:blipFill>
        <p:spPr>
          <a:xfrm>
            <a:off x="1" y="4219575"/>
            <a:ext cx="7772398" cy="4076699"/>
          </a:xfrm>
          <a:prstGeom prst="rect">
            <a:avLst/>
          </a:prstGeom>
        </p:spPr>
      </p:pic>
      <p:pic>
        <p:nvPicPr>
          <p:cNvPr id="6" name="Image 4" descr="preencoded.png">
            <a:extLst>
              <a:ext uri="{FF2B5EF4-FFF2-40B4-BE49-F238E27FC236}">
                <a16:creationId xmlns:a16="http://schemas.microsoft.com/office/drawing/2014/main" id="{040D147B-78BF-8B20-8A67-ADD2184F02B0}"/>
              </a:ext>
            </a:extLst>
          </p:cNvPr>
          <p:cNvPicPr>
            <a:picLocks noChangeAspect="1"/>
          </p:cNvPicPr>
          <p:nvPr/>
        </p:nvPicPr>
        <p:blipFill>
          <a:blip r:embed="rId4"/>
          <a:stretch>
            <a:fillRect/>
          </a:stretch>
        </p:blipFill>
        <p:spPr>
          <a:xfrm>
            <a:off x="4862751" y="6575308"/>
            <a:ext cx="1752600" cy="1752600"/>
          </a:xfrm>
          <a:prstGeom prst="rect">
            <a:avLst/>
          </a:prstGeom>
        </p:spPr>
      </p:pic>
      <p:pic>
        <p:nvPicPr>
          <p:cNvPr id="7" name="Image 5" descr="preencoded.png">
            <a:extLst>
              <a:ext uri="{FF2B5EF4-FFF2-40B4-BE49-F238E27FC236}">
                <a16:creationId xmlns:a16="http://schemas.microsoft.com/office/drawing/2014/main" id="{05380873-7368-5F94-4126-98D199B2B792}"/>
              </a:ext>
            </a:extLst>
          </p:cNvPr>
          <p:cNvPicPr>
            <a:picLocks noChangeAspect="1"/>
          </p:cNvPicPr>
          <p:nvPr/>
        </p:nvPicPr>
        <p:blipFill>
          <a:blip r:embed="rId5"/>
          <a:stretch>
            <a:fillRect/>
          </a:stretch>
        </p:blipFill>
        <p:spPr>
          <a:xfrm>
            <a:off x="6607635" y="6575308"/>
            <a:ext cx="1171575" cy="1752600"/>
          </a:xfrm>
          <a:prstGeom prst="rect">
            <a:avLst/>
          </a:prstGeom>
        </p:spPr>
      </p:pic>
      <p:pic>
        <p:nvPicPr>
          <p:cNvPr id="8" name="Image 6" descr="preencoded.png">
            <a:extLst>
              <a:ext uri="{FF2B5EF4-FFF2-40B4-BE49-F238E27FC236}">
                <a16:creationId xmlns:a16="http://schemas.microsoft.com/office/drawing/2014/main" id="{519CCA5C-724B-4E97-30BB-BB5F592F6DA7}"/>
              </a:ext>
            </a:extLst>
          </p:cNvPr>
          <p:cNvPicPr>
            <a:picLocks noChangeAspect="1"/>
          </p:cNvPicPr>
          <p:nvPr/>
        </p:nvPicPr>
        <p:blipFill>
          <a:blip r:embed="rId6"/>
          <a:stretch>
            <a:fillRect/>
          </a:stretch>
        </p:blipFill>
        <p:spPr>
          <a:xfrm>
            <a:off x="551487" y="9286170"/>
            <a:ext cx="6652174" cy="190500"/>
          </a:xfrm>
          <a:prstGeom prst="rect">
            <a:avLst/>
          </a:prstGeom>
        </p:spPr>
      </p:pic>
      <p:sp>
        <p:nvSpPr>
          <p:cNvPr id="14" name="Text 0">
            <a:extLst>
              <a:ext uri="{FF2B5EF4-FFF2-40B4-BE49-F238E27FC236}">
                <a16:creationId xmlns:a16="http://schemas.microsoft.com/office/drawing/2014/main" id="{79B609FB-3F1F-6535-2B3F-B42EBB9B61EA}"/>
              </a:ext>
            </a:extLst>
          </p:cNvPr>
          <p:cNvSpPr/>
          <p:nvPr/>
        </p:nvSpPr>
        <p:spPr>
          <a:xfrm>
            <a:off x="1252713" y="1042807"/>
            <a:ext cx="4641947" cy="1028700"/>
          </a:xfrm>
          <a:prstGeom prst="rect">
            <a:avLst/>
          </a:prstGeom>
          <a:noFill/>
          <a:ln/>
        </p:spPr>
        <p:txBody>
          <a:bodyPr wrap="square" lIns="0" tIns="0" rIns="0" bIns="0" rtlCol="0" anchor="ctr"/>
          <a:lstStyle/>
          <a:p>
            <a:pPr lvl="1">
              <a:lnSpc>
                <a:spcPts val="7500"/>
              </a:lnSpc>
              <a:buSzPct val="100000"/>
            </a:pPr>
            <a:r>
              <a:rPr lang="en-US" sz="4400" b="1" dirty="0">
                <a:solidFill>
                  <a:srgbClr val="1D1D1D"/>
                </a:solidFill>
                <a:latin typeface="Titillium Web" panose="00000500000000000000" pitchFamily="2" charset="0"/>
                <a:ea typeface="Sora" pitchFamily="34" charset="-122"/>
                <a:cs typeface="Sora" pitchFamily="34" charset="-120"/>
              </a:rPr>
              <a:t>SECTION3</a:t>
            </a:r>
          </a:p>
          <a:p>
            <a:pPr lvl="1">
              <a:lnSpc>
                <a:spcPct val="70000"/>
              </a:lnSpc>
              <a:buSzPct val="100000"/>
            </a:pPr>
            <a:r>
              <a:rPr lang="en-US" sz="3375" b="1" dirty="0">
                <a:solidFill>
                  <a:schemeClr val="tx1">
                    <a:lumMod val="50000"/>
                    <a:lumOff val="50000"/>
                  </a:schemeClr>
                </a:solidFill>
                <a:latin typeface="Titillium Web" panose="00000500000000000000" pitchFamily="2" charset="0"/>
                <a:ea typeface="Sora" pitchFamily="34" charset="-122"/>
              </a:rPr>
              <a:t>Strategic Profile</a:t>
            </a:r>
            <a:endParaRPr lang="en-US" sz="3375" dirty="0">
              <a:solidFill>
                <a:schemeClr val="tx1">
                  <a:lumMod val="50000"/>
                  <a:lumOff val="50000"/>
                </a:schemeClr>
              </a:solidFill>
              <a:latin typeface="Titillium Web" panose="00000500000000000000" pitchFamily="2" charset="0"/>
            </a:endParaRPr>
          </a:p>
        </p:txBody>
      </p:sp>
      <p:sp>
        <p:nvSpPr>
          <p:cNvPr id="23" name="Rectangle 22">
            <a:extLst>
              <a:ext uri="{FF2B5EF4-FFF2-40B4-BE49-F238E27FC236}">
                <a16:creationId xmlns:a16="http://schemas.microsoft.com/office/drawing/2014/main" id="{3E5FD112-1EBE-AE44-21CB-BA863F5E0F3A}"/>
              </a:ext>
            </a:extLst>
          </p:cNvPr>
          <p:cNvSpPr/>
          <p:nvPr/>
        </p:nvSpPr>
        <p:spPr>
          <a:xfrm>
            <a:off x="214856" y="865637"/>
            <a:ext cx="585961" cy="1895475"/>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Rectangle 20">
            <a:extLst>
              <a:ext uri="{FF2B5EF4-FFF2-40B4-BE49-F238E27FC236}">
                <a16:creationId xmlns:a16="http://schemas.microsoft.com/office/drawing/2014/main" id="{837A2B99-F4B7-C406-7C74-8E0054E02E70}"/>
              </a:ext>
            </a:extLst>
          </p:cNvPr>
          <p:cNvSpPr/>
          <p:nvPr/>
        </p:nvSpPr>
        <p:spPr>
          <a:xfrm>
            <a:off x="214856" y="865637"/>
            <a:ext cx="1054386" cy="1416053"/>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ext 3">
            <a:extLst>
              <a:ext uri="{FF2B5EF4-FFF2-40B4-BE49-F238E27FC236}">
                <a16:creationId xmlns:a16="http://schemas.microsoft.com/office/drawing/2014/main" id="{D49F2667-E541-E433-556A-4B30B939EA3D}"/>
              </a:ext>
            </a:extLst>
          </p:cNvPr>
          <p:cNvSpPr/>
          <p:nvPr/>
        </p:nvSpPr>
        <p:spPr>
          <a:xfrm>
            <a:off x="4362917" y="8902446"/>
            <a:ext cx="2838450" cy="228600"/>
          </a:xfrm>
          <a:prstGeom prst="rect">
            <a:avLst/>
          </a:prstGeom>
          <a:noFill/>
          <a:ln/>
        </p:spPr>
        <p:txBody>
          <a:bodyPr wrap="square" lIns="0" tIns="0" rIns="0" bIns="0" rtlCol="0" anchor="ctr"/>
          <a:lstStyle/>
          <a:p>
            <a:pPr algn="r">
              <a:lnSpc>
                <a:spcPct val="99141"/>
              </a:lnSpc>
            </a:pPr>
            <a:r>
              <a:rPr lang="en-US" sz="1200" dirty="0">
                <a:solidFill>
                  <a:srgbClr val="000000"/>
                </a:solidFill>
                <a:latin typeface="Titillium Web" panose="00000500000000000000" pitchFamily="2" charset="0"/>
                <a:ea typeface="Arimo" pitchFamily="34" charset="-122"/>
                <a:cs typeface="Arimo" pitchFamily="34" charset="-120"/>
              </a:rPr>
              <a:t>{{</a:t>
            </a:r>
            <a:r>
              <a:rPr lang="en-US" sz="1200" dirty="0" err="1">
                <a:solidFill>
                  <a:srgbClr val="000000"/>
                </a:solidFill>
                <a:latin typeface="Titillium Web" panose="00000500000000000000" pitchFamily="2" charset="0"/>
                <a:ea typeface="Arimo" pitchFamily="34" charset="-122"/>
                <a:cs typeface="Arimo" pitchFamily="34" charset="-120"/>
              </a:rPr>
              <a:t>emailAddress</a:t>
            </a:r>
            <a:r>
              <a:rPr lang="en-US" sz="1200" dirty="0">
                <a:solidFill>
                  <a:srgbClr val="000000"/>
                </a:solidFill>
                <a:latin typeface="Titillium Web" panose="00000500000000000000" pitchFamily="2" charset="0"/>
                <a:ea typeface="Arimo" pitchFamily="34" charset="-122"/>
                <a:cs typeface="Arimo" pitchFamily="34" charset="-120"/>
              </a:rPr>
              <a:t>}}</a:t>
            </a:r>
            <a:endParaRPr lang="en-US" sz="1200" dirty="0">
              <a:latin typeface="Titillium Web" panose="00000500000000000000" pitchFamily="2" charset="0"/>
            </a:endParaRPr>
          </a:p>
        </p:txBody>
      </p:sp>
    </p:spTree>
    <p:extLst>
      <p:ext uri="{BB962C8B-B14F-4D97-AF65-F5344CB8AC3E}">
        <p14:creationId xmlns:p14="http://schemas.microsoft.com/office/powerpoint/2010/main" val="53236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F065A-5F55-AEB7-569B-A96EBA303D54}"/>
            </a:ext>
          </a:extLst>
        </p:cNvPr>
        <p:cNvGrpSpPr/>
        <p:nvPr/>
      </p:nvGrpSpPr>
      <p:grpSpPr>
        <a:xfrm>
          <a:off x="0" y="0"/>
          <a:ext cx="0" cy="0"/>
          <a:chOff x="0" y="0"/>
          <a:chExt cx="0" cy="0"/>
        </a:xfrm>
      </p:grpSpPr>
      <p:pic>
        <p:nvPicPr>
          <p:cNvPr id="5" name="Image 3" descr="preencoded.png">
            <a:extLst>
              <a:ext uri="{FF2B5EF4-FFF2-40B4-BE49-F238E27FC236}">
                <a16:creationId xmlns:a16="http://schemas.microsoft.com/office/drawing/2014/main" id="{34033309-3FC4-13EA-71CE-5F1CF5C2FAF5}"/>
              </a:ext>
            </a:extLst>
          </p:cNvPr>
          <p:cNvPicPr>
            <a:picLocks noChangeAspect="1"/>
          </p:cNvPicPr>
          <p:nvPr/>
        </p:nvPicPr>
        <p:blipFill>
          <a:blip r:embed="rId3"/>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4DB978E3-221B-7DB0-90F0-B1D08111B681}"/>
              </a:ext>
            </a:extLst>
          </p:cNvPr>
          <p:cNvSpPr/>
          <p:nvPr/>
        </p:nvSpPr>
        <p:spPr>
          <a:xfrm>
            <a:off x="895634" y="2511180"/>
            <a:ext cx="4696147" cy="5964080"/>
          </a:xfrm>
          <a:prstGeom prst="rect">
            <a:avLst/>
          </a:prstGeom>
          <a:noFill/>
          <a:ln/>
        </p:spPr>
        <p:txBody>
          <a:bodyPr wrap="square" lIns="0" tIns="0" rIns="0" bIns="0" rtlCol="0" anchor="t"/>
          <a:lstStyle/>
          <a:p>
            <a:pPr>
              <a:lnSpc>
                <a:spcPts val="1600"/>
              </a:lnSpc>
              <a:spcBef>
                <a:spcPts val="1200"/>
              </a:spcBef>
              <a:spcAft>
                <a:spcPts val="600"/>
              </a:spcAft>
            </a:pPr>
            <a:r>
              <a:rPr lang="en-US" sz="1200" dirty="0">
                <a:solidFill>
                  <a:srgbClr val="1D1D1D"/>
                </a:solidFill>
                <a:latin typeface="Titillium Web" panose="00000500000000000000" pitchFamily="2" charset="0"/>
                <a:ea typeface="Titillium Web" pitchFamily="34" charset="-122"/>
                <a:cs typeface="Titillium Web" pitchFamily="34" charset="-120"/>
              </a:rPr>
              <a:t>{{introduction3}}</a:t>
            </a:r>
            <a:endParaRPr lang="en-US" sz="1200" dirty="0">
              <a:solidFill>
                <a:srgbClr val="1D1D1D"/>
              </a:solidFill>
              <a:latin typeface="Titillium Web" panose="00000500000000000000" pitchFamily="2" charset="0"/>
            </a:endParaRPr>
          </a:p>
        </p:txBody>
      </p:sp>
      <p:sp>
        <p:nvSpPr>
          <p:cNvPr id="9" name="Text 1">
            <a:extLst>
              <a:ext uri="{FF2B5EF4-FFF2-40B4-BE49-F238E27FC236}">
                <a16:creationId xmlns:a16="http://schemas.microsoft.com/office/drawing/2014/main" id="{A066CFAD-5EBC-CFC5-3BE3-D90982C401D9}"/>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0" name="Text 2">
            <a:extLst>
              <a:ext uri="{FF2B5EF4-FFF2-40B4-BE49-F238E27FC236}">
                <a16:creationId xmlns:a16="http://schemas.microsoft.com/office/drawing/2014/main" id="{61E121B0-244A-89B0-8707-A377078CD394}"/>
              </a:ext>
            </a:extLst>
          </p:cNvPr>
          <p:cNvSpPr/>
          <p:nvPr/>
        </p:nvSpPr>
        <p:spPr>
          <a:xfrm>
            <a:off x="895634" y="1950746"/>
            <a:ext cx="3676650" cy="285750"/>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cs typeface="Sora" pitchFamily="34" charset="-120"/>
              </a:rPr>
              <a:t>3.1 Introduction</a:t>
            </a:r>
            <a:endParaRPr lang="en-US" sz="2800" dirty="0">
              <a:latin typeface="Titillium Web" panose="00000500000000000000" pitchFamily="2" charset="0"/>
            </a:endParaRPr>
          </a:p>
        </p:txBody>
      </p:sp>
      <p:sp>
        <p:nvSpPr>
          <p:cNvPr id="11" name="Text 3">
            <a:extLst>
              <a:ext uri="{FF2B5EF4-FFF2-40B4-BE49-F238E27FC236}">
                <a16:creationId xmlns:a16="http://schemas.microsoft.com/office/drawing/2014/main" id="{1536738D-B941-600D-B39F-3FC6C433702D}"/>
              </a:ext>
            </a:extLst>
          </p:cNvPr>
          <p:cNvSpPr/>
          <p:nvPr/>
        </p:nvSpPr>
        <p:spPr>
          <a:xfrm>
            <a:off x="7209558" y="9559385"/>
            <a:ext cx="228600" cy="180975"/>
          </a:xfrm>
          <a:prstGeom prst="rect">
            <a:avLst/>
          </a:prstGeom>
          <a:noFill/>
          <a:ln/>
        </p:spPr>
        <p:txBody>
          <a:bodyPr wrap="square" lIns="0" tIns="0" rIns="0" bIns="0" rtlCol="0" anchor="ctr"/>
          <a:lstStyle/>
          <a:p>
            <a:pPr marL="0" indent="0" algn="l">
              <a:lnSpc>
                <a:spcPct val="79650"/>
              </a:lnSpc>
              <a:buNone/>
            </a:pPr>
            <a:r>
              <a:rPr lang="en-US" sz="1000" b="1" dirty="0">
                <a:solidFill>
                  <a:srgbClr val="2B2B35"/>
                </a:solidFill>
                <a:latin typeface="Titillium Web" panose="00000500000000000000" pitchFamily="2" charset="0"/>
                <a:ea typeface="Roboto Condensed" pitchFamily="34" charset="-122"/>
                <a:cs typeface="Roboto Condensed" pitchFamily="34" charset="-120"/>
              </a:rPr>
              <a:t>17</a:t>
            </a:r>
            <a:endParaRPr lang="en-US" sz="1000" b="1" dirty="0">
              <a:latin typeface="Titillium Web" panose="00000500000000000000" pitchFamily="2" charset="0"/>
            </a:endParaRPr>
          </a:p>
        </p:txBody>
      </p:sp>
      <p:sp>
        <p:nvSpPr>
          <p:cNvPr id="12" name="Text 4">
            <a:extLst>
              <a:ext uri="{FF2B5EF4-FFF2-40B4-BE49-F238E27FC236}">
                <a16:creationId xmlns:a16="http://schemas.microsoft.com/office/drawing/2014/main" id="{E5852648-291F-57C4-A0BE-C515BA18DD92}"/>
              </a:ext>
            </a:extLst>
          </p:cNvPr>
          <p:cNvSpPr/>
          <p:nvPr/>
        </p:nvSpPr>
        <p:spPr>
          <a:xfrm>
            <a:off x="895634" y="684512"/>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2E4C5EF6-C475-1E3B-2110-2C22197672DC}"/>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7</a:t>
            </a:r>
            <a:endParaRPr lang="en-US" sz="1200" dirty="0">
              <a:latin typeface="Titillium Web" panose="00000500000000000000" pitchFamily="2" charset="0"/>
            </a:endParaRPr>
          </a:p>
        </p:txBody>
      </p:sp>
      <p:sp>
        <p:nvSpPr>
          <p:cNvPr id="17" name="Text 4">
            <a:extLst>
              <a:ext uri="{FF2B5EF4-FFF2-40B4-BE49-F238E27FC236}">
                <a16:creationId xmlns:a16="http://schemas.microsoft.com/office/drawing/2014/main" id="{F5702B65-00E7-92B4-5D19-4B9E7F09C636}"/>
              </a:ext>
            </a:extLst>
          </p:cNvPr>
          <p:cNvSpPr/>
          <p:nvPr/>
        </p:nvSpPr>
        <p:spPr>
          <a:xfrm>
            <a:off x="5999045" y="82092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8" name="Image 4" descr="preencoded.png">
            <a:extLst>
              <a:ext uri="{FF2B5EF4-FFF2-40B4-BE49-F238E27FC236}">
                <a16:creationId xmlns:a16="http://schemas.microsoft.com/office/drawing/2014/main" id="{BD231B3E-3DAF-49D9-4CBA-6C503042A3B5}"/>
              </a:ext>
            </a:extLst>
          </p:cNvPr>
          <p:cNvPicPr>
            <a:picLocks noChangeAspect="1"/>
          </p:cNvPicPr>
          <p:nvPr/>
        </p:nvPicPr>
        <p:blipFill>
          <a:blip r:embed="rId4"/>
          <a:stretch>
            <a:fillRect/>
          </a:stretch>
        </p:blipFill>
        <p:spPr>
          <a:xfrm>
            <a:off x="6799145" y="7674397"/>
            <a:ext cx="514350" cy="400050"/>
          </a:xfrm>
          <a:prstGeom prst="rect">
            <a:avLst/>
          </a:prstGeom>
        </p:spPr>
      </p:pic>
      <p:grpSp>
        <p:nvGrpSpPr>
          <p:cNvPr id="3" name="Group 2">
            <a:extLst>
              <a:ext uri="{FF2B5EF4-FFF2-40B4-BE49-F238E27FC236}">
                <a16:creationId xmlns:a16="http://schemas.microsoft.com/office/drawing/2014/main" id="{693EC38A-ADCA-FAC3-762E-7FA81FACEF53}"/>
              </a:ext>
            </a:extLst>
          </p:cNvPr>
          <p:cNvGrpSpPr/>
          <p:nvPr/>
        </p:nvGrpSpPr>
        <p:grpSpPr>
          <a:xfrm>
            <a:off x="5591781" y="1412484"/>
            <a:ext cx="1382886" cy="1387866"/>
            <a:chOff x="5591781" y="1412484"/>
            <a:chExt cx="1382886" cy="1387866"/>
          </a:xfrm>
        </p:grpSpPr>
        <p:sp>
          <p:nvSpPr>
            <p:cNvPr id="14" name="Rectangle 13">
              <a:extLst>
                <a:ext uri="{FF2B5EF4-FFF2-40B4-BE49-F238E27FC236}">
                  <a16:creationId xmlns:a16="http://schemas.microsoft.com/office/drawing/2014/main" id="{4FFA8C70-2C70-A4AA-40C4-E3DA739E0F7F}"/>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9" name="Picture 18">
              <a:extLst>
                <a:ext uri="{FF2B5EF4-FFF2-40B4-BE49-F238E27FC236}">
                  <a16:creationId xmlns:a16="http://schemas.microsoft.com/office/drawing/2014/main" id="{491F148C-BF35-1556-6D60-00B66CD8B1A2}"/>
                </a:ext>
              </a:extLst>
            </p:cNvPr>
            <p:cNvPicPr>
              <a:picLocks noChangeAspect="1"/>
            </p:cNvPicPr>
            <p:nvPr/>
          </p:nvPicPr>
          <p:blipFill>
            <a:blip r:embed="rId5"/>
            <a:srcRect l="10092" r="10092"/>
            <a:stretch/>
          </p:blipFill>
          <p:spPr>
            <a:xfrm>
              <a:off x="5591781" y="1712378"/>
              <a:ext cx="1158067" cy="762487"/>
            </a:xfrm>
            <a:prstGeom prst="rect">
              <a:avLst/>
            </a:prstGeom>
          </p:spPr>
        </p:pic>
        <p:sp>
          <p:nvSpPr>
            <p:cNvPr id="20" name="Rectangle 19">
              <a:extLst>
                <a:ext uri="{FF2B5EF4-FFF2-40B4-BE49-F238E27FC236}">
                  <a16:creationId xmlns:a16="http://schemas.microsoft.com/office/drawing/2014/main" id="{77A0BD60-B476-DCD5-F5F5-133A11D320EA}"/>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2" name="Flowchart: Connector 1">
            <a:extLst>
              <a:ext uri="{FF2B5EF4-FFF2-40B4-BE49-F238E27FC236}">
                <a16:creationId xmlns:a16="http://schemas.microsoft.com/office/drawing/2014/main" id="{6F7B79D8-B5F1-466F-8687-3CD3A589C8B3}"/>
              </a:ext>
            </a:extLst>
          </p:cNvPr>
          <p:cNvSpPr/>
          <p:nvPr/>
        </p:nvSpPr>
        <p:spPr>
          <a:xfrm>
            <a:off x="7044971" y="939165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88802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84C74-8BCF-0DB3-052B-FEDEA74560E4}"/>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7434C50-AF3B-AF69-65E1-628818A62FA4}"/>
              </a:ext>
            </a:extLst>
          </p:cNvPr>
          <p:cNvPicPr>
            <a:picLocks noChangeAspect="1"/>
          </p:cNvPicPr>
          <p:nvPr/>
        </p:nvPicPr>
        <p:blipFill>
          <a:blip r:embed="rId3"/>
          <a:stretch>
            <a:fillRect/>
          </a:stretch>
        </p:blipFill>
        <p:spPr>
          <a:xfrm>
            <a:off x="0" y="0"/>
            <a:ext cx="7772400" cy="10058400"/>
          </a:xfrm>
          <a:prstGeom prst="rect">
            <a:avLst/>
          </a:prstGeom>
        </p:spPr>
      </p:pic>
      <p:pic>
        <p:nvPicPr>
          <p:cNvPr id="5" name="Image 3" descr="preencoded.png">
            <a:extLst>
              <a:ext uri="{FF2B5EF4-FFF2-40B4-BE49-F238E27FC236}">
                <a16:creationId xmlns:a16="http://schemas.microsoft.com/office/drawing/2014/main" id="{7F4C8C00-03FA-ECF5-96BB-C4F02E8A163D}"/>
              </a:ext>
            </a:extLst>
          </p:cNvPr>
          <p:cNvPicPr>
            <a:picLocks noChangeAspect="1"/>
          </p:cNvPicPr>
          <p:nvPr/>
        </p:nvPicPr>
        <p:blipFill>
          <a:blip r:embed="rId4"/>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DFC9FBD6-BABB-FF8B-A526-F07C63BB4E8B}"/>
              </a:ext>
            </a:extLst>
          </p:cNvPr>
          <p:cNvSpPr/>
          <p:nvPr/>
        </p:nvSpPr>
        <p:spPr>
          <a:xfrm>
            <a:off x="807233" y="1902602"/>
            <a:ext cx="4380406" cy="382037"/>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cs typeface="Sora" pitchFamily="34" charset="-120"/>
              </a:rPr>
              <a:t>3.2 Strategic Profile</a:t>
            </a:r>
          </a:p>
        </p:txBody>
      </p:sp>
      <p:sp>
        <p:nvSpPr>
          <p:cNvPr id="9" name="Text 1">
            <a:extLst>
              <a:ext uri="{FF2B5EF4-FFF2-40B4-BE49-F238E27FC236}">
                <a16:creationId xmlns:a16="http://schemas.microsoft.com/office/drawing/2014/main" id="{5EB3F483-9D7D-1E7E-6860-E7A45A951B83}"/>
              </a:ext>
            </a:extLst>
          </p:cNvPr>
          <p:cNvSpPr/>
          <p:nvPr/>
        </p:nvSpPr>
        <p:spPr>
          <a:xfrm>
            <a:off x="796962" y="2509590"/>
            <a:ext cx="4794819" cy="6028490"/>
          </a:xfrm>
          <a:prstGeom prst="rect">
            <a:avLst/>
          </a:prstGeom>
          <a:noFill/>
          <a:ln/>
        </p:spPr>
        <p:txBody>
          <a:bodyPr wrap="square" lIns="0" tIns="0" rIns="0" bIns="0" rtlCol="0" anchor="ctr"/>
          <a:lstStyle/>
          <a:p>
            <a:pPr>
              <a:lnSpc>
                <a:spcPts val="1600"/>
              </a:lnSpc>
              <a:spcBef>
                <a:spcPts val="1200"/>
              </a:spcBef>
              <a:spcAft>
                <a:spcPts val="600"/>
              </a:spcAft>
            </a:pPr>
            <a:r>
              <a:rPr lang="en-US" sz="1200" dirty="0">
                <a:solidFill>
                  <a:srgbClr val="1D1D1D"/>
                </a:solidFill>
                <a:latin typeface="Titillium Web" pitchFamily="34" charset="0"/>
                <a:ea typeface="Titillium Web" pitchFamily="34" charset="-122"/>
                <a:cs typeface="Titillium Web" pitchFamily="34" charset="-120"/>
              </a:rPr>
              <a:t>{{</a:t>
            </a:r>
            <a:r>
              <a:rPr lang="en-ZA" sz="1200" dirty="0" err="1">
                <a:solidFill>
                  <a:srgbClr val="1D1D1D"/>
                </a:solidFill>
                <a:latin typeface="Titillium Web" pitchFamily="34" charset="0"/>
                <a:ea typeface="Titillium Web" pitchFamily="34" charset="-122"/>
              </a:rPr>
              <a:t>strategicProfile</a:t>
            </a:r>
            <a:r>
              <a:rPr lang="en-US" sz="1200" dirty="0">
                <a:solidFill>
                  <a:srgbClr val="1D1D1D"/>
                </a:solidFill>
                <a:latin typeface="Titillium Web" pitchFamily="34" charset="0"/>
                <a:ea typeface="Titillium Web" pitchFamily="34" charset="-122"/>
                <a:cs typeface="Titillium Web" pitchFamily="34" charset="-120"/>
              </a:rPr>
              <a:t>}}</a:t>
            </a:r>
          </a:p>
        </p:txBody>
      </p:sp>
      <p:sp>
        <p:nvSpPr>
          <p:cNvPr id="10" name="Text 2">
            <a:extLst>
              <a:ext uri="{FF2B5EF4-FFF2-40B4-BE49-F238E27FC236}">
                <a16:creationId xmlns:a16="http://schemas.microsoft.com/office/drawing/2014/main" id="{EC41EEA7-D002-F9E9-D760-5857E1CB110E}"/>
              </a:ext>
            </a:extLst>
          </p:cNvPr>
          <p:cNvSpPr/>
          <p:nvPr/>
        </p:nvSpPr>
        <p:spPr>
          <a:xfrm>
            <a:off x="5187639" y="677036"/>
            <a:ext cx="1771650" cy="209550"/>
          </a:xfrm>
          <a:prstGeom prst="rect">
            <a:avLst/>
          </a:prstGeom>
          <a:noFill/>
          <a:ln/>
        </p:spPr>
        <p:txBody>
          <a:bodyPr wrap="square" lIns="0" tIns="0" rIns="0" bIns="0" rtlCol="0" anchor="ctr"/>
          <a:lstStyle/>
          <a:p>
            <a:pPr algn="r">
              <a:lnSpc>
                <a:spcPct val="79650"/>
              </a:lnSpc>
            </a:pPr>
            <a:r>
              <a:rPr lang="en-US" sz="1350" i="1" dirty="0">
                <a:solidFill>
                  <a:srgbClr val="1D1D1D"/>
                </a:solidFill>
                <a:latin typeface="Titillium Web" pitchFamily="34" charset="0"/>
                <a:ea typeface="Titillium Web" pitchFamily="34" charset="-122"/>
                <a:cs typeface="Titillium Web" pitchFamily="34" charset="-120"/>
              </a:rPr>
              <a:t>{{</a:t>
            </a:r>
            <a:r>
              <a:rPr lang="en-US" sz="1350" i="1" dirty="0" err="1">
                <a:solidFill>
                  <a:srgbClr val="1D1D1D"/>
                </a:solidFill>
                <a:latin typeface="Titillium Web" pitchFamily="34" charset="0"/>
                <a:ea typeface="Titillium Web" pitchFamily="34" charset="-122"/>
                <a:cs typeface="Titillium Web" pitchFamily="34" charset="-120"/>
              </a:rPr>
              <a:t>currentMonthYear</a:t>
            </a:r>
            <a:r>
              <a:rPr lang="en-US" sz="1350" i="1" dirty="0">
                <a:solidFill>
                  <a:srgbClr val="1D1D1D"/>
                </a:solidFill>
                <a:latin typeface="Titillium Web" pitchFamily="34" charset="0"/>
                <a:ea typeface="Titillium Web" pitchFamily="34" charset="-122"/>
                <a:cs typeface="Titillium Web" pitchFamily="34" charset="-120"/>
              </a:rPr>
              <a:t>}}</a:t>
            </a:r>
            <a:endParaRPr lang="en-US" sz="1350" dirty="0"/>
          </a:p>
        </p:txBody>
      </p:sp>
      <p:sp>
        <p:nvSpPr>
          <p:cNvPr id="11" name="Text 3">
            <a:extLst>
              <a:ext uri="{FF2B5EF4-FFF2-40B4-BE49-F238E27FC236}">
                <a16:creationId xmlns:a16="http://schemas.microsoft.com/office/drawing/2014/main" id="{2F7BE99E-7494-ADFB-0BE6-E7B707C78C31}"/>
              </a:ext>
            </a:extLst>
          </p:cNvPr>
          <p:cNvSpPr/>
          <p:nvPr/>
        </p:nvSpPr>
        <p:spPr>
          <a:xfrm>
            <a:off x="2694708" y="7363872"/>
            <a:ext cx="4514850" cy="2286000"/>
          </a:xfrm>
          <a:prstGeom prst="rect">
            <a:avLst/>
          </a:prstGeom>
          <a:noFill/>
          <a:ln/>
        </p:spPr>
        <p:txBody>
          <a:bodyPr wrap="square" lIns="0" tIns="0" rIns="0" bIns="0" rtlCol="0" anchor="ctr"/>
          <a:lstStyle/>
          <a:p>
            <a:pPr marL="0" indent="0" algn="l">
              <a:lnSpc>
                <a:spcPct val="105600"/>
              </a:lnSpc>
              <a:buNone/>
            </a:pPr>
            <a:endParaRPr lang="en-US" sz="1050" dirty="0"/>
          </a:p>
        </p:txBody>
      </p:sp>
      <p:sp>
        <p:nvSpPr>
          <p:cNvPr id="12" name="Text 4">
            <a:extLst>
              <a:ext uri="{FF2B5EF4-FFF2-40B4-BE49-F238E27FC236}">
                <a16:creationId xmlns:a16="http://schemas.microsoft.com/office/drawing/2014/main" id="{F0093FF5-D29B-805D-66F5-D4065EA02519}"/>
              </a:ext>
            </a:extLst>
          </p:cNvPr>
          <p:cNvSpPr/>
          <p:nvPr/>
        </p:nvSpPr>
        <p:spPr>
          <a:xfrm>
            <a:off x="7209558" y="9559385"/>
            <a:ext cx="228600" cy="180975"/>
          </a:xfrm>
          <a:prstGeom prst="rect">
            <a:avLst/>
          </a:prstGeom>
          <a:noFill/>
          <a:ln/>
        </p:spPr>
        <p:txBody>
          <a:bodyPr wrap="square" lIns="0" tIns="0" rIns="0" bIns="0" rtlCol="0" anchor="ctr"/>
          <a:lstStyle/>
          <a:p>
            <a:pPr marL="0" indent="0" algn="l">
              <a:lnSpc>
                <a:spcPct val="79650"/>
              </a:lnSpc>
              <a:buNone/>
            </a:pPr>
            <a:r>
              <a:rPr lang="en-US" sz="1000" b="1" dirty="0">
                <a:solidFill>
                  <a:srgbClr val="2B2B35"/>
                </a:solidFill>
                <a:latin typeface="Titillium Web" panose="00000500000000000000" pitchFamily="2" charset="0"/>
                <a:ea typeface="Roboto Condensed" pitchFamily="34" charset="-122"/>
                <a:cs typeface="Roboto Condensed" pitchFamily="34" charset="-120"/>
              </a:rPr>
              <a:t>18</a:t>
            </a:r>
            <a:endParaRPr lang="en-US" sz="1000" b="1" dirty="0">
              <a:latin typeface="Titillium Web" panose="00000500000000000000" pitchFamily="2" charset="0"/>
            </a:endParaRPr>
          </a:p>
        </p:txBody>
      </p:sp>
      <p:sp>
        <p:nvSpPr>
          <p:cNvPr id="13" name="Text 5">
            <a:extLst>
              <a:ext uri="{FF2B5EF4-FFF2-40B4-BE49-F238E27FC236}">
                <a16:creationId xmlns:a16="http://schemas.microsoft.com/office/drawing/2014/main" id="{B9A723B6-A3DC-7205-7C54-33A24189C971}"/>
              </a:ext>
            </a:extLst>
          </p:cNvPr>
          <p:cNvSpPr/>
          <p:nvPr/>
        </p:nvSpPr>
        <p:spPr>
          <a:xfrm>
            <a:off x="807232" y="677036"/>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itchFamily="34" charset="0"/>
                <a:ea typeface="Titillium Web" pitchFamily="34" charset="-122"/>
                <a:cs typeface="Titillium Web" pitchFamily="34" charset="-120"/>
              </a:rPr>
              <a:t>As-is Scenario Analysis</a:t>
            </a:r>
            <a:endParaRPr lang="en-US" sz="1350" dirty="0"/>
          </a:p>
        </p:txBody>
      </p:sp>
      <p:sp>
        <p:nvSpPr>
          <p:cNvPr id="14" name="Text 6">
            <a:extLst>
              <a:ext uri="{FF2B5EF4-FFF2-40B4-BE49-F238E27FC236}">
                <a16:creationId xmlns:a16="http://schemas.microsoft.com/office/drawing/2014/main" id="{43FF16BC-7FE0-E43E-9759-DD83EE3B6E9F}"/>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itchFamily="34" charset="0"/>
                <a:ea typeface="Titillium Web" pitchFamily="34" charset="-122"/>
                <a:cs typeface="Titillium Web" pitchFamily="34" charset="-120"/>
              </a:rPr>
              <a:t>3</a:t>
            </a:r>
            <a:endParaRPr lang="en-US" sz="1200" dirty="0"/>
          </a:p>
        </p:txBody>
      </p:sp>
      <p:grpSp>
        <p:nvGrpSpPr>
          <p:cNvPr id="3" name="Group 2">
            <a:extLst>
              <a:ext uri="{FF2B5EF4-FFF2-40B4-BE49-F238E27FC236}">
                <a16:creationId xmlns:a16="http://schemas.microsoft.com/office/drawing/2014/main" id="{B9027C19-E0BE-4CC0-5060-E54F2E1B91EE}"/>
              </a:ext>
            </a:extLst>
          </p:cNvPr>
          <p:cNvGrpSpPr/>
          <p:nvPr/>
        </p:nvGrpSpPr>
        <p:grpSpPr>
          <a:xfrm>
            <a:off x="5999045" y="7407697"/>
            <a:ext cx="1314450" cy="1449210"/>
            <a:chOff x="5999045" y="7407697"/>
            <a:chExt cx="1314450" cy="1449210"/>
          </a:xfrm>
        </p:grpSpPr>
        <p:sp>
          <p:nvSpPr>
            <p:cNvPr id="15" name="Text 4">
              <a:extLst>
                <a:ext uri="{FF2B5EF4-FFF2-40B4-BE49-F238E27FC236}">
                  <a16:creationId xmlns:a16="http://schemas.microsoft.com/office/drawing/2014/main" id="{5E049786-E608-51F8-19DA-678F77A492EF}"/>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6" name="Image 4" descr="preencoded.png">
              <a:extLst>
                <a:ext uri="{FF2B5EF4-FFF2-40B4-BE49-F238E27FC236}">
                  <a16:creationId xmlns:a16="http://schemas.microsoft.com/office/drawing/2014/main" id="{3BB1E1B3-C0B8-CAD6-E698-393B433A5E9D}"/>
                </a:ext>
              </a:extLst>
            </p:cNvPr>
            <p:cNvPicPr>
              <a:picLocks noChangeAspect="1"/>
            </p:cNvPicPr>
            <p:nvPr/>
          </p:nvPicPr>
          <p:blipFill>
            <a:blip r:embed="rId5"/>
            <a:stretch>
              <a:fillRect/>
            </a:stretch>
          </p:blipFill>
          <p:spPr>
            <a:xfrm>
              <a:off x="6799145" y="7407697"/>
              <a:ext cx="514350" cy="400050"/>
            </a:xfrm>
            <a:prstGeom prst="rect">
              <a:avLst/>
            </a:prstGeom>
          </p:spPr>
        </p:pic>
      </p:grpSp>
      <p:grpSp>
        <p:nvGrpSpPr>
          <p:cNvPr id="19" name="Group 18">
            <a:extLst>
              <a:ext uri="{FF2B5EF4-FFF2-40B4-BE49-F238E27FC236}">
                <a16:creationId xmlns:a16="http://schemas.microsoft.com/office/drawing/2014/main" id="{E185E018-18AB-EF03-F26F-5B226D922B0A}"/>
              </a:ext>
            </a:extLst>
          </p:cNvPr>
          <p:cNvGrpSpPr/>
          <p:nvPr/>
        </p:nvGrpSpPr>
        <p:grpSpPr>
          <a:xfrm>
            <a:off x="5591781" y="1412484"/>
            <a:ext cx="1382886" cy="1387866"/>
            <a:chOff x="5591781" y="1412484"/>
            <a:chExt cx="1382886" cy="1387866"/>
          </a:xfrm>
        </p:grpSpPr>
        <p:sp>
          <p:nvSpPr>
            <p:cNvPr id="20" name="Rectangle 19">
              <a:extLst>
                <a:ext uri="{FF2B5EF4-FFF2-40B4-BE49-F238E27FC236}">
                  <a16:creationId xmlns:a16="http://schemas.microsoft.com/office/drawing/2014/main" id="{1E2C9611-D45F-1BCA-F5BD-0E9527AD6561}"/>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1" name="Picture 20">
              <a:extLst>
                <a:ext uri="{FF2B5EF4-FFF2-40B4-BE49-F238E27FC236}">
                  <a16:creationId xmlns:a16="http://schemas.microsoft.com/office/drawing/2014/main" id="{1E6504EE-0F1F-2AEB-CEAB-79D96AE9D3CB}"/>
                </a:ext>
              </a:extLst>
            </p:cNvPr>
            <p:cNvPicPr>
              <a:picLocks noChangeAspect="1"/>
            </p:cNvPicPr>
            <p:nvPr/>
          </p:nvPicPr>
          <p:blipFill>
            <a:blip r:embed="rId6"/>
            <a:srcRect l="10092" r="10092"/>
            <a:stretch/>
          </p:blipFill>
          <p:spPr>
            <a:xfrm>
              <a:off x="5591781" y="1712378"/>
              <a:ext cx="1158067" cy="762487"/>
            </a:xfrm>
            <a:prstGeom prst="rect">
              <a:avLst/>
            </a:prstGeom>
          </p:spPr>
        </p:pic>
        <p:sp>
          <p:nvSpPr>
            <p:cNvPr id="22" name="Rectangle 21">
              <a:extLst>
                <a:ext uri="{FF2B5EF4-FFF2-40B4-BE49-F238E27FC236}">
                  <a16:creationId xmlns:a16="http://schemas.microsoft.com/office/drawing/2014/main" id="{EABDF51E-6236-4531-C72F-4A9FFC4ABF9C}"/>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4" name="Flowchart: Connector 3">
            <a:extLst>
              <a:ext uri="{FF2B5EF4-FFF2-40B4-BE49-F238E27FC236}">
                <a16:creationId xmlns:a16="http://schemas.microsoft.com/office/drawing/2014/main" id="{4CFAC6D2-D920-9BA6-D91D-7C1B05CEFB7F}"/>
              </a:ext>
            </a:extLst>
          </p:cNvPr>
          <p:cNvSpPr/>
          <p:nvPr/>
        </p:nvSpPr>
        <p:spPr>
          <a:xfrm>
            <a:off x="7044971" y="939165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3566145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E746B-D8DB-F99A-6223-8003DA342D08}"/>
            </a:ext>
          </a:extLst>
        </p:cNvPr>
        <p:cNvGrpSpPr/>
        <p:nvPr/>
      </p:nvGrpSpPr>
      <p:grpSpPr>
        <a:xfrm>
          <a:off x="0" y="0"/>
          <a:ext cx="0" cy="0"/>
          <a:chOff x="0" y="0"/>
          <a:chExt cx="0" cy="0"/>
        </a:xfrm>
      </p:grpSpPr>
      <p:pic>
        <p:nvPicPr>
          <p:cNvPr id="5" name="Image 3" descr="preencoded.png">
            <a:extLst>
              <a:ext uri="{FF2B5EF4-FFF2-40B4-BE49-F238E27FC236}">
                <a16:creationId xmlns:a16="http://schemas.microsoft.com/office/drawing/2014/main" id="{84E100C2-7172-77AC-1470-47CE22DF8089}"/>
              </a:ext>
            </a:extLst>
          </p:cNvPr>
          <p:cNvPicPr>
            <a:picLocks noChangeAspect="1"/>
          </p:cNvPicPr>
          <p:nvPr/>
        </p:nvPicPr>
        <p:blipFill>
          <a:blip r:embed="rId3"/>
          <a:stretch>
            <a:fillRect/>
          </a:stretch>
        </p:blipFill>
        <p:spPr>
          <a:xfrm>
            <a:off x="796962" y="919932"/>
            <a:ext cx="6177705" cy="190500"/>
          </a:xfrm>
          <a:prstGeom prst="rect">
            <a:avLst/>
          </a:prstGeom>
        </p:spPr>
      </p:pic>
      <p:sp>
        <p:nvSpPr>
          <p:cNvPr id="6" name="Text 0">
            <a:extLst>
              <a:ext uri="{FF2B5EF4-FFF2-40B4-BE49-F238E27FC236}">
                <a16:creationId xmlns:a16="http://schemas.microsoft.com/office/drawing/2014/main" id="{AE54B10E-B248-DC77-D01A-CE83A270C95A}"/>
              </a:ext>
            </a:extLst>
          </p:cNvPr>
          <p:cNvSpPr/>
          <p:nvPr/>
        </p:nvSpPr>
        <p:spPr>
          <a:xfrm>
            <a:off x="807232" y="1940454"/>
            <a:ext cx="4122956" cy="401320"/>
          </a:xfrm>
          <a:prstGeom prst="rect">
            <a:avLst/>
          </a:prstGeom>
          <a:noFill/>
          <a:ln/>
        </p:spPr>
        <p:txBody>
          <a:bodyPr wrap="square" lIns="0" tIns="0" rIns="0" bIns="0" rtlCol="0" anchor="ctr"/>
          <a:lstStyle/>
          <a:p>
            <a:pPr marL="0" indent="0" algn="l">
              <a:lnSpc>
                <a:spcPct val="79650"/>
              </a:lnSpc>
              <a:buNone/>
            </a:pPr>
            <a:r>
              <a:rPr lang="en-US" sz="2800" b="1" dirty="0">
                <a:solidFill>
                  <a:srgbClr val="1D1D1D"/>
                </a:solidFill>
                <a:latin typeface="Titillium Web" panose="00000500000000000000" pitchFamily="2" charset="0"/>
                <a:ea typeface="Sora" pitchFamily="34" charset="-122"/>
                <a:cs typeface="Sora" pitchFamily="34" charset="-120"/>
              </a:rPr>
              <a:t>3.3 Preliminary Findings</a:t>
            </a:r>
          </a:p>
        </p:txBody>
      </p:sp>
      <p:sp>
        <p:nvSpPr>
          <p:cNvPr id="7" name="Text 1">
            <a:extLst>
              <a:ext uri="{FF2B5EF4-FFF2-40B4-BE49-F238E27FC236}">
                <a16:creationId xmlns:a16="http://schemas.microsoft.com/office/drawing/2014/main" id="{11747AC2-5632-325D-834E-65474585231C}"/>
              </a:ext>
            </a:extLst>
          </p:cNvPr>
          <p:cNvSpPr/>
          <p:nvPr/>
        </p:nvSpPr>
        <p:spPr>
          <a:xfrm>
            <a:off x="897313" y="3188437"/>
            <a:ext cx="4608136" cy="1733550"/>
          </a:xfrm>
          <a:prstGeom prst="rect">
            <a:avLst/>
          </a:prstGeom>
          <a:noFill/>
          <a:ln/>
        </p:spPr>
        <p:txBody>
          <a:bodyPr wrap="square" lIns="0" tIns="0" rIns="0" bIns="0" rtlCol="0" anchor="ctr"/>
          <a:lstStyle/>
          <a:p>
            <a:pPr marL="0" indent="0" algn="l">
              <a:lnSpc>
                <a:spcPts val="1600"/>
              </a:lnSpc>
              <a:spcBef>
                <a:spcPts val="600"/>
              </a:spcBef>
              <a:spcAft>
                <a:spcPts val="600"/>
              </a:spcAft>
              <a:buNone/>
            </a:pPr>
            <a:r>
              <a:rPr lang="en-US" sz="1600" b="1" dirty="0">
                <a:solidFill>
                  <a:srgbClr val="1D1D1D"/>
                </a:solidFill>
                <a:latin typeface="Titillium Web" pitchFamily="34" charset="0"/>
                <a:ea typeface="Titillium Web" pitchFamily="34" charset="-122"/>
                <a:cs typeface="Titillium Web" pitchFamily="34" charset="-120"/>
              </a:rPr>
              <a:t> </a:t>
            </a:r>
            <a:r>
              <a:rPr lang="en-US" sz="1200" dirty="0">
                <a:solidFill>
                  <a:srgbClr val="000000"/>
                </a:solidFill>
              </a:rPr>
              <a:t> </a:t>
            </a:r>
            <a:endParaRPr lang="en-US" sz="1200" dirty="0"/>
          </a:p>
        </p:txBody>
      </p:sp>
      <p:sp>
        <p:nvSpPr>
          <p:cNvPr id="8" name="Text 2">
            <a:extLst>
              <a:ext uri="{FF2B5EF4-FFF2-40B4-BE49-F238E27FC236}">
                <a16:creationId xmlns:a16="http://schemas.microsoft.com/office/drawing/2014/main" id="{584660A0-E994-D377-9B3D-4C32E11A8117}"/>
              </a:ext>
            </a:extLst>
          </p:cNvPr>
          <p:cNvSpPr/>
          <p:nvPr/>
        </p:nvSpPr>
        <p:spPr>
          <a:xfrm>
            <a:off x="807232" y="677036"/>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9" name="Text 3">
            <a:extLst>
              <a:ext uri="{FF2B5EF4-FFF2-40B4-BE49-F238E27FC236}">
                <a16:creationId xmlns:a16="http://schemas.microsoft.com/office/drawing/2014/main" id="{D8D600CA-EF1C-8EEE-ABAC-1DEBA1AC88E7}"/>
              </a:ext>
            </a:extLst>
          </p:cNvPr>
          <p:cNvSpPr/>
          <p:nvPr/>
        </p:nvSpPr>
        <p:spPr>
          <a:xfrm>
            <a:off x="5187639" y="677036"/>
            <a:ext cx="1771650" cy="209550"/>
          </a:xfrm>
          <a:prstGeom prst="rect">
            <a:avLst/>
          </a:prstGeom>
          <a:noFill/>
          <a:ln/>
        </p:spPr>
        <p:txBody>
          <a:bodyPr wrap="square" lIns="0" tIns="0" rIns="0" bIns="0" rtlCol="0" anchor="ctr"/>
          <a:lstStyle/>
          <a:p>
            <a:pPr algn="r">
              <a:lnSpc>
                <a:spcPct val="79650"/>
              </a:lnSpc>
            </a:pPr>
            <a:r>
              <a:rPr lang="en-US" sz="1350" i="1" dirty="0">
                <a:solidFill>
                  <a:srgbClr val="1D1D1D"/>
                </a:solidFill>
                <a:latin typeface="Titillium Web" pitchFamily="34" charset="0"/>
                <a:ea typeface="Titillium Web" pitchFamily="34" charset="-122"/>
                <a:cs typeface="Titillium Web" pitchFamily="34" charset="-120"/>
              </a:rPr>
              <a:t>{{</a:t>
            </a:r>
            <a:r>
              <a:rPr lang="en-US" sz="1350" i="1" dirty="0" err="1">
                <a:solidFill>
                  <a:srgbClr val="1D1D1D"/>
                </a:solidFill>
                <a:latin typeface="Titillium Web" pitchFamily="34" charset="0"/>
                <a:ea typeface="Titillium Web" pitchFamily="34" charset="-122"/>
                <a:cs typeface="Titillium Web" pitchFamily="34" charset="-120"/>
              </a:rPr>
              <a:t>currentMonthYear</a:t>
            </a:r>
            <a:r>
              <a:rPr lang="en-US" sz="1350" i="1" dirty="0">
                <a:solidFill>
                  <a:srgbClr val="1D1D1D"/>
                </a:solidFill>
                <a:latin typeface="Titillium Web" pitchFamily="34" charset="0"/>
                <a:ea typeface="Titillium Web" pitchFamily="34" charset="-122"/>
                <a:cs typeface="Titillium Web" pitchFamily="34" charset="-120"/>
              </a:rPr>
              <a:t>}}</a:t>
            </a:r>
            <a:endParaRPr lang="en-US" sz="1350" dirty="0"/>
          </a:p>
        </p:txBody>
      </p:sp>
      <p:sp>
        <p:nvSpPr>
          <p:cNvPr id="12" name="Text 4">
            <a:extLst>
              <a:ext uri="{FF2B5EF4-FFF2-40B4-BE49-F238E27FC236}">
                <a16:creationId xmlns:a16="http://schemas.microsoft.com/office/drawing/2014/main" id="{801459BD-85F8-C9A3-9FFD-F58CD7460AE1}"/>
              </a:ext>
            </a:extLst>
          </p:cNvPr>
          <p:cNvSpPr/>
          <p:nvPr/>
        </p:nvSpPr>
        <p:spPr>
          <a:xfrm>
            <a:off x="796962" y="7241233"/>
            <a:ext cx="5581647" cy="285888"/>
          </a:xfrm>
          <a:prstGeom prst="rect">
            <a:avLst/>
          </a:prstGeom>
          <a:noFill/>
          <a:ln/>
        </p:spPr>
        <p:txBody>
          <a:bodyPr wrap="square" lIns="0" tIns="0" rIns="0" bIns="0" rtlCol="0" anchor="ctr"/>
          <a:lstStyle/>
          <a:p>
            <a:pPr marL="0" indent="0" algn="l">
              <a:lnSpc>
                <a:spcPct val="79650"/>
              </a:lnSpc>
              <a:buNone/>
            </a:pPr>
            <a:r>
              <a:rPr lang="en-US" sz="1425" b="1" dirty="0">
                <a:solidFill>
                  <a:srgbClr val="2B2B35"/>
                </a:solidFill>
                <a:latin typeface="Roboto Condensed" pitchFamily="34" charset="0"/>
                <a:ea typeface="Roboto Condensed" pitchFamily="34" charset="-122"/>
                <a:cs typeface="Roboto Condensed" pitchFamily="34" charset="-120"/>
              </a:rPr>
              <a:t>Table 2: </a:t>
            </a:r>
            <a:r>
              <a:rPr lang="en-US" sz="1425" dirty="0">
                <a:solidFill>
                  <a:srgbClr val="2B2B35"/>
                </a:solidFill>
                <a:latin typeface="Roboto Condensed" pitchFamily="34" charset="0"/>
                <a:ea typeface="Roboto Condensed" pitchFamily="34" charset="-122"/>
                <a:cs typeface="Roboto Condensed" pitchFamily="34" charset="-120"/>
              </a:rPr>
              <a:t>Strategic Planning and Execution Assessment</a:t>
            </a:r>
          </a:p>
          <a:p>
            <a:pPr marL="0" indent="0" algn="l">
              <a:lnSpc>
                <a:spcPct val="79650"/>
              </a:lnSpc>
              <a:buNone/>
            </a:pPr>
            <a:endParaRPr lang="en-US" sz="1425" dirty="0"/>
          </a:p>
        </p:txBody>
      </p:sp>
      <p:sp>
        <p:nvSpPr>
          <p:cNvPr id="13" name="Text 5">
            <a:extLst>
              <a:ext uri="{FF2B5EF4-FFF2-40B4-BE49-F238E27FC236}">
                <a16:creationId xmlns:a16="http://schemas.microsoft.com/office/drawing/2014/main" id="{D3AE7EC9-53F6-1866-0E8F-13CA75B40692}"/>
              </a:ext>
            </a:extLst>
          </p:cNvPr>
          <p:cNvSpPr/>
          <p:nvPr/>
        </p:nvSpPr>
        <p:spPr>
          <a:xfrm>
            <a:off x="7419975" y="9829800"/>
            <a:ext cx="352425"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itchFamily="34" charset="0"/>
                <a:ea typeface="Titillium Web" pitchFamily="34" charset="-122"/>
                <a:cs typeface="Titillium Web" pitchFamily="34" charset="-120"/>
              </a:rPr>
              <a:t>19</a:t>
            </a:r>
            <a:endParaRPr lang="en-US" sz="1200" dirty="0"/>
          </a:p>
        </p:txBody>
      </p:sp>
      <p:graphicFrame>
        <p:nvGraphicFramePr>
          <p:cNvPr id="14" name="Table 13">
            <a:extLst>
              <a:ext uri="{FF2B5EF4-FFF2-40B4-BE49-F238E27FC236}">
                <a16:creationId xmlns:a16="http://schemas.microsoft.com/office/drawing/2014/main" id="{408F6A02-0CBB-7803-9FBE-7A1DB439C3B3}"/>
              </a:ext>
            </a:extLst>
          </p:cNvPr>
          <p:cNvGraphicFramePr>
            <a:graphicFrameLocks noGrp="1"/>
          </p:cNvGraphicFramePr>
          <p:nvPr>
            <p:extLst>
              <p:ext uri="{D42A27DB-BD31-4B8C-83A1-F6EECF244321}">
                <p14:modId xmlns:p14="http://schemas.microsoft.com/office/powerpoint/2010/main" val="4029158786"/>
              </p:ext>
            </p:extLst>
          </p:nvPr>
        </p:nvGraphicFramePr>
        <p:xfrm>
          <a:off x="796962" y="3800522"/>
          <a:ext cx="6516602" cy="3165606"/>
        </p:xfrm>
        <a:graphic>
          <a:graphicData uri="http://schemas.openxmlformats.org/drawingml/2006/table">
            <a:tbl>
              <a:tblPr firstRow="1" firstCol="1" bandRow="1">
                <a:tableStyleId>{7E9639D4-E3E2-4D34-9284-5A2195B3D0D7}</a:tableStyleId>
              </a:tblPr>
              <a:tblGrid>
                <a:gridCol w="3258301">
                  <a:extLst>
                    <a:ext uri="{9D8B030D-6E8A-4147-A177-3AD203B41FA5}">
                      <a16:colId xmlns:a16="http://schemas.microsoft.com/office/drawing/2014/main" val="2614702910"/>
                    </a:ext>
                  </a:extLst>
                </a:gridCol>
                <a:gridCol w="3258301">
                  <a:extLst>
                    <a:ext uri="{9D8B030D-6E8A-4147-A177-3AD203B41FA5}">
                      <a16:colId xmlns:a16="http://schemas.microsoft.com/office/drawing/2014/main" val="2490726485"/>
                    </a:ext>
                  </a:extLst>
                </a:gridCol>
              </a:tblGrid>
              <a:tr h="416636">
                <a:tc>
                  <a:txBody>
                    <a:bodyPr/>
                    <a:lstStyle/>
                    <a:p>
                      <a:pPr algn="l">
                        <a:lnSpc>
                          <a:spcPct val="115000"/>
                        </a:lnSpc>
                        <a:spcBef>
                          <a:spcPts val="600"/>
                        </a:spcBef>
                        <a:spcAft>
                          <a:spcPts val="600"/>
                        </a:spcAft>
                        <a:buNone/>
                      </a:pPr>
                      <a:r>
                        <a:rPr lang="en-ZA" sz="1200" kern="0" dirty="0">
                          <a:effectLst/>
                          <a:latin typeface="Titillium Web" panose="00000500000000000000" pitchFamily="2" charset="0"/>
                        </a:rPr>
                        <a:t>Financial Indicator</a:t>
                      </a:r>
                      <a:endParaRPr lang="en-ZA" sz="11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50000"/>
                      </a:schemeClr>
                    </a:solidFill>
                  </a:tcPr>
                </a:tc>
                <a:tc>
                  <a:txBody>
                    <a:bodyPr/>
                    <a:lstStyle/>
                    <a:p>
                      <a:pPr algn="l">
                        <a:lnSpc>
                          <a:spcPct val="115000"/>
                        </a:lnSpc>
                        <a:spcBef>
                          <a:spcPts val="600"/>
                        </a:spcBef>
                        <a:spcAft>
                          <a:spcPts val="600"/>
                        </a:spcAft>
                        <a:buNone/>
                      </a:pPr>
                      <a:r>
                        <a:rPr lang="en-ZA" sz="1200" kern="0" dirty="0">
                          <a:effectLst/>
                          <a:latin typeface="Titillium Web" panose="00000500000000000000" pitchFamily="2" charset="0"/>
                        </a:rPr>
                        <a:t>Findings</a:t>
                      </a:r>
                      <a:endParaRPr lang="en-ZA" sz="11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3863859858"/>
                  </a:ext>
                </a:extLst>
              </a:tr>
              <a:tr h="549794">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Vision and Mission Clarity</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US" sz="1000" kern="0" dirty="0" err="1">
                          <a:effectLst/>
                          <a:latin typeface="Titillium Web" panose="00000500000000000000" pitchFamily="2" charset="0"/>
                        </a:rPr>
                        <a:t>stratProfileFindsVnM</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8238273"/>
                  </a:ext>
                </a:extLst>
              </a:tr>
              <a:tr h="549794">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Growth and Expansion Logic</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US" sz="1000" kern="0" dirty="0" err="1">
                          <a:effectLst/>
                          <a:latin typeface="Titillium Web" panose="00000500000000000000" pitchFamily="2" charset="0"/>
                        </a:rPr>
                        <a:t>stratProfileFindsGnE</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7110045"/>
                  </a:ext>
                </a:extLst>
              </a:tr>
              <a:tr h="549794">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Execution Framework</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US" sz="1000" kern="0" dirty="0" err="1">
                          <a:effectLst/>
                          <a:latin typeface="Titillium Web" panose="00000500000000000000" pitchFamily="2" charset="0"/>
                        </a:rPr>
                        <a:t>stratProfileFindsExecFrame</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7738142"/>
                  </a:ext>
                </a:extLst>
              </a:tr>
              <a:tr h="549794">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Institutional Alignment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US" sz="1000" kern="0" dirty="0" err="1">
                          <a:effectLst/>
                          <a:latin typeface="Titillium Web" panose="00000500000000000000" pitchFamily="2" charset="0"/>
                        </a:rPr>
                        <a:t>stratProfileFindsInstAlign</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1689709"/>
                  </a:ext>
                </a:extLst>
              </a:tr>
              <a:tr h="549794">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Evidence of Monitoring</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US" sz="1000" kern="0" dirty="0" err="1">
                          <a:effectLst/>
                          <a:latin typeface="Titillium Web" panose="00000500000000000000" pitchFamily="2" charset="0"/>
                        </a:rPr>
                        <a:t>stratProfileEoM</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8875948"/>
                  </a:ext>
                </a:extLst>
              </a:tr>
            </a:tbl>
          </a:graphicData>
        </a:graphic>
      </p:graphicFrame>
      <p:sp>
        <p:nvSpPr>
          <p:cNvPr id="11" name="TextBox 10">
            <a:extLst>
              <a:ext uri="{FF2B5EF4-FFF2-40B4-BE49-F238E27FC236}">
                <a16:creationId xmlns:a16="http://schemas.microsoft.com/office/drawing/2014/main" id="{B03B1F47-0331-BCC7-58A4-5C62A61B67F0}"/>
              </a:ext>
            </a:extLst>
          </p:cNvPr>
          <p:cNvSpPr txBox="1"/>
          <p:nvPr/>
        </p:nvSpPr>
        <p:spPr>
          <a:xfrm>
            <a:off x="796962" y="2536773"/>
            <a:ext cx="4794819" cy="286873"/>
          </a:xfrm>
          <a:prstGeom prst="rect">
            <a:avLst/>
          </a:prstGeom>
          <a:noFill/>
        </p:spPr>
        <p:txBody>
          <a:bodyPr wrap="square" rtlCol="0">
            <a:spAutoFit/>
          </a:bodyPr>
          <a:lstStyle/>
          <a:p>
            <a:pPr>
              <a:lnSpc>
                <a:spcPts val="1600"/>
              </a:lnSpc>
              <a:spcBef>
                <a:spcPts val="600"/>
              </a:spcBef>
              <a:spcAft>
                <a:spcPts val="600"/>
              </a:spcAft>
            </a:pPr>
            <a:r>
              <a:rPr lang="en-US" sz="1200" dirty="0">
                <a:latin typeface="Titillium Web" panose="00000500000000000000" pitchFamily="2" charset="0"/>
              </a:rPr>
              <a:t>{{</a:t>
            </a:r>
            <a:r>
              <a:rPr lang="en-US" sz="1200" dirty="0" err="1">
                <a:latin typeface="Titillium Web" panose="00000500000000000000" pitchFamily="2" charset="0"/>
              </a:rPr>
              <a:t>stratProfileFinds</a:t>
            </a:r>
            <a:r>
              <a:rPr lang="en-US" sz="1200" dirty="0">
                <a:latin typeface="Titillium Web" panose="00000500000000000000" pitchFamily="2" charset="0"/>
              </a:rPr>
              <a:t>}}</a:t>
            </a:r>
          </a:p>
        </p:txBody>
      </p:sp>
      <p:grpSp>
        <p:nvGrpSpPr>
          <p:cNvPr id="10" name="Group 9">
            <a:extLst>
              <a:ext uri="{FF2B5EF4-FFF2-40B4-BE49-F238E27FC236}">
                <a16:creationId xmlns:a16="http://schemas.microsoft.com/office/drawing/2014/main" id="{187FE300-1EDF-0778-9D01-AE01788C7F41}"/>
              </a:ext>
            </a:extLst>
          </p:cNvPr>
          <p:cNvGrpSpPr/>
          <p:nvPr/>
        </p:nvGrpSpPr>
        <p:grpSpPr>
          <a:xfrm>
            <a:off x="5999045" y="7902997"/>
            <a:ext cx="1314450" cy="1449210"/>
            <a:chOff x="5999045" y="7407697"/>
            <a:chExt cx="1314450" cy="1449210"/>
          </a:xfrm>
        </p:grpSpPr>
        <p:sp>
          <p:nvSpPr>
            <p:cNvPr id="15" name="Text 4">
              <a:extLst>
                <a:ext uri="{FF2B5EF4-FFF2-40B4-BE49-F238E27FC236}">
                  <a16:creationId xmlns:a16="http://schemas.microsoft.com/office/drawing/2014/main" id="{7835CD80-B897-684F-38AC-66B95FE9E403}"/>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6" name="Image 4" descr="preencoded.png">
              <a:extLst>
                <a:ext uri="{FF2B5EF4-FFF2-40B4-BE49-F238E27FC236}">
                  <a16:creationId xmlns:a16="http://schemas.microsoft.com/office/drawing/2014/main" id="{AD0F76E4-ADC8-5960-381D-C4BBED87D692}"/>
                </a:ext>
              </a:extLst>
            </p:cNvPr>
            <p:cNvPicPr>
              <a:picLocks noChangeAspect="1"/>
            </p:cNvPicPr>
            <p:nvPr/>
          </p:nvPicPr>
          <p:blipFill>
            <a:blip r:embed="rId4"/>
            <a:stretch>
              <a:fillRect/>
            </a:stretch>
          </p:blipFill>
          <p:spPr>
            <a:xfrm>
              <a:off x="6799145" y="7407697"/>
              <a:ext cx="514350" cy="400050"/>
            </a:xfrm>
            <a:prstGeom prst="rect">
              <a:avLst/>
            </a:prstGeom>
          </p:spPr>
        </p:pic>
      </p:grpSp>
      <p:grpSp>
        <p:nvGrpSpPr>
          <p:cNvPr id="3" name="Group 2">
            <a:extLst>
              <a:ext uri="{FF2B5EF4-FFF2-40B4-BE49-F238E27FC236}">
                <a16:creationId xmlns:a16="http://schemas.microsoft.com/office/drawing/2014/main" id="{C88CD511-77FF-1524-4695-3AD4A2A6AFAF}"/>
              </a:ext>
            </a:extLst>
          </p:cNvPr>
          <p:cNvGrpSpPr/>
          <p:nvPr/>
        </p:nvGrpSpPr>
        <p:grpSpPr>
          <a:xfrm>
            <a:off x="5591781" y="1412484"/>
            <a:ext cx="1382886" cy="1387866"/>
            <a:chOff x="5591781" y="1412484"/>
            <a:chExt cx="1382886" cy="1387866"/>
          </a:xfrm>
        </p:grpSpPr>
        <p:sp>
          <p:nvSpPr>
            <p:cNvPr id="20" name="Rectangle 19">
              <a:extLst>
                <a:ext uri="{FF2B5EF4-FFF2-40B4-BE49-F238E27FC236}">
                  <a16:creationId xmlns:a16="http://schemas.microsoft.com/office/drawing/2014/main" id="{F97B171D-4BE6-66F8-DA17-E2A120AF8E58}"/>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1" name="Picture 20">
              <a:extLst>
                <a:ext uri="{FF2B5EF4-FFF2-40B4-BE49-F238E27FC236}">
                  <a16:creationId xmlns:a16="http://schemas.microsoft.com/office/drawing/2014/main" id="{303C0D6F-018A-B978-3230-30391DFAD390}"/>
                </a:ext>
              </a:extLst>
            </p:cNvPr>
            <p:cNvPicPr>
              <a:picLocks noChangeAspect="1"/>
            </p:cNvPicPr>
            <p:nvPr/>
          </p:nvPicPr>
          <p:blipFill>
            <a:blip r:embed="rId5"/>
            <a:srcRect l="10092" r="10092"/>
            <a:stretch/>
          </p:blipFill>
          <p:spPr>
            <a:xfrm>
              <a:off x="5591781" y="1712378"/>
              <a:ext cx="1158067" cy="762487"/>
            </a:xfrm>
            <a:prstGeom prst="rect">
              <a:avLst/>
            </a:prstGeom>
          </p:spPr>
        </p:pic>
        <p:sp>
          <p:nvSpPr>
            <p:cNvPr id="22" name="Rectangle 21">
              <a:extLst>
                <a:ext uri="{FF2B5EF4-FFF2-40B4-BE49-F238E27FC236}">
                  <a16:creationId xmlns:a16="http://schemas.microsoft.com/office/drawing/2014/main" id="{9DBEDB6F-66EA-3701-267A-9366C3612164}"/>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Tree>
    <p:extLst>
      <p:ext uri="{BB962C8B-B14F-4D97-AF65-F5344CB8AC3E}">
        <p14:creationId xmlns:p14="http://schemas.microsoft.com/office/powerpoint/2010/main" val="30775222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3F5C7-3C3A-D125-6E4B-3BE8FBFF7F9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CD560B26-429D-26FD-4D6B-C5C8916139D7}"/>
              </a:ext>
            </a:extLst>
          </p:cNvPr>
          <p:cNvPicPr>
            <a:picLocks noChangeAspect="1"/>
          </p:cNvPicPr>
          <p:nvPr/>
        </p:nvPicPr>
        <p:blipFill>
          <a:blip r:embed="rId3"/>
          <a:stretch>
            <a:fillRect/>
          </a:stretch>
        </p:blipFill>
        <p:spPr>
          <a:xfrm>
            <a:off x="0" y="0"/>
            <a:ext cx="7772400" cy="10058400"/>
          </a:xfrm>
          <a:prstGeom prst="rect">
            <a:avLst/>
          </a:prstGeom>
        </p:spPr>
      </p:pic>
      <p:pic>
        <p:nvPicPr>
          <p:cNvPr id="6" name="Image 4" descr="preencoded.png">
            <a:extLst>
              <a:ext uri="{FF2B5EF4-FFF2-40B4-BE49-F238E27FC236}">
                <a16:creationId xmlns:a16="http://schemas.microsoft.com/office/drawing/2014/main" id="{6E0897D1-711E-126B-F0CD-44D95328A1EB}"/>
              </a:ext>
            </a:extLst>
          </p:cNvPr>
          <p:cNvPicPr>
            <a:picLocks noChangeAspect="1"/>
          </p:cNvPicPr>
          <p:nvPr/>
        </p:nvPicPr>
        <p:blipFill>
          <a:blip r:embed="rId4"/>
          <a:stretch>
            <a:fillRect/>
          </a:stretch>
        </p:blipFill>
        <p:spPr>
          <a:xfrm>
            <a:off x="796962" y="919932"/>
            <a:ext cx="6177705" cy="190500"/>
          </a:xfrm>
          <a:prstGeom prst="rect">
            <a:avLst/>
          </a:prstGeom>
        </p:spPr>
      </p:pic>
      <p:sp>
        <p:nvSpPr>
          <p:cNvPr id="9" name="Text 0">
            <a:extLst>
              <a:ext uri="{FF2B5EF4-FFF2-40B4-BE49-F238E27FC236}">
                <a16:creationId xmlns:a16="http://schemas.microsoft.com/office/drawing/2014/main" id="{25EB4147-36B7-66F8-8DA6-AF77C54F6772}"/>
              </a:ext>
            </a:extLst>
          </p:cNvPr>
          <p:cNvSpPr/>
          <p:nvPr/>
        </p:nvSpPr>
        <p:spPr>
          <a:xfrm>
            <a:off x="807232" y="1992870"/>
            <a:ext cx="4343675" cy="415535"/>
          </a:xfrm>
          <a:prstGeom prst="rect">
            <a:avLst/>
          </a:prstGeom>
          <a:noFill/>
          <a:ln/>
        </p:spPr>
        <p:txBody>
          <a:bodyPr wrap="square" lIns="0" tIns="0" rIns="0" bIns="0" rtlCol="0" anchor="ctr"/>
          <a:lstStyle/>
          <a:p>
            <a:pPr marL="0" indent="0" algn="l">
              <a:lnSpc>
                <a:spcPct val="79650"/>
              </a:lnSpc>
              <a:buNone/>
            </a:pPr>
            <a:r>
              <a:rPr lang="en-US" sz="2800" b="1" dirty="0">
                <a:solidFill>
                  <a:srgbClr val="1D1D1D"/>
                </a:solidFill>
                <a:latin typeface="Titillium Web" panose="00000500000000000000" pitchFamily="2" charset="0"/>
                <a:ea typeface="Sora" pitchFamily="34" charset="-122"/>
                <a:cs typeface="Sora" pitchFamily="34" charset="-120"/>
              </a:rPr>
              <a:t>3.4 Overall Score</a:t>
            </a:r>
            <a:endParaRPr lang="en-US" sz="2800" dirty="0">
              <a:latin typeface="Titillium Web" panose="00000500000000000000" pitchFamily="2" charset="0"/>
            </a:endParaRPr>
          </a:p>
        </p:txBody>
      </p:sp>
      <p:sp>
        <p:nvSpPr>
          <p:cNvPr id="10" name="Text 1">
            <a:extLst>
              <a:ext uri="{FF2B5EF4-FFF2-40B4-BE49-F238E27FC236}">
                <a16:creationId xmlns:a16="http://schemas.microsoft.com/office/drawing/2014/main" id="{FF301BAF-6D5D-4ADA-D863-CDC54606C8C6}"/>
              </a:ext>
            </a:extLst>
          </p:cNvPr>
          <p:cNvSpPr/>
          <p:nvPr/>
        </p:nvSpPr>
        <p:spPr>
          <a:xfrm>
            <a:off x="5187639" y="677036"/>
            <a:ext cx="1771650" cy="209550"/>
          </a:xfrm>
          <a:prstGeom prst="rect">
            <a:avLst/>
          </a:prstGeom>
          <a:noFill/>
          <a:ln/>
        </p:spPr>
        <p:txBody>
          <a:bodyPr wrap="square" lIns="0" tIns="0" rIns="0" bIns="0" rtlCol="0" anchor="ctr"/>
          <a:lstStyle/>
          <a:p>
            <a:pPr algn="r">
              <a:lnSpc>
                <a:spcPct val="79650"/>
              </a:lnSpc>
            </a:pPr>
            <a:r>
              <a:rPr lang="en-US" sz="1350" i="1" dirty="0">
                <a:solidFill>
                  <a:srgbClr val="1D1D1D"/>
                </a:solidFill>
                <a:latin typeface="Titillium Web" pitchFamily="34" charset="0"/>
                <a:ea typeface="Titillium Web" pitchFamily="34" charset="-122"/>
                <a:cs typeface="Titillium Web" pitchFamily="34" charset="-120"/>
              </a:rPr>
              <a:t>{{</a:t>
            </a:r>
            <a:r>
              <a:rPr lang="en-US" sz="1350" i="1" dirty="0" err="1">
                <a:solidFill>
                  <a:srgbClr val="1D1D1D"/>
                </a:solidFill>
                <a:latin typeface="Titillium Web" pitchFamily="34" charset="0"/>
                <a:ea typeface="Titillium Web" pitchFamily="34" charset="-122"/>
                <a:cs typeface="Titillium Web" pitchFamily="34" charset="-120"/>
              </a:rPr>
              <a:t>currentMonthYear</a:t>
            </a:r>
            <a:r>
              <a:rPr lang="en-US" sz="1350" i="1" dirty="0">
                <a:solidFill>
                  <a:srgbClr val="1D1D1D"/>
                </a:solidFill>
                <a:latin typeface="Titillium Web" pitchFamily="34" charset="0"/>
                <a:ea typeface="Titillium Web" pitchFamily="34" charset="-122"/>
                <a:cs typeface="Titillium Web" pitchFamily="34" charset="-120"/>
              </a:rPr>
              <a:t>}}</a:t>
            </a:r>
            <a:endParaRPr lang="en-US" sz="1350" dirty="0"/>
          </a:p>
        </p:txBody>
      </p:sp>
      <p:sp>
        <p:nvSpPr>
          <p:cNvPr id="12" name="Text 2">
            <a:extLst>
              <a:ext uri="{FF2B5EF4-FFF2-40B4-BE49-F238E27FC236}">
                <a16:creationId xmlns:a16="http://schemas.microsoft.com/office/drawing/2014/main" id="{9196FA44-1586-C4C1-6083-BE3366EB3ABC}"/>
              </a:ext>
            </a:extLst>
          </p:cNvPr>
          <p:cNvSpPr/>
          <p:nvPr/>
        </p:nvSpPr>
        <p:spPr>
          <a:xfrm>
            <a:off x="807232" y="677036"/>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itchFamily="34" charset="0"/>
                <a:ea typeface="Titillium Web" pitchFamily="34" charset="-122"/>
                <a:cs typeface="Titillium Web" pitchFamily="34" charset="-120"/>
              </a:rPr>
              <a:t>As-is Scenario Analysis</a:t>
            </a:r>
            <a:endParaRPr lang="en-US" sz="1350" dirty="0"/>
          </a:p>
        </p:txBody>
      </p:sp>
      <p:sp>
        <p:nvSpPr>
          <p:cNvPr id="13" name="Text 3">
            <a:extLst>
              <a:ext uri="{FF2B5EF4-FFF2-40B4-BE49-F238E27FC236}">
                <a16:creationId xmlns:a16="http://schemas.microsoft.com/office/drawing/2014/main" id="{99798B64-A511-267A-7601-D851178C5C1C}"/>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itchFamily="34" charset="0"/>
                <a:ea typeface="Titillium Web" pitchFamily="34" charset="-122"/>
                <a:cs typeface="Titillium Web" pitchFamily="34" charset="-120"/>
              </a:rPr>
              <a:t>2</a:t>
            </a:r>
            <a:endParaRPr lang="en-US" sz="1200" dirty="0"/>
          </a:p>
        </p:txBody>
      </p:sp>
      <p:pic>
        <p:nvPicPr>
          <p:cNvPr id="18" name="Image 4" descr="preencoded.png">
            <a:extLst>
              <a:ext uri="{FF2B5EF4-FFF2-40B4-BE49-F238E27FC236}">
                <a16:creationId xmlns:a16="http://schemas.microsoft.com/office/drawing/2014/main" id="{BD4751F2-D134-2C3F-5EE1-21ADCDF22D96}"/>
              </a:ext>
            </a:extLst>
          </p:cNvPr>
          <p:cNvPicPr>
            <a:picLocks noChangeAspect="1"/>
          </p:cNvPicPr>
          <p:nvPr/>
        </p:nvPicPr>
        <p:blipFill>
          <a:blip r:embed="rId5"/>
          <a:stretch>
            <a:fillRect/>
          </a:stretch>
        </p:blipFill>
        <p:spPr>
          <a:xfrm>
            <a:off x="2762007" y="4982749"/>
            <a:ext cx="4660172" cy="147205"/>
          </a:xfrm>
          <a:prstGeom prst="rect">
            <a:avLst/>
          </a:prstGeom>
        </p:spPr>
      </p:pic>
      <p:pic>
        <p:nvPicPr>
          <p:cNvPr id="19" name="Image 5" descr="preencoded.png">
            <a:extLst>
              <a:ext uri="{FF2B5EF4-FFF2-40B4-BE49-F238E27FC236}">
                <a16:creationId xmlns:a16="http://schemas.microsoft.com/office/drawing/2014/main" id="{F7A345D8-E001-4440-83E5-9C64B11E0CF7}"/>
              </a:ext>
            </a:extLst>
          </p:cNvPr>
          <p:cNvPicPr>
            <a:picLocks noChangeAspect="1"/>
          </p:cNvPicPr>
          <p:nvPr/>
        </p:nvPicPr>
        <p:blipFill>
          <a:blip r:embed="rId6"/>
          <a:stretch>
            <a:fillRect/>
          </a:stretch>
        </p:blipFill>
        <p:spPr>
          <a:xfrm>
            <a:off x="2758105" y="6503895"/>
            <a:ext cx="4664088" cy="147205"/>
          </a:xfrm>
          <a:prstGeom prst="rect">
            <a:avLst/>
          </a:prstGeom>
        </p:spPr>
      </p:pic>
      <p:pic>
        <p:nvPicPr>
          <p:cNvPr id="20" name="Image 6" descr="preencoded.png">
            <a:extLst>
              <a:ext uri="{FF2B5EF4-FFF2-40B4-BE49-F238E27FC236}">
                <a16:creationId xmlns:a16="http://schemas.microsoft.com/office/drawing/2014/main" id="{B80D53B0-8CCC-3376-6AB6-52CAEA93F0E8}"/>
              </a:ext>
            </a:extLst>
          </p:cNvPr>
          <p:cNvPicPr>
            <a:picLocks noChangeAspect="1"/>
          </p:cNvPicPr>
          <p:nvPr/>
        </p:nvPicPr>
        <p:blipFill>
          <a:blip r:embed="rId6"/>
          <a:stretch>
            <a:fillRect/>
          </a:stretch>
        </p:blipFill>
        <p:spPr>
          <a:xfrm>
            <a:off x="2761933" y="7764267"/>
            <a:ext cx="4660172" cy="147205"/>
          </a:xfrm>
          <a:prstGeom prst="rect">
            <a:avLst/>
          </a:prstGeom>
        </p:spPr>
      </p:pic>
      <p:sp>
        <p:nvSpPr>
          <p:cNvPr id="21" name="Text 0">
            <a:extLst>
              <a:ext uri="{FF2B5EF4-FFF2-40B4-BE49-F238E27FC236}">
                <a16:creationId xmlns:a16="http://schemas.microsoft.com/office/drawing/2014/main" id="{0672D338-546B-6F4B-0A98-1E1159735249}"/>
              </a:ext>
            </a:extLst>
          </p:cNvPr>
          <p:cNvSpPr/>
          <p:nvPr/>
        </p:nvSpPr>
        <p:spPr>
          <a:xfrm>
            <a:off x="3484030" y="8188820"/>
            <a:ext cx="1317481" cy="264968"/>
          </a:xfrm>
          <a:prstGeom prst="rect">
            <a:avLst/>
          </a:prstGeom>
          <a:noFill/>
          <a:ln/>
        </p:spPr>
        <p:txBody>
          <a:bodyPr wrap="square" lIns="0" tIns="0" rIns="0" bIns="0" rtlCol="0" anchor="ctr"/>
          <a:lstStyle/>
          <a:p>
            <a:pPr>
              <a:lnSpc>
                <a:spcPct val="59333"/>
              </a:lnSpc>
            </a:pPr>
            <a:r>
              <a:rPr lang="en-US" sz="1854" b="1" dirty="0">
                <a:solidFill>
                  <a:srgbClr val="000000"/>
                </a:solidFill>
                <a:latin typeface="Open Sans" pitchFamily="34" charset="0"/>
                <a:ea typeface="Open Sans" pitchFamily="34" charset="-122"/>
                <a:cs typeface="Open Sans" pitchFamily="34" charset="-120"/>
              </a:rPr>
              <a:t>{{</a:t>
            </a:r>
            <a:r>
              <a:rPr lang="en-US" sz="1854" b="1" dirty="0" err="1">
                <a:solidFill>
                  <a:srgbClr val="000000"/>
                </a:solidFill>
                <a:latin typeface="Open Sans" pitchFamily="34" charset="0"/>
                <a:ea typeface="Open Sans" pitchFamily="34" charset="-122"/>
                <a:cs typeface="Open Sans" pitchFamily="34" charset="-120"/>
              </a:rPr>
              <a:t>govScore</a:t>
            </a:r>
            <a:r>
              <a:rPr lang="en-US" sz="1854" b="1" dirty="0">
                <a:solidFill>
                  <a:srgbClr val="000000"/>
                </a:solidFill>
                <a:latin typeface="Open Sans" pitchFamily="34" charset="0"/>
                <a:ea typeface="Open Sans" pitchFamily="34" charset="-122"/>
                <a:cs typeface="Open Sans" pitchFamily="34" charset="-120"/>
              </a:rPr>
              <a:t>}} %</a:t>
            </a:r>
            <a:endParaRPr lang="en-US" sz="1854" dirty="0"/>
          </a:p>
        </p:txBody>
      </p:sp>
      <p:pic>
        <p:nvPicPr>
          <p:cNvPr id="22" name="Image 7" descr="preencoded.png">
            <a:extLst>
              <a:ext uri="{FF2B5EF4-FFF2-40B4-BE49-F238E27FC236}">
                <a16:creationId xmlns:a16="http://schemas.microsoft.com/office/drawing/2014/main" id="{E7CC6537-5036-1708-7849-4FFCE65CB40C}"/>
              </a:ext>
            </a:extLst>
          </p:cNvPr>
          <p:cNvPicPr>
            <a:picLocks noChangeAspect="1"/>
          </p:cNvPicPr>
          <p:nvPr/>
        </p:nvPicPr>
        <p:blipFill>
          <a:blip r:embed="rId7"/>
          <a:stretch>
            <a:fillRect/>
          </a:stretch>
        </p:blipFill>
        <p:spPr>
          <a:xfrm>
            <a:off x="4969279" y="8062195"/>
            <a:ext cx="147205" cy="1120477"/>
          </a:xfrm>
          <a:prstGeom prst="rect">
            <a:avLst/>
          </a:prstGeom>
        </p:spPr>
      </p:pic>
      <p:pic>
        <p:nvPicPr>
          <p:cNvPr id="25" name="Image 10" descr="preencoded.png">
            <a:extLst>
              <a:ext uri="{FF2B5EF4-FFF2-40B4-BE49-F238E27FC236}">
                <a16:creationId xmlns:a16="http://schemas.microsoft.com/office/drawing/2014/main" id="{0864CA03-6259-8F28-BF1A-51099204C3AA}"/>
              </a:ext>
            </a:extLst>
          </p:cNvPr>
          <p:cNvPicPr>
            <a:picLocks noChangeAspect="1"/>
          </p:cNvPicPr>
          <p:nvPr/>
        </p:nvPicPr>
        <p:blipFill>
          <a:blip r:embed="rId7"/>
          <a:stretch>
            <a:fillRect/>
          </a:stretch>
        </p:blipFill>
        <p:spPr>
          <a:xfrm>
            <a:off x="4893962" y="5280847"/>
            <a:ext cx="147205" cy="1120477"/>
          </a:xfrm>
          <a:prstGeom prst="rect">
            <a:avLst/>
          </a:prstGeom>
        </p:spPr>
      </p:pic>
      <p:sp>
        <p:nvSpPr>
          <p:cNvPr id="28" name="Text 2">
            <a:extLst>
              <a:ext uri="{FF2B5EF4-FFF2-40B4-BE49-F238E27FC236}">
                <a16:creationId xmlns:a16="http://schemas.microsoft.com/office/drawing/2014/main" id="{E3199C8A-99C8-5B8C-C641-2659F5D2327E}"/>
              </a:ext>
            </a:extLst>
          </p:cNvPr>
          <p:cNvSpPr/>
          <p:nvPr/>
        </p:nvSpPr>
        <p:spPr>
          <a:xfrm>
            <a:off x="3472797" y="8656837"/>
            <a:ext cx="1317481" cy="610899"/>
          </a:xfrm>
          <a:prstGeom prst="rect">
            <a:avLst/>
          </a:prstGeom>
          <a:noFill/>
          <a:ln/>
        </p:spPr>
        <p:txBody>
          <a:bodyPr wrap="square" lIns="0" tIns="0" rIns="0" bIns="0" rtlCol="0" anchor="ctr"/>
          <a:lstStyle/>
          <a:p>
            <a:r>
              <a:rPr lang="en-US" sz="927" b="1" dirty="0">
                <a:solidFill>
                  <a:srgbClr val="0E1116"/>
                </a:solidFill>
                <a:latin typeface="Titillium Web" panose="00000500000000000000" pitchFamily="2" charset="0"/>
                <a:ea typeface="Open Sans" pitchFamily="34" charset="-122"/>
                <a:cs typeface="Open Sans" pitchFamily="34" charset="-120"/>
              </a:rPr>
              <a:t>Governance: </a:t>
            </a:r>
            <a:r>
              <a:rPr lang="en-US" sz="927" dirty="0">
                <a:solidFill>
                  <a:srgbClr val="0E1116"/>
                </a:solidFill>
                <a:latin typeface="Titillium Web" panose="00000500000000000000" pitchFamily="2" charset="0"/>
                <a:ea typeface="Open Sans" pitchFamily="34" charset="-122"/>
                <a:cs typeface="Open Sans" pitchFamily="34" charset="-120"/>
              </a:rPr>
              <a:t>  {{</a:t>
            </a:r>
            <a:r>
              <a:rPr lang="en-US" sz="927" dirty="0" err="1">
                <a:solidFill>
                  <a:srgbClr val="0E1116"/>
                </a:solidFill>
                <a:latin typeface="Titillium Web" panose="00000500000000000000" pitchFamily="2" charset="0"/>
                <a:ea typeface="Open Sans" pitchFamily="34" charset="-122"/>
                <a:cs typeface="Open Sans" pitchFamily="34" charset="-120"/>
              </a:rPr>
              <a:t>govScoreText</a:t>
            </a:r>
            <a:r>
              <a:rPr lang="en-US" sz="927" dirty="0">
                <a:solidFill>
                  <a:srgbClr val="0E1116"/>
                </a:solidFill>
                <a:latin typeface="Titillium Web" panose="00000500000000000000" pitchFamily="2" charset="0"/>
                <a:ea typeface="Open Sans" pitchFamily="34" charset="-122"/>
                <a:cs typeface="Open Sans" pitchFamily="34" charset="-120"/>
              </a:rPr>
              <a:t>}}</a:t>
            </a:r>
          </a:p>
          <a:p>
            <a:endParaRPr lang="en-US" sz="927" dirty="0">
              <a:solidFill>
                <a:srgbClr val="0E1116"/>
              </a:solidFill>
              <a:latin typeface="Titillium Web" panose="00000500000000000000" pitchFamily="2" charset="0"/>
              <a:ea typeface="Open Sans" pitchFamily="34" charset="-122"/>
              <a:cs typeface="Open Sans" pitchFamily="34" charset="-120"/>
            </a:endParaRPr>
          </a:p>
          <a:p>
            <a:r>
              <a:rPr lang="en-US" sz="1200" b="1" dirty="0">
                <a:solidFill>
                  <a:srgbClr val="0E1116"/>
                </a:solidFill>
                <a:latin typeface="Titillium Web" panose="00000500000000000000" pitchFamily="2" charset="0"/>
                <a:ea typeface="Open Sans" pitchFamily="34" charset="-122"/>
                <a:cs typeface="Open Sans" pitchFamily="34" charset="-120"/>
              </a:rPr>
              <a:t>Weight: </a:t>
            </a:r>
            <a:r>
              <a:rPr lang="en-US" sz="1200" dirty="0">
                <a:solidFill>
                  <a:srgbClr val="0E1116"/>
                </a:solidFill>
                <a:latin typeface="Titillium Web" panose="00000500000000000000" pitchFamily="2" charset="0"/>
                <a:ea typeface="Open Sans" pitchFamily="34" charset="-122"/>
                <a:cs typeface="Open Sans" pitchFamily="34" charset="-120"/>
              </a:rPr>
              <a:t>{{</a:t>
            </a:r>
            <a:r>
              <a:rPr lang="en-US" sz="1200" dirty="0" err="1">
                <a:solidFill>
                  <a:srgbClr val="0E1116"/>
                </a:solidFill>
                <a:latin typeface="Titillium Web" panose="00000500000000000000" pitchFamily="2" charset="0"/>
                <a:ea typeface="Open Sans" pitchFamily="34" charset="-122"/>
                <a:cs typeface="Open Sans" pitchFamily="34" charset="-120"/>
              </a:rPr>
              <a:t>govWeight</a:t>
            </a:r>
            <a:r>
              <a:rPr lang="en-US" sz="1200" dirty="0">
                <a:solidFill>
                  <a:srgbClr val="0E1116"/>
                </a:solidFill>
                <a:latin typeface="Titillium Web" panose="00000500000000000000" pitchFamily="2" charset="0"/>
                <a:ea typeface="Open Sans" pitchFamily="34" charset="-122"/>
                <a:cs typeface="Open Sans" pitchFamily="34" charset="-120"/>
              </a:rPr>
              <a:t>}}</a:t>
            </a:r>
            <a:endParaRPr lang="en-US" sz="1200" dirty="0">
              <a:latin typeface="Titillium Web" panose="00000500000000000000" pitchFamily="2" charset="0"/>
            </a:endParaRPr>
          </a:p>
        </p:txBody>
      </p:sp>
      <p:sp>
        <p:nvSpPr>
          <p:cNvPr id="29" name="Text 3">
            <a:extLst>
              <a:ext uri="{FF2B5EF4-FFF2-40B4-BE49-F238E27FC236}">
                <a16:creationId xmlns:a16="http://schemas.microsoft.com/office/drawing/2014/main" id="{1DE0F791-9DAC-AB97-8002-2E2DBED3A157}"/>
              </a:ext>
            </a:extLst>
          </p:cNvPr>
          <p:cNvSpPr/>
          <p:nvPr/>
        </p:nvSpPr>
        <p:spPr>
          <a:xfrm>
            <a:off x="5985823" y="8176993"/>
            <a:ext cx="1420524" cy="264968"/>
          </a:xfrm>
          <a:prstGeom prst="rect">
            <a:avLst/>
          </a:prstGeom>
          <a:noFill/>
          <a:ln/>
        </p:spPr>
        <p:txBody>
          <a:bodyPr wrap="square" lIns="0" tIns="0" rIns="0" bIns="0" rtlCol="0" anchor="ctr"/>
          <a:lstStyle/>
          <a:p>
            <a:pPr>
              <a:lnSpc>
                <a:spcPct val="59333"/>
              </a:lnSpc>
            </a:pPr>
            <a:r>
              <a:rPr lang="en-US" sz="1854" b="1" dirty="0">
                <a:solidFill>
                  <a:srgbClr val="000000"/>
                </a:solidFill>
                <a:latin typeface="Open Sans" pitchFamily="34" charset="0"/>
                <a:ea typeface="Open Sans" pitchFamily="34" charset="-122"/>
                <a:cs typeface="Open Sans" pitchFamily="34" charset="-120"/>
              </a:rPr>
              <a:t>{{</a:t>
            </a:r>
            <a:r>
              <a:rPr lang="en-US" sz="1854" b="1" dirty="0" err="1">
                <a:solidFill>
                  <a:srgbClr val="000000"/>
                </a:solidFill>
                <a:latin typeface="Open Sans" pitchFamily="34" charset="0"/>
                <a:ea typeface="Open Sans" pitchFamily="34" charset="-122"/>
                <a:cs typeface="Open Sans" pitchFamily="34" charset="-120"/>
              </a:rPr>
              <a:t>finScore</a:t>
            </a:r>
            <a:r>
              <a:rPr lang="en-US" sz="1854" b="1" dirty="0">
                <a:solidFill>
                  <a:srgbClr val="000000"/>
                </a:solidFill>
                <a:latin typeface="Open Sans" pitchFamily="34" charset="0"/>
                <a:ea typeface="Open Sans" pitchFamily="34" charset="-122"/>
                <a:cs typeface="Open Sans" pitchFamily="34" charset="-120"/>
              </a:rPr>
              <a:t>}} %</a:t>
            </a:r>
            <a:endParaRPr lang="en-US" sz="1854" dirty="0"/>
          </a:p>
        </p:txBody>
      </p:sp>
      <p:sp>
        <p:nvSpPr>
          <p:cNvPr id="30" name="Text 4">
            <a:extLst>
              <a:ext uri="{FF2B5EF4-FFF2-40B4-BE49-F238E27FC236}">
                <a16:creationId xmlns:a16="http://schemas.microsoft.com/office/drawing/2014/main" id="{C28A3098-7BC0-677A-D347-242E224C5EBB}"/>
              </a:ext>
            </a:extLst>
          </p:cNvPr>
          <p:cNvSpPr/>
          <p:nvPr/>
        </p:nvSpPr>
        <p:spPr>
          <a:xfrm>
            <a:off x="5985830" y="8567696"/>
            <a:ext cx="1420524" cy="765464"/>
          </a:xfrm>
          <a:prstGeom prst="rect">
            <a:avLst/>
          </a:prstGeom>
          <a:noFill/>
          <a:ln/>
        </p:spPr>
        <p:txBody>
          <a:bodyPr wrap="square" lIns="0" tIns="0" rIns="0" bIns="0" rtlCol="0" anchor="ctr"/>
          <a:lstStyle/>
          <a:p>
            <a:r>
              <a:rPr lang="en-US" sz="927" b="1" dirty="0">
                <a:solidFill>
                  <a:srgbClr val="0E1116"/>
                </a:solidFill>
                <a:latin typeface="Titillium Web" panose="00000500000000000000" pitchFamily="2" charset="0"/>
                <a:ea typeface="Open Sans" pitchFamily="34" charset="-122"/>
                <a:cs typeface="Open Sans" pitchFamily="34" charset="-120"/>
              </a:rPr>
              <a:t>Financial:</a:t>
            </a:r>
            <a:r>
              <a:rPr lang="en-US" sz="927" dirty="0">
                <a:solidFill>
                  <a:srgbClr val="0E1116"/>
                </a:solidFill>
                <a:latin typeface="Titillium Web" panose="00000500000000000000" pitchFamily="2" charset="0"/>
                <a:ea typeface="Open Sans" pitchFamily="34" charset="-122"/>
                <a:cs typeface="Open Sans" pitchFamily="34" charset="-120"/>
              </a:rPr>
              <a:t> {{</a:t>
            </a:r>
            <a:r>
              <a:rPr lang="en-US" sz="927" dirty="0" err="1">
                <a:solidFill>
                  <a:srgbClr val="0E1116"/>
                </a:solidFill>
                <a:latin typeface="Titillium Web" panose="00000500000000000000" pitchFamily="2" charset="0"/>
                <a:ea typeface="Open Sans" pitchFamily="34" charset="-122"/>
                <a:cs typeface="Open Sans" pitchFamily="34" charset="-120"/>
              </a:rPr>
              <a:t>finScoreText</a:t>
            </a:r>
            <a:r>
              <a:rPr lang="en-US" sz="927" dirty="0">
                <a:solidFill>
                  <a:srgbClr val="0E1116"/>
                </a:solidFill>
                <a:latin typeface="Titillium Web" panose="00000500000000000000" pitchFamily="2" charset="0"/>
                <a:ea typeface="Open Sans" pitchFamily="34" charset="-122"/>
                <a:cs typeface="Open Sans" pitchFamily="34" charset="-120"/>
              </a:rPr>
              <a:t>}}</a:t>
            </a:r>
          </a:p>
          <a:p>
            <a:endParaRPr lang="en-US" sz="927" dirty="0">
              <a:solidFill>
                <a:srgbClr val="0E1116"/>
              </a:solidFill>
              <a:latin typeface="Titillium Web" panose="00000500000000000000" pitchFamily="2" charset="0"/>
              <a:ea typeface="Open Sans" pitchFamily="34" charset="-122"/>
              <a:cs typeface="Open Sans" pitchFamily="34" charset="-120"/>
            </a:endParaRPr>
          </a:p>
          <a:p>
            <a:r>
              <a:rPr lang="en-US" sz="1200" b="1" dirty="0">
                <a:solidFill>
                  <a:srgbClr val="0E1116"/>
                </a:solidFill>
                <a:latin typeface="Titillium Web" panose="00000500000000000000" pitchFamily="2" charset="0"/>
                <a:ea typeface="Open Sans" pitchFamily="34" charset="-122"/>
                <a:cs typeface="Open Sans" pitchFamily="34" charset="-120"/>
              </a:rPr>
              <a:t>Weight: </a:t>
            </a:r>
            <a:r>
              <a:rPr lang="en-US" sz="1200" dirty="0">
                <a:solidFill>
                  <a:srgbClr val="0E1116"/>
                </a:solidFill>
                <a:latin typeface="Titillium Web" panose="00000500000000000000" pitchFamily="2" charset="0"/>
                <a:ea typeface="Open Sans" pitchFamily="34" charset="-122"/>
                <a:cs typeface="Open Sans" pitchFamily="34" charset="-120"/>
              </a:rPr>
              <a:t>{{</a:t>
            </a:r>
            <a:r>
              <a:rPr lang="en-US" sz="1200" dirty="0" err="1">
                <a:solidFill>
                  <a:srgbClr val="0E1116"/>
                </a:solidFill>
                <a:latin typeface="Titillium Web" panose="00000500000000000000" pitchFamily="2" charset="0"/>
                <a:ea typeface="Open Sans" pitchFamily="34" charset="-122"/>
                <a:cs typeface="Open Sans" pitchFamily="34" charset="-120"/>
              </a:rPr>
              <a:t>finWeight</a:t>
            </a:r>
            <a:r>
              <a:rPr lang="en-US" sz="1200" dirty="0">
                <a:solidFill>
                  <a:srgbClr val="0E1116"/>
                </a:solidFill>
                <a:latin typeface="Titillium Web" panose="00000500000000000000" pitchFamily="2" charset="0"/>
                <a:ea typeface="Open Sans" pitchFamily="34" charset="-122"/>
                <a:cs typeface="Open Sans" pitchFamily="34" charset="-120"/>
              </a:rPr>
              <a:t>}}</a:t>
            </a:r>
            <a:endParaRPr lang="en-US" sz="1200" dirty="0">
              <a:latin typeface="Titillium Web" panose="00000500000000000000" pitchFamily="2" charset="0"/>
            </a:endParaRPr>
          </a:p>
        </p:txBody>
      </p:sp>
      <p:sp>
        <p:nvSpPr>
          <p:cNvPr id="32" name="Text 5">
            <a:extLst>
              <a:ext uri="{FF2B5EF4-FFF2-40B4-BE49-F238E27FC236}">
                <a16:creationId xmlns:a16="http://schemas.microsoft.com/office/drawing/2014/main" id="{B4A7509A-E5A8-E3B6-BC88-9D918167E0BB}"/>
              </a:ext>
            </a:extLst>
          </p:cNvPr>
          <p:cNvSpPr/>
          <p:nvPr/>
        </p:nvSpPr>
        <p:spPr>
          <a:xfrm>
            <a:off x="2758105" y="4516111"/>
            <a:ext cx="3511635" cy="412173"/>
          </a:xfrm>
          <a:prstGeom prst="rect">
            <a:avLst/>
          </a:prstGeom>
          <a:noFill/>
          <a:ln/>
        </p:spPr>
        <p:txBody>
          <a:bodyPr wrap="square" lIns="0" tIns="0" rIns="0" bIns="0" rtlCol="0" anchor="ctr"/>
          <a:lstStyle/>
          <a:p>
            <a:pPr>
              <a:lnSpc>
                <a:spcPct val="86166"/>
              </a:lnSpc>
            </a:pPr>
            <a:r>
              <a:rPr lang="en-US" sz="2400" b="1" dirty="0">
                <a:solidFill>
                  <a:srgbClr val="0E1116"/>
                </a:solidFill>
                <a:latin typeface="Open Sans" pitchFamily="34" charset="0"/>
                <a:ea typeface="Open Sans" pitchFamily="34" charset="-122"/>
                <a:cs typeface="Open Sans" pitchFamily="34" charset="-120"/>
              </a:rPr>
              <a:t>Scores Per Domain</a:t>
            </a:r>
            <a:endParaRPr lang="en-US" sz="2400" dirty="0"/>
          </a:p>
        </p:txBody>
      </p:sp>
      <p:sp>
        <p:nvSpPr>
          <p:cNvPr id="33" name="Text 6">
            <a:extLst>
              <a:ext uri="{FF2B5EF4-FFF2-40B4-BE49-F238E27FC236}">
                <a16:creationId xmlns:a16="http://schemas.microsoft.com/office/drawing/2014/main" id="{CC46D7D1-1621-5D2D-BDCE-5006903B01BD}"/>
              </a:ext>
            </a:extLst>
          </p:cNvPr>
          <p:cNvSpPr/>
          <p:nvPr/>
        </p:nvSpPr>
        <p:spPr>
          <a:xfrm>
            <a:off x="3484030" y="5352998"/>
            <a:ext cx="1361642" cy="250248"/>
          </a:xfrm>
          <a:prstGeom prst="rect">
            <a:avLst/>
          </a:prstGeom>
          <a:noFill/>
          <a:ln/>
        </p:spPr>
        <p:txBody>
          <a:bodyPr wrap="square" lIns="0" tIns="0" rIns="0" bIns="0" rtlCol="0" anchor="ctr"/>
          <a:lstStyle/>
          <a:p>
            <a:pPr>
              <a:lnSpc>
                <a:spcPct val="59333"/>
              </a:lnSpc>
            </a:pPr>
            <a:r>
              <a:rPr lang="en-US" sz="1854" b="1" dirty="0">
                <a:solidFill>
                  <a:srgbClr val="000000"/>
                </a:solidFill>
                <a:latin typeface="Open Sans" pitchFamily="34" charset="0"/>
                <a:ea typeface="Open Sans" pitchFamily="34" charset="-122"/>
                <a:cs typeface="Open Sans" pitchFamily="34" charset="-120"/>
              </a:rPr>
              <a:t>{{</a:t>
            </a:r>
            <a:r>
              <a:rPr lang="en-US" sz="1854" b="1" dirty="0" err="1">
                <a:solidFill>
                  <a:srgbClr val="000000"/>
                </a:solidFill>
                <a:latin typeface="Open Sans" pitchFamily="34" charset="0"/>
                <a:ea typeface="Open Sans" pitchFamily="34" charset="-122"/>
                <a:cs typeface="Open Sans" pitchFamily="34" charset="-120"/>
              </a:rPr>
              <a:t>ItInfsSCore</a:t>
            </a:r>
            <a:r>
              <a:rPr lang="en-US" sz="1854" b="1" dirty="0">
                <a:solidFill>
                  <a:srgbClr val="000000"/>
                </a:solidFill>
                <a:latin typeface="Open Sans" pitchFamily="34" charset="0"/>
                <a:ea typeface="Open Sans" pitchFamily="34" charset="-122"/>
                <a:cs typeface="Open Sans" pitchFamily="34" charset="-120"/>
              </a:rPr>
              <a:t>}} %</a:t>
            </a:r>
            <a:endParaRPr lang="en-US" sz="1854" dirty="0"/>
          </a:p>
        </p:txBody>
      </p:sp>
      <p:sp>
        <p:nvSpPr>
          <p:cNvPr id="34" name="Text 7">
            <a:extLst>
              <a:ext uri="{FF2B5EF4-FFF2-40B4-BE49-F238E27FC236}">
                <a16:creationId xmlns:a16="http://schemas.microsoft.com/office/drawing/2014/main" id="{64B9BEB2-58E0-74C2-D173-0A492A37F306}"/>
              </a:ext>
            </a:extLst>
          </p:cNvPr>
          <p:cNvSpPr/>
          <p:nvPr/>
        </p:nvSpPr>
        <p:spPr>
          <a:xfrm>
            <a:off x="3484030" y="5816617"/>
            <a:ext cx="1377326" cy="510727"/>
          </a:xfrm>
          <a:prstGeom prst="rect">
            <a:avLst/>
          </a:prstGeom>
          <a:noFill/>
          <a:ln/>
        </p:spPr>
        <p:txBody>
          <a:bodyPr wrap="square" lIns="0" tIns="0" rIns="0" bIns="0" rtlCol="0" anchor="ctr"/>
          <a:lstStyle/>
          <a:p>
            <a:r>
              <a:rPr lang="en-US" sz="927" b="1" dirty="0">
                <a:solidFill>
                  <a:srgbClr val="0E1116"/>
                </a:solidFill>
                <a:latin typeface="Titillium Web" panose="00000500000000000000" pitchFamily="2" charset="0"/>
                <a:ea typeface="Open Sans" pitchFamily="34" charset="-122"/>
                <a:cs typeface="Open Sans" pitchFamily="34" charset="-120"/>
              </a:rPr>
              <a:t>IT Infrastructure: </a:t>
            </a:r>
            <a:r>
              <a:rPr lang="en-US" sz="927" dirty="0">
                <a:solidFill>
                  <a:srgbClr val="0E1116"/>
                </a:solidFill>
                <a:latin typeface="Titillium Web" panose="00000500000000000000" pitchFamily="2" charset="0"/>
                <a:ea typeface="Open Sans" pitchFamily="34" charset="-122"/>
                <a:cs typeface="Open Sans" pitchFamily="34" charset="-120"/>
              </a:rPr>
              <a:t>{{</a:t>
            </a:r>
            <a:r>
              <a:rPr lang="en-US" sz="927" dirty="0" err="1">
                <a:solidFill>
                  <a:srgbClr val="0E1116"/>
                </a:solidFill>
                <a:latin typeface="Titillium Web" panose="00000500000000000000" pitchFamily="2" charset="0"/>
                <a:ea typeface="Open Sans" pitchFamily="34" charset="-122"/>
                <a:cs typeface="Open Sans" pitchFamily="34" charset="-120"/>
              </a:rPr>
              <a:t>itInsfScoreText</a:t>
            </a:r>
            <a:r>
              <a:rPr lang="en-US" sz="927" dirty="0">
                <a:solidFill>
                  <a:srgbClr val="0E1116"/>
                </a:solidFill>
                <a:latin typeface="Titillium Web" panose="00000500000000000000" pitchFamily="2" charset="0"/>
                <a:ea typeface="Open Sans" pitchFamily="34" charset="-122"/>
                <a:cs typeface="Open Sans" pitchFamily="34" charset="-120"/>
              </a:rPr>
              <a:t>}}</a:t>
            </a:r>
          </a:p>
          <a:p>
            <a:endParaRPr lang="en-US" sz="927" dirty="0">
              <a:solidFill>
                <a:srgbClr val="0E1116"/>
              </a:solidFill>
              <a:latin typeface="Titillium Web" panose="00000500000000000000" pitchFamily="2" charset="0"/>
              <a:ea typeface="Open Sans" pitchFamily="34" charset="-122"/>
              <a:cs typeface="Open Sans" pitchFamily="34" charset="-120"/>
            </a:endParaRPr>
          </a:p>
          <a:p>
            <a:r>
              <a:rPr lang="en-US" sz="1200" b="1" dirty="0">
                <a:solidFill>
                  <a:srgbClr val="0E1116"/>
                </a:solidFill>
                <a:latin typeface="Titillium Web" panose="00000500000000000000" pitchFamily="2" charset="0"/>
                <a:ea typeface="Open Sans" pitchFamily="34" charset="-122"/>
                <a:cs typeface="Open Sans" pitchFamily="34" charset="-120"/>
              </a:rPr>
              <a:t>Weight:  </a:t>
            </a:r>
            <a:r>
              <a:rPr lang="en-US" sz="930" dirty="0">
                <a:solidFill>
                  <a:srgbClr val="0E1116"/>
                </a:solidFill>
                <a:latin typeface="Titillium Web" panose="00000500000000000000" pitchFamily="2" charset="0"/>
                <a:ea typeface="Open Sans" pitchFamily="34" charset="-122"/>
                <a:cs typeface="Open Sans" pitchFamily="34" charset="-120"/>
              </a:rPr>
              <a:t>{{</a:t>
            </a:r>
            <a:r>
              <a:rPr lang="en-US" sz="930" dirty="0" err="1">
                <a:solidFill>
                  <a:srgbClr val="0E1116"/>
                </a:solidFill>
                <a:latin typeface="Titillium Web" panose="00000500000000000000" pitchFamily="2" charset="0"/>
                <a:ea typeface="Open Sans" pitchFamily="34" charset="-122"/>
                <a:cs typeface="Open Sans" pitchFamily="34" charset="-120"/>
              </a:rPr>
              <a:t>itInsfScoreWeight</a:t>
            </a:r>
            <a:r>
              <a:rPr lang="en-US" sz="930" dirty="0">
                <a:solidFill>
                  <a:srgbClr val="0E1116"/>
                </a:solidFill>
                <a:latin typeface="Titillium Web" panose="00000500000000000000" pitchFamily="2" charset="0"/>
                <a:ea typeface="Open Sans" pitchFamily="34" charset="-122"/>
                <a:cs typeface="Open Sans" pitchFamily="34" charset="-120"/>
              </a:rPr>
              <a:t>}}</a:t>
            </a:r>
            <a:endParaRPr lang="en-US" sz="930" dirty="0">
              <a:latin typeface="Titillium Web" panose="00000500000000000000" pitchFamily="2" charset="0"/>
            </a:endParaRPr>
          </a:p>
        </p:txBody>
      </p:sp>
      <p:sp>
        <p:nvSpPr>
          <p:cNvPr id="35" name="Text 8">
            <a:extLst>
              <a:ext uri="{FF2B5EF4-FFF2-40B4-BE49-F238E27FC236}">
                <a16:creationId xmlns:a16="http://schemas.microsoft.com/office/drawing/2014/main" id="{CCA6C42D-329F-BEB1-E4D6-E185634FAF83}"/>
              </a:ext>
            </a:extLst>
          </p:cNvPr>
          <p:cNvSpPr/>
          <p:nvPr/>
        </p:nvSpPr>
        <p:spPr>
          <a:xfrm>
            <a:off x="5720075" y="5352983"/>
            <a:ext cx="1427884" cy="250248"/>
          </a:xfrm>
          <a:prstGeom prst="rect">
            <a:avLst/>
          </a:prstGeom>
          <a:noFill/>
          <a:ln/>
        </p:spPr>
        <p:txBody>
          <a:bodyPr wrap="square" lIns="0" tIns="0" rIns="0" bIns="0" rtlCol="0" anchor="ctr"/>
          <a:lstStyle/>
          <a:p>
            <a:pPr>
              <a:lnSpc>
                <a:spcPct val="59333"/>
              </a:lnSpc>
            </a:pPr>
            <a:r>
              <a:rPr lang="en-US" sz="1854" b="1" dirty="0">
                <a:solidFill>
                  <a:srgbClr val="000000"/>
                </a:solidFill>
                <a:latin typeface="Open Sans" pitchFamily="34" charset="0"/>
                <a:ea typeface="Open Sans" pitchFamily="34" charset="-122"/>
                <a:cs typeface="Open Sans" pitchFamily="34" charset="-120"/>
              </a:rPr>
              <a:t>{{</a:t>
            </a:r>
            <a:r>
              <a:rPr lang="en-US" sz="1854" b="1" dirty="0" err="1">
                <a:solidFill>
                  <a:srgbClr val="000000"/>
                </a:solidFill>
                <a:latin typeface="Open Sans" pitchFamily="34" charset="0"/>
                <a:ea typeface="Open Sans" pitchFamily="34" charset="-122"/>
                <a:cs typeface="Open Sans" pitchFamily="34" charset="-120"/>
              </a:rPr>
              <a:t>OpCapScore</a:t>
            </a:r>
            <a:r>
              <a:rPr lang="en-US" sz="1854" b="1" dirty="0">
                <a:solidFill>
                  <a:srgbClr val="000000"/>
                </a:solidFill>
                <a:latin typeface="Open Sans" pitchFamily="34" charset="0"/>
                <a:ea typeface="Open Sans" pitchFamily="34" charset="-122"/>
                <a:cs typeface="Open Sans" pitchFamily="34" charset="-120"/>
              </a:rPr>
              <a:t>}} %</a:t>
            </a:r>
            <a:endParaRPr lang="en-US" sz="1854" dirty="0"/>
          </a:p>
        </p:txBody>
      </p:sp>
      <p:sp>
        <p:nvSpPr>
          <p:cNvPr id="36" name="Text 9">
            <a:extLst>
              <a:ext uri="{FF2B5EF4-FFF2-40B4-BE49-F238E27FC236}">
                <a16:creationId xmlns:a16="http://schemas.microsoft.com/office/drawing/2014/main" id="{500FFF5C-DAB2-12FD-441B-990B8403AC6E}"/>
              </a:ext>
            </a:extLst>
          </p:cNvPr>
          <p:cNvSpPr/>
          <p:nvPr/>
        </p:nvSpPr>
        <p:spPr>
          <a:xfrm>
            <a:off x="5725955" y="5730780"/>
            <a:ext cx="1675762" cy="610899"/>
          </a:xfrm>
          <a:prstGeom prst="rect">
            <a:avLst/>
          </a:prstGeom>
          <a:noFill/>
          <a:ln/>
        </p:spPr>
        <p:txBody>
          <a:bodyPr wrap="square" lIns="0" tIns="0" rIns="0" bIns="0" rtlCol="0" anchor="ctr"/>
          <a:lstStyle/>
          <a:p>
            <a:r>
              <a:rPr lang="en-US" sz="927" b="1" dirty="0">
                <a:solidFill>
                  <a:srgbClr val="0E1116"/>
                </a:solidFill>
                <a:latin typeface="Titillium Web" panose="00000500000000000000" pitchFamily="2" charset="0"/>
                <a:ea typeface="Open Sans" pitchFamily="34" charset="-122"/>
                <a:cs typeface="Open Sans" pitchFamily="34" charset="-120"/>
              </a:rPr>
              <a:t>Operational Capacity:</a:t>
            </a:r>
            <a:r>
              <a:rPr lang="en-US" sz="927" dirty="0">
                <a:solidFill>
                  <a:srgbClr val="0E1116"/>
                </a:solidFill>
                <a:latin typeface="Titillium Web" panose="00000500000000000000" pitchFamily="2" charset="0"/>
                <a:ea typeface="Open Sans" pitchFamily="34" charset="-122"/>
                <a:cs typeface="Open Sans" pitchFamily="34" charset="-120"/>
              </a:rPr>
              <a:t> {{</a:t>
            </a:r>
            <a:r>
              <a:rPr lang="en-US" sz="927" dirty="0" err="1">
                <a:solidFill>
                  <a:srgbClr val="0E1116"/>
                </a:solidFill>
                <a:latin typeface="Titillium Web" panose="00000500000000000000" pitchFamily="2" charset="0"/>
                <a:ea typeface="Open Sans" pitchFamily="34" charset="-122"/>
                <a:cs typeface="Open Sans" pitchFamily="34" charset="-120"/>
              </a:rPr>
              <a:t>opCapScoreText</a:t>
            </a:r>
            <a:r>
              <a:rPr lang="en-US" sz="927" dirty="0">
                <a:solidFill>
                  <a:srgbClr val="0E1116"/>
                </a:solidFill>
                <a:latin typeface="Titillium Web" panose="00000500000000000000" pitchFamily="2" charset="0"/>
                <a:ea typeface="Open Sans" pitchFamily="34" charset="-122"/>
                <a:cs typeface="Open Sans" pitchFamily="34" charset="-120"/>
              </a:rPr>
              <a:t>}}</a:t>
            </a:r>
          </a:p>
          <a:p>
            <a:endParaRPr lang="en-US" sz="927" dirty="0">
              <a:solidFill>
                <a:srgbClr val="0E1116"/>
              </a:solidFill>
              <a:latin typeface="Titillium Web" panose="00000500000000000000" pitchFamily="2" charset="0"/>
              <a:ea typeface="Open Sans" pitchFamily="34" charset="-122"/>
              <a:cs typeface="Open Sans" pitchFamily="34" charset="-120"/>
            </a:endParaRPr>
          </a:p>
          <a:p>
            <a:r>
              <a:rPr lang="en-US" sz="1200" b="1" dirty="0">
                <a:solidFill>
                  <a:srgbClr val="0E1116"/>
                </a:solidFill>
                <a:latin typeface="Titillium Web" panose="00000500000000000000" pitchFamily="2" charset="0"/>
                <a:ea typeface="Open Sans" pitchFamily="34" charset="-122"/>
                <a:cs typeface="Open Sans" pitchFamily="34" charset="-120"/>
              </a:rPr>
              <a:t>Weight: </a:t>
            </a:r>
            <a:r>
              <a:rPr lang="en-US" sz="930" dirty="0">
                <a:solidFill>
                  <a:srgbClr val="0E1116"/>
                </a:solidFill>
                <a:latin typeface="Titillium Web" panose="00000500000000000000" pitchFamily="2" charset="0"/>
                <a:ea typeface="Open Sans" pitchFamily="34" charset="-122"/>
                <a:cs typeface="Open Sans" pitchFamily="34" charset="-120"/>
              </a:rPr>
              <a:t>{{</a:t>
            </a:r>
            <a:r>
              <a:rPr lang="en-US" sz="930" dirty="0" err="1">
                <a:solidFill>
                  <a:srgbClr val="0E1116"/>
                </a:solidFill>
                <a:latin typeface="Titillium Web" panose="00000500000000000000" pitchFamily="2" charset="0"/>
                <a:ea typeface="Open Sans" pitchFamily="34" charset="-122"/>
                <a:cs typeface="Open Sans" pitchFamily="34" charset="-120"/>
              </a:rPr>
              <a:t>opCapScoreVWeight</a:t>
            </a:r>
            <a:r>
              <a:rPr lang="en-US" sz="930" dirty="0">
                <a:solidFill>
                  <a:srgbClr val="0E1116"/>
                </a:solidFill>
                <a:latin typeface="Titillium Web" panose="00000500000000000000" pitchFamily="2" charset="0"/>
                <a:ea typeface="Open Sans" pitchFamily="34" charset="-122"/>
                <a:cs typeface="Open Sans" pitchFamily="34" charset="-120"/>
              </a:rPr>
              <a:t>}}</a:t>
            </a:r>
            <a:endParaRPr lang="en-US" sz="930" dirty="0">
              <a:latin typeface="Titillium Web" panose="00000500000000000000" pitchFamily="2" charset="0"/>
            </a:endParaRPr>
          </a:p>
        </p:txBody>
      </p:sp>
      <p:sp>
        <p:nvSpPr>
          <p:cNvPr id="39" name="Text 11">
            <a:extLst>
              <a:ext uri="{FF2B5EF4-FFF2-40B4-BE49-F238E27FC236}">
                <a16:creationId xmlns:a16="http://schemas.microsoft.com/office/drawing/2014/main" id="{80683B9A-267B-091E-A98F-743BF5869804}"/>
              </a:ext>
            </a:extLst>
          </p:cNvPr>
          <p:cNvSpPr/>
          <p:nvPr/>
        </p:nvSpPr>
        <p:spPr>
          <a:xfrm>
            <a:off x="3484030" y="7254222"/>
            <a:ext cx="2334649" cy="309130"/>
          </a:xfrm>
          <a:prstGeom prst="rect">
            <a:avLst/>
          </a:prstGeom>
          <a:noFill/>
          <a:ln/>
        </p:spPr>
        <p:txBody>
          <a:bodyPr wrap="square" lIns="0" tIns="0" rIns="0" bIns="0" rtlCol="0" anchor="ctr"/>
          <a:lstStyle/>
          <a:p>
            <a:r>
              <a:rPr lang="en-US" sz="927" b="1" dirty="0">
                <a:solidFill>
                  <a:srgbClr val="0E1116"/>
                </a:solidFill>
                <a:latin typeface="Titillium Web" panose="00000500000000000000" pitchFamily="2" charset="0"/>
                <a:ea typeface="Open Sans" pitchFamily="34" charset="-122"/>
                <a:cs typeface="Open Sans" pitchFamily="34" charset="-120"/>
              </a:rPr>
              <a:t>Market Position: </a:t>
            </a:r>
            <a:r>
              <a:rPr lang="en-US" sz="927" dirty="0">
                <a:solidFill>
                  <a:srgbClr val="0E1116"/>
                </a:solidFill>
                <a:latin typeface="Titillium Web" panose="00000500000000000000" pitchFamily="2" charset="0"/>
                <a:ea typeface="Open Sans" pitchFamily="34" charset="-122"/>
                <a:cs typeface="Open Sans" pitchFamily="34" charset="-120"/>
              </a:rPr>
              <a:t> {{</a:t>
            </a:r>
            <a:r>
              <a:rPr lang="en-US" sz="927" dirty="0" err="1">
                <a:solidFill>
                  <a:srgbClr val="0E1116"/>
                </a:solidFill>
                <a:latin typeface="Titillium Web" panose="00000500000000000000" pitchFamily="2" charset="0"/>
                <a:ea typeface="Open Sans" pitchFamily="34" charset="-122"/>
                <a:cs typeface="Open Sans" pitchFamily="34" charset="-120"/>
              </a:rPr>
              <a:t>marketPosScoreText</a:t>
            </a:r>
            <a:r>
              <a:rPr lang="en-US" sz="927" dirty="0">
                <a:solidFill>
                  <a:srgbClr val="0E1116"/>
                </a:solidFill>
                <a:latin typeface="Titillium Web" panose="00000500000000000000" pitchFamily="2" charset="0"/>
                <a:ea typeface="Open Sans" pitchFamily="34" charset="-122"/>
                <a:cs typeface="Open Sans" pitchFamily="34" charset="-120"/>
              </a:rPr>
              <a:t>}}</a:t>
            </a:r>
          </a:p>
          <a:p>
            <a:endParaRPr lang="en-US" sz="927" dirty="0">
              <a:solidFill>
                <a:srgbClr val="0E1116"/>
              </a:solidFill>
              <a:latin typeface="Titillium Web" panose="00000500000000000000" pitchFamily="2" charset="0"/>
              <a:ea typeface="Open Sans" pitchFamily="34" charset="-122"/>
              <a:cs typeface="Open Sans" pitchFamily="34" charset="-120"/>
            </a:endParaRPr>
          </a:p>
          <a:p>
            <a:r>
              <a:rPr lang="en-US" sz="1200" b="1" dirty="0">
                <a:solidFill>
                  <a:srgbClr val="0E1116"/>
                </a:solidFill>
                <a:latin typeface="Titillium Web" panose="00000500000000000000" pitchFamily="2" charset="0"/>
                <a:ea typeface="Open Sans" pitchFamily="34" charset="-122"/>
                <a:cs typeface="Open Sans" pitchFamily="34" charset="-120"/>
              </a:rPr>
              <a:t>Weight: </a:t>
            </a:r>
            <a:r>
              <a:rPr lang="en-US" sz="1200" dirty="0">
                <a:solidFill>
                  <a:srgbClr val="0E1116"/>
                </a:solidFill>
                <a:latin typeface="Titillium Web" panose="00000500000000000000" pitchFamily="2" charset="0"/>
                <a:ea typeface="Open Sans" pitchFamily="34" charset="-122"/>
                <a:cs typeface="Open Sans" pitchFamily="34" charset="-120"/>
              </a:rPr>
              <a:t>{{</a:t>
            </a:r>
            <a:r>
              <a:rPr lang="en-US" sz="1200" dirty="0" err="1">
                <a:solidFill>
                  <a:srgbClr val="0E1116"/>
                </a:solidFill>
                <a:latin typeface="Titillium Web" panose="00000500000000000000" pitchFamily="2" charset="0"/>
                <a:ea typeface="Open Sans" pitchFamily="34" charset="-122"/>
                <a:cs typeface="Open Sans" pitchFamily="34" charset="-120"/>
              </a:rPr>
              <a:t>marketPosWeight</a:t>
            </a:r>
            <a:r>
              <a:rPr lang="en-US" sz="1200" dirty="0">
                <a:solidFill>
                  <a:srgbClr val="0E1116"/>
                </a:solidFill>
                <a:latin typeface="Titillium Web" panose="00000500000000000000" pitchFamily="2" charset="0"/>
                <a:ea typeface="Open Sans" pitchFamily="34" charset="-122"/>
                <a:cs typeface="Open Sans" pitchFamily="34" charset="-120"/>
              </a:rPr>
              <a:t>}}</a:t>
            </a:r>
            <a:endParaRPr lang="en-US" sz="1200" dirty="0">
              <a:latin typeface="Titillium Web" panose="00000500000000000000" pitchFamily="2" charset="0"/>
            </a:endParaRPr>
          </a:p>
        </p:txBody>
      </p:sp>
      <p:sp>
        <p:nvSpPr>
          <p:cNvPr id="40" name="Text 12">
            <a:extLst>
              <a:ext uri="{FF2B5EF4-FFF2-40B4-BE49-F238E27FC236}">
                <a16:creationId xmlns:a16="http://schemas.microsoft.com/office/drawing/2014/main" id="{C703C18C-900D-0B3E-765B-31F2728CAAC7}"/>
              </a:ext>
            </a:extLst>
          </p:cNvPr>
          <p:cNvSpPr/>
          <p:nvPr/>
        </p:nvSpPr>
        <p:spPr>
          <a:xfrm>
            <a:off x="3512332" y="6752545"/>
            <a:ext cx="1246538" cy="368011"/>
          </a:xfrm>
          <a:prstGeom prst="rect">
            <a:avLst/>
          </a:prstGeom>
          <a:noFill/>
          <a:ln/>
        </p:spPr>
        <p:txBody>
          <a:bodyPr wrap="square" lIns="0" tIns="0" rIns="0" bIns="0" rtlCol="0" anchor="ctr"/>
          <a:lstStyle/>
          <a:p>
            <a:pPr>
              <a:lnSpc>
                <a:spcPct val="66563"/>
              </a:lnSpc>
            </a:pPr>
            <a:r>
              <a:rPr lang="en-US" sz="1854" b="1" dirty="0">
                <a:solidFill>
                  <a:srgbClr val="000000"/>
                </a:solidFill>
                <a:latin typeface="Open Sans" pitchFamily="34" charset="0"/>
                <a:ea typeface="Open Sans" pitchFamily="34" charset="-122"/>
                <a:cs typeface="Open Sans" pitchFamily="34" charset="-120"/>
              </a:rPr>
              <a:t>{{</a:t>
            </a:r>
            <a:r>
              <a:rPr lang="en-US" sz="1854" b="1" dirty="0" err="1">
                <a:solidFill>
                  <a:srgbClr val="000000"/>
                </a:solidFill>
                <a:latin typeface="Open Sans" pitchFamily="34" charset="0"/>
                <a:ea typeface="Open Sans" pitchFamily="34" charset="-122"/>
                <a:cs typeface="Open Sans" pitchFamily="34" charset="-120"/>
              </a:rPr>
              <a:t>MarketPosScore</a:t>
            </a:r>
            <a:r>
              <a:rPr lang="en-US" sz="1854" b="1" dirty="0">
                <a:solidFill>
                  <a:srgbClr val="000000"/>
                </a:solidFill>
                <a:latin typeface="Open Sans" pitchFamily="34" charset="0"/>
                <a:ea typeface="Open Sans" pitchFamily="34" charset="-122"/>
                <a:cs typeface="Open Sans" pitchFamily="34" charset="-120"/>
              </a:rPr>
              <a:t>}} %</a:t>
            </a:r>
            <a:endParaRPr lang="en-US" sz="1854" dirty="0"/>
          </a:p>
        </p:txBody>
      </p:sp>
      <p:sp>
        <p:nvSpPr>
          <p:cNvPr id="44" name="Text 1">
            <a:extLst>
              <a:ext uri="{FF2B5EF4-FFF2-40B4-BE49-F238E27FC236}">
                <a16:creationId xmlns:a16="http://schemas.microsoft.com/office/drawing/2014/main" id="{9A6A4EF2-F07E-3FF8-BC3C-E6EB9D456C5E}"/>
              </a:ext>
            </a:extLst>
          </p:cNvPr>
          <p:cNvSpPr/>
          <p:nvPr/>
        </p:nvSpPr>
        <p:spPr>
          <a:xfrm>
            <a:off x="807232" y="2498197"/>
            <a:ext cx="4784549" cy="844924"/>
          </a:xfrm>
          <a:prstGeom prst="rect">
            <a:avLst/>
          </a:prstGeom>
          <a:noFill/>
          <a:ln/>
        </p:spPr>
        <p:txBody>
          <a:bodyPr wrap="square" lIns="0" tIns="0" rIns="0" bIns="0" rtlCol="0" anchor="ctr"/>
          <a:lstStyle/>
          <a:p>
            <a:pPr>
              <a:lnSpc>
                <a:spcPts val="1600"/>
              </a:lnSpc>
              <a:spcBef>
                <a:spcPts val="1200"/>
              </a:spcBef>
              <a:spcAft>
                <a:spcPts val="600"/>
              </a:spcAft>
            </a:pPr>
            <a:r>
              <a:rPr lang="en-US" sz="1200" dirty="0">
                <a:solidFill>
                  <a:srgbClr val="1D1D1D"/>
                </a:solidFill>
                <a:latin typeface="Titillium Web" pitchFamily="34" charset="0"/>
                <a:ea typeface="Titillium Web" pitchFamily="34" charset="-122"/>
                <a:cs typeface="Titillium Web" pitchFamily="34" charset="-120"/>
              </a:rPr>
              <a:t>{{</a:t>
            </a:r>
            <a:r>
              <a:rPr lang="en-US" sz="1200" dirty="0" err="1">
                <a:solidFill>
                  <a:srgbClr val="1D1D1D"/>
                </a:solidFill>
                <a:latin typeface="Titillium Web" pitchFamily="34" charset="0"/>
                <a:ea typeface="Titillium Web" pitchFamily="34" charset="-122"/>
                <a:cs typeface="Titillium Web" pitchFamily="34" charset="-120"/>
              </a:rPr>
              <a:t>overrallScoreIntro</a:t>
            </a:r>
            <a:r>
              <a:rPr lang="en-US" sz="1200" dirty="0">
                <a:solidFill>
                  <a:srgbClr val="1D1D1D"/>
                </a:solidFill>
                <a:latin typeface="Titillium Web" pitchFamily="34" charset="0"/>
                <a:ea typeface="Titillium Web" pitchFamily="34" charset="-122"/>
                <a:cs typeface="Titillium Web" pitchFamily="34" charset="-120"/>
              </a:rPr>
              <a:t>}}</a:t>
            </a:r>
          </a:p>
        </p:txBody>
      </p:sp>
      <p:sp>
        <p:nvSpPr>
          <p:cNvPr id="27" name="TextBox 26">
            <a:extLst>
              <a:ext uri="{FF2B5EF4-FFF2-40B4-BE49-F238E27FC236}">
                <a16:creationId xmlns:a16="http://schemas.microsoft.com/office/drawing/2014/main" id="{83333230-F0F6-6C14-971C-CC91F046C9BF}"/>
              </a:ext>
            </a:extLst>
          </p:cNvPr>
          <p:cNvSpPr txBox="1"/>
          <p:nvPr/>
        </p:nvSpPr>
        <p:spPr>
          <a:xfrm>
            <a:off x="782614" y="6579124"/>
            <a:ext cx="1830793" cy="1331134"/>
          </a:xfrm>
          <a:prstGeom prst="rect">
            <a:avLst/>
          </a:prstGeom>
          <a:noFill/>
        </p:spPr>
        <p:txBody>
          <a:bodyPr wrap="square" rtlCol="0">
            <a:spAutoFit/>
          </a:bodyPr>
          <a:lstStyle/>
          <a:p>
            <a:pPr algn="ctr">
              <a:lnSpc>
                <a:spcPct val="150000"/>
              </a:lnSpc>
            </a:pPr>
            <a:r>
              <a:rPr lang="en-GB" sz="2800" b="1" dirty="0">
                <a:solidFill>
                  <a:schemeClr val="bg1"/>
                </a:solidFill>
                <a:latin typeface="Titillium Web" panose="00000500000000000000" pitchFamily="2" charset="0"/>
              </a:rPr>
              <a:t>TOTAL 28%</a:t>
            </a:r>
            <a:endParaRPr lang="en-ZA" sz="2800" b="1" dirty="0">
              <a:solidFill>
                <a:schemeClr val="bg1"/>
              </a:solidFill>
              <a:latin typeface="Titillium Web" panose="00000500000000000000" pitchFamily="2" charset="0"/>
            </a:endParaRPr>
          </a:p>
        </p:txBody>
      </p:sp>
      <p:sp>
        <p:nvSpPr>
          <p:cNvPr id="11" name="Rectangle 10">
            <a:extLst>
              <a:ext uri="{FF2B5EF4-FFF2-40B4-BE49-F238E27FC236}">
                <a16:creationId xmlns:a16="http://schemas.microsoft.com/office/drawing/2014/main" id="{D2591E5C-F66F-8BA3-A0F8-1E3C92A9A150}"/>
              </a:ext>
            </a:extLst>
          </p:cNvPr>
          <p:cNvSpPr/>
          <p:nvPr/>
        </p:nvSpPr>
        <p:spPr>
          <a:xfrm>
            <a:off x="781099" y="3850105"/>
            <a:ext cx="1846656" cy="597969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 name="TextBox 13">
            <a:extLst>
              <a:ext uri="{FF2B5EF4-FFF2-40B4-BE49-F238E27FC236}">
                <a16:creationId xmlns:a16="http://schemas.microsoft.com/office/drawing/2014/main" id="{DFBDEEDF-64F1-E8D7-F1A4-82CC2EB019D8}"/>
              </a:ext>
            </a:extLst>
          </p:cNvPr>
          <p:cNvSpPr txBox="1"/>
          <p:nvPr/>
        </p:nvSpPr>
        <p:spPr>
          <a:xfrm rot="16200000">
            <a:off x="-1278190" y="6362900"/>
            <a:ext cx="5979698" cy="954107"/>
          </a:xfrm>
          <a:prstGeom prst="rect">
            <a:avLst/>
          </a:prstGeom>
          <a:noFill/>
        </p:spPr>
        <p:txBody>
          <a:bodyPr wrap="square" rtlCol="0" anchor="ctr">
            <a:spAutoFit/>
          </a:bodyPr>
          <a:lstStyle/>
          <a:p>
            <a:pPr algn="ctr"/>
            <a:r>
              <a:rPr lang="en-GB" sz="2800" b="1" dirty="0">
                <a:solidFill>
                  <a:schemeClr val="bg1"/>
                </a:solidFill>
                <a:latin typeface="Titillium Web" panose="00000500000000000000" pitchFamily="2" charset="0"/>
              </a:rPr>
              <a:t>Total Weighted Score {{</a:t>
            </a:r>
            <a:r>
              <a:rPr lang="en-GB" sz="2800" b="1" dirty="0" err="1">
                <a:solidFill>
                  <a:schemeClr val="bg1"/>
                </a:solidFill>
                <a:latin typeface="Titillium Web" panose="00000500000000000000" pitchFamily="2" charset="0"/>
              </a:rPr>
              <a:t>totalWeightedPercent</a:t>
            </a:r>
            <a:r>
              <a:rPr lang="en-GB" sz="2800" b="1" dirty="0">
                <a:solidFill>
                  <a:schemeClr val="bg1"/>
                </a:solidFill>
                <a:latin typeface="Titillium Web" panose="00000500000000000000" pitchFamily="2" charset="0"/>
              </a:rPr>
              <a:t>}}%</a:t>
            </a:r>
            <a:endParaRPr lang="en-ZA" sz="2800" b="1" dirty="0">
              <a:solidFill>
                <a:schemeClr val="bg1"/>
              </a:solidFill>
              <a:latin typeface="Titillium Web" panose="00000500000000000000" pitchFamily="2" charset="0"/>
            </a:endParaRPr>
          </a:p>
        </p:txBody>
      </p:sp>
      <p:sp>
        <p:nvSpPr>
          <p:cNvPr id="16" name="Rectangle 15">
            <a:extLst>
              <a:ext uri="{FF2B5EF4-FFF2-40B4-BE49-F238E27FC236}">
                <a16:creationId xmlns:a16="http://schemas.microsoft.com/office/drawing/2014/main" id="{9311BB78-31A6-90A1-939C-B1325FED80BA}"/>
              </a:ext>
            </a:extLst>
          </p:cNvPr>
          <p:cNvSpPr/>
          <p:nvPr/>
        </p:nvSpPr>
        <p:spPr>
          <a:xfrm>
            <a:off x="968992" y="3998795"/>
            <a:ext cx="1479762" cy="5704764"/>
          </a:xfrm>
          <a:prstGeom prst="rect">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3" name="Group 2">
            <a:extLst>
              <a:ext uri="{FF2B5EF4-FFF2-40B4-BE49-F238E27FC236}">
                <a16:creationId xmlns:a16="http://schemas.microsoft.com/office/drawing/2014/main" id="{68BE19CE-9FD2-7435-5354-543189875B73}"/>
              </a:ext>
            </a:extLst>
          </p:cNvPr>
          <p:cNvGrpSpPr/>
          <p:nvPr/>
        </p:nvGrpSpPr>
        <p:grpSpPr>
          <a:xfrm>
            <a:off x="5591781" y="1412484"/>
            <a:ext cx="1382886" cy="1387866"/>
            <a:chOff x="5591781" y="1412484"/>
            <a:chExt cx="1382886" cy="1387866"/>
          </a:xfrm>
        </p:grpSpPr>
        <p:sp>
          <p:nvSpPr>
            <p:cNvPr id="5" name="Rectangle 4">
              <a:extLst>
                <a:ext uri="{FF2B5EF4-FFF2-40B4-BE49-F238E27FC236}">
                  <a16:creationId xmlns:a16="http://schemas.microsoft.com/office/drawing/2014/main" id="{67D71887-5364-9DDF-2068-20EDCB1F137C}"/>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8" name="Picture 7">
              <a:extLst>
                <a:ext uri="{FF2B5EF4-FFF2-40B4-BE49-F238E27FC236}">
                  <a16:creationId xmlns:a16="http://schemas.microsoft.com/office/drawing/2014/main" id="{20E7E687-EF04-47A2-8536-11A5BE978BBC}"/>
                </a:ext>
              </a:extLst>
            </p:cNvPr>
            <p:cNvPicPr>
              <a:picLocks noChangeAspect="1"/>
            </p:cNvPicPr>
            <p:nvPr/>
          </p:nvPicPr>
          <p:blipFill>
            <a:blip r:embed="rId8"/>
            <a:srcRect l="10092" r="10092"/>
            <a:stretch/>
          </p:blipFill>
          <p:spPr>
            <a:xfrm>
              <a:off x="5591781" y="1712378"/>
              <a:ext cx="1158067" cy="762487"/>
            </a:xfrm>
            <a:prstGeom prst="rect">
              <a:avLst/>
            </a:prstGeom>
          </p:spPr>
        </p:pic>
        <p:sp>
          <p:nvSpPr>
            <p:cNvPr id="24" name="Rectangle 23">
              <a:extLst>
                <a:ext uri="{FF2B5EF4-FFF2-40B4-BE49-F238E27FC236}">
                  <a16:creationId xmlns:a16="http://schemas.microsoft.com/office/drawing/2014/main" id="{E63B6DAB-DB20-F573-2C59-B9B03431FEE1}"/>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Tree>
    <p:extLst>
      <p:ext uri="{BB962C8B-B14F-4D97-AF65-F5344CB8AC3E}">
        <p14:creationId xmlns:p14="http://schemas.microsoft.com/office/powerpoint/2010/main" val="39571479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A4050-FE26-5B57-BA9A-4BDE222C31EF}"/>
            </a:ext>
          </a:extLst>
        </p:cNvPr>
        <p:cNvGrpSpPr/>
        <p:nvPr/>
      </p:nvGrpSpPr>
      <p:grpSpPr>
        <a:xfrm>
          <a:off x="0" y="0"/>
          <a:ext cx="0" cy="0"/>
          <a:chOff x="0" y="0"/>
          <a:chExt cx="0" cy="0"/>
        </a:xfrm>
      </p:grpSpPr>
      <p:pic>
        <p:nvPicPr>
          <p:cNvPr id="5" name="Image 3" descr="preencoded.png">
            <a:extLst>
              <a:ext uri="{FF2B5EF4-FFF2-40B4-BE49-F238E27FC236}">
                <a16:creationId xmlns:a16="http://schemas.microsoft.com/office/drawing/2014/main" id="{F0FB918A-F7EF-A163-C141-D217D9D5315E}"/>
              </a:ext>
            </a:extLst>
          </p:cNvPr>
          <p:cNvPicPr>
            <a:picLocks noChangeAspect="1"/>
          </p:cNvPicPr>
          <p:nvPr/>
        </p:nvPicPr>
        <p:blipFill>
          <a:blip r:embed="rId3"/>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027B898D-4E81-4358-0D0B-7A537891BF6D}"/>
              </a:ext>
            </a:extLst>
          </p:cNvPr>
          <p:cNvSpPr/>
          <p:nvPr/>
        </p:nvSpPr>
        <p:spPr>
          <a:xfrm>
            <a:off x="892956" y="2501798"/>
            <a:ext cx="4698825" cy="5439067"/>
          </a:xfrm>
          <a:prstGeom prst="rect">
            <a:avLst/>
          </a:prstGeom>
          <a:noFill/>
          <a:ln/>
        </p:spPr>
        <p:txBody>
          <a:bodyPr wrap="square" lIns="0" tIns="0" rIns="0" bIns="0" rtlCol="0" anchor="t"/>
          <a:lstStyle/>
          <a:p>
            <a:pPr marL="0" indent="0" algn="l">
              <a:lnSpc>
                <a:spcPts val="1600"/>
              </a:lnSpc>
              <a:spcBef>
                <a:spcPts val="1200"/>
              </a:spcBef>
              <a:spcAft>
                <a:spcPts val="600"/>
              </a:spcAft>
              <a:buNone/>
            </a:pPr>
            <a:r>
              <a:rPr lang="en-US" sz="1200" dirty="0">
                <a:solidFill>
                  <a:srgbClr val="1D1D1D"/>
                </a:solidFill>
                <a:latin typeface="Titillium Web" panose="00000500000000000000" pitchFamily="2" charset="0"/>
                <a:ea typeface="Titillium Web" pitchFamily="34" charset="-122"/>
                <a:cs typeface="Titillium Web" pitchFamily="34" charset="-120"/>
              </a:rPr>
              <a:t>{{</a:t>
            </a:r>
            <a:r>
              <a:rPr lang="en-US" sz="1200" dirty="0" err="1">
                <a:solidFill>
                  <a:srgbClr val="1D1D1D"/>
                </a:solidFill>
                <a:latin typeface="Titillium Web" panose="00000500000000000000" pitchFamily="2" charset="0"/>
                <a:ea typeface="Titillium Web" pitchFamily="34" charset="-122"/>
                <a:cs typeface="Titillium Web" pitchFamily="34" charset="-120"/>
              </a:rPr>
              <a:t>stratInterpretationBody</a:t>
            </a:r>
            <a:r>
              <a:rPr lang="en-US" sz="1200" dirty="0">
                <a:solidFill>
                  <a:srgbClr val="1D1D1D"/>
                </a:solidFill>
                <a:latin typeface="Titillium Web" panose="00000500000000000000" pitchFamily="2" charset="0"/>
                <a:ea typeface="Titillium Web" pitchFamily="34" charset="-122"/>
                <a:cs typeface="Titillium Web" pitchFamily="34" charset="-120"/>
              </a:rPr>
              <a:t>}}</a:t>
            </a:r>
          </a:p>
        </p:txBody>
      </p:sp>
      <p:sp>
        <p:nvSpPr>
          <p:cNvPr id="9" name="Text 1">
            <a:extLst>
              <a:ext uri="{FF2B5EF4-FFF2-40B4-BE49-F238E27FC236}">
                <a16:creationId xmlns:a16="http://schemas.microsoft.com/office/drawing/2014/main" id="{D533C7F1-EA1D-CEC1-4FB3-FBB69B7E3A54}"/>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0" name="Text 2">
            <a:extLst>
              <a:ext uri="{FF2B5EF4-FFF2-40B4-BE49-F238E27FC236}">
                <a16:creationId xmlns:a16="http://schemas.microsoft.com/office/drawing/2014/main" id="{98BB1BE5-02EC-46CA-0913-5942A6DFA794}"/>
              </a:ext>
            </a:extLst>
          </p:cNvPr>
          <p:cNvSpPr/>
          <p:nvPr/>
        </p:nvSpPr>
        <p:spPr>
          <a:xfrm>
            <a:off x="895634" y="1799473"/>
            <a:ext cx="3861770" cy="476250"/>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cs typeface="Sora" pitchFamily="34" charset="-120"/>
              </a:rPr>
              <a:t>3.5 Interpretation</a:t>
            </a:r>
            <a:endParaRPr lang="en-US" sz="2800" dirty="0">
              <a:latin typeface="Titillium Web" panose="00000500000000000000" pitchFamily="2" charset="0"/>
            </a:endParaRPr>
          </a:p>
        </p:txBody>
      </p:sp>
      <p:sp>
        <p:nvSpPr>
          <p:cNvPr id="11" name="Text 3">
            <a:extLst>
              <a:ext uri="{FF2B5EF4-FFF2-40B4-BE49-F238E27FC236}">
                <a16:creationId xmlns:a16="http://schemas.microsoft.com/office/drawing/2014/main" id="{28857B63-733B-AB59-1CFC-90D061C35568}"/>
              </a:ext>
            </a:extLst>
          </p:cNvPr>
          <p:cNvSpPr/>
          <p:nvPr/>
        </p:nvSpPr>
        <p:spPr>
          <a:xfrm>
            <a:off x="7209558" y="9559385"/>
            <a:ext cx="228600" cy="180975"/>
          </a:xfrm>
          <a:prstGeom prst="rect">
            <a:avLst/>
          </a:prstGeom>
          <a:noFill/>
          <a:ln/>
        </p:spPr>
        <p:txBody>
          <a:bodyPr wrap="square" lIns="0" tIns="0" rIns="0" bIns="0" rtlCol="0" anchor="ctr"/>
          <a:lstStyle/>
          <a:p>
            <a:pPr marL="0" indent="0" algn="l">
              <a:lnSpc>
                <a:spcPct val="79650"/>
              </a:lnSpc>
              <a:buNone/>
            </a:pPr>
            <a:r>
              <a:rPr lang="en-US" sz="1000" b="1" dirty="0">
                <a:solidFill>
                  <a:srgbClr val="2B2B35"/>
                </a:solidFill>
                <a:latin typeface="Titillium Web" panose="00000500000000000000" pitchFamily="2" charset="0"/>
                <a:ea typeface="Roboto Condensed" pitchFamily="34" charset="-122"/>
                <a:cs typeface="Roboto Condensed" pitchFamily="34" charset="-120"/>
              </a:rPr>
              <a:t>21</a:t>
            </a:r>
            <a:endParaRPr lang="en-US" sz="1000" b="1" dirty="0">
              <a:latin typeface="Titillium Web" panose="00000500000000000000" pitchFamily="2" charset="0"/>
            </a:endParaRPr>
          </a:p>
        </p:txBody>
      </p:sp>
      <p:sp>
        <p:nvSpPr>
          <p:cNvPr id="12" name="Text 4">
            <a:extLst>
              <a:ext uri="{FF2B5EF4-FFF2-40B4-BE49-F238E27FC236}">
                <a16:creationId xmlns:a16="http://schemas.microsoft.com/office/drawing/2014/main" id="{7D55C41A-1575-DF09-C69A-CEFADEF45CA3}"/>
              </a:ext>
            </a:extLst>
          </p:cNvPr>
          <p:cNvSpPr/>
          <p:nvPr/>
        </p:nvSpPr>
        <p:spPr>
          <a:xfrm>
            <a:off x="895634" y="684512"/>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13D5B82C-4F68-9973-8563-A03127CA2779}"/>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7</a:t>
            </a:r>
            <a:endParaRPr lang="en-US" sz="1200" dirty="0">
              <a:latin typeface="Titillium Web" panose="00000500000000000000" pitchFamily="2" charset="0"/>
            </a:endParaRPr>
          </a:p>
        </p:txBody>
      </p:sp>
      <p:grpSp>
        <p:nvGrpSpPr>
          <p:cNvPr id="7" name="Group 6">
            <a:extLst>
              <a:ext uri="{FF2B5EF4-FFF2-40B4-BE49-F238E27FC236}">
                <a16:creationId xmlns:a16="http://schemas.microsoft.com/office/drawing/2014/main" id="{B55800E0-2BC8-39E3-2134-86A0C6202961}"/>
              </a:ext>
            </a:extLst>
          </p:cNvPr>
          <p:cNvGrpSpPr/>
          <p:nvPr/>
        </p:nvGrpSpPr>
        <p:grpSpPr>
          <a:xfrm>
            <a:off x="5999045" y="7483897"/>
            <a:ext cx="1314450" cy="1449210"/>
            <a:chOff x="5999045" y="7483897"/>
            <a:chExt cx="1314450" cy="1449210"/>
          </a:xfrm>
        </p:grpSpPr>
        <p:sp>
          <p:nvSpPr>
            <p:cNvPr id="14" name="Text 4">
              <a:extLst>
                <a:ext uri="{FF2B5EF4-FFF2-40B4-BE49-F238E27FC236}">
                  <a16:creationId xmlns:a16="http://schemas.microsoft.com/office/drawing/2014/main" id="{677664F5-E73D-766D-5DDB-AC21F889BC13}"/>
                </a:ext>
              </a:extLst>
            </p:cNvPr>
            <p:cNvSpPr/>
            <p:nvPr/>
          </p:nvSpPr>
          <p:spPr>
            <a:xfrm>
              <a:off x="5999045" y="80187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5" name="Image 4" descr="preencoded.png">
              <a:extLst>
                <a:ext uri="{FF2B5EF4-FFF2-40B4-BE49-F238E27FC236}">
                  <a16:creationId xmlns:a16="http://schemas.microsoft.com/office/drawing/2014/main" id="{08FD1514-4B8B-96DE-709B-A893AA56189F}"/>
                </a:ext>
              </a:extLst>
            </p:cNvPr>
            <p:cNvPicPr>
              <a:picLocks noChangeAspect="1"/>
            </p:cNvPicPr>
            <p:nvPr/>
          </p:nvPicPr>
          <p:blipFill>
            <a:blip r:embed="rId4"/>
            <a:stretch>
              <a:fillRect/>
            </a:stretch>
          </p:blipFill>
          <p:spPr>
            <a:xfrm>
              <a:off x="6799145" y="7483897"/>
              <a:ext cx="514350" cy="400050"/>
            </a:xfrm>
            <a:prstGeom prst="rect">
              <a:avLst/>
            </a:prstGeom>
          </p:spPr>
        </p:pic>
      </p:grpSp>
      <p:grpSp>
        <p:nvGrpSpPr>
          <p:cNvPr id="3" name="Group 2">
            <a:extLst>
              <a:ext uri="{FF2B5EF4-FFF2-40B4-BE49-F238E27FC236}">
                <a16:creationId xmlns:a16="http://schemas.microsoft.com/office/drawing/2014/main" id="{B185748B-81B5-9E11-4CBA-61A910967C4F}"/>
              </a:ext>
            </a:extLst>
          </p:cNvPr>
          <p:cNvGrpSpPr/>
          <p:nvPr/>
        </p:nvGrpSpPr>
        <p:grpSpPr>
          <a:xfrm>
            <a:off x="5591781" y="1412484"/>
            <a:ext cx="1382886" cy="1387866"/>
            <a:chOff x="5591781" y="1412484"/>
            <a:chExt cx="1382886" cy="1387866"/>
          </a:xfrm>
        </p:grpSpPr>
        <p:sp>
          <p:nvSpPr>
            <p:cNvPr id="16" name="Rectangle 15">
              <a:extLst>
                <a:ext uri="{FF2B5EF4-FFF2-40B4-BE49-F238E27FC236}">
                  <a16:creationId xmlns:a16="http://schemas.microsoft.com/office/drawing/2014/main" id="{7C228E94-C36E-63A8-D99B-E4FB0D060048}"/>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7" name="Picture 16">
              <a:extLst>
                <a:ext uri="{FF2B5EF4-FFF2-40B4-BE49-F238E27FC236}">
                  <a16:creationId xmlns:a16="http://schemas.microsoft.com/office/drawing/2014/main" id="{9153A0BC-2C32-E15D-71A8-ABD8AAD8105D}"/>
                </a:ext>
              </a:extLst>
            </p:cNvPr>
            <p:cNvPicPr>
              <a:picLocks noChangeAspect="1"/>
            </p:cNvPicPr>
            <p:nvPr/>
          </p:nvPicPr>
          <p:blipFill>
            <a:blip r:embed="rId5"/>
            <a:srcRect l="10092" r="10092"/>
            <a:stretch/>
          </p:blipFill>
          <p:spPr>
            <a:xfrm>
              <a:off x="5591781" y="1712378"/>
              <a:ext cx="1158067" cy="762487"/>
            </a:xfrm>
            <a:prstGeom prst="rect">
              <a:avLst/>
            </a:prstGeom>
          </p:spPr>
        </p:pic>
        <p:sp>
          <p:nvSpPr>
            <p:cNvPr id="21" name="Rectangle 20">
              <a:extLst>
                <a:ext uri="{FF2B5EF4-FFF2-40B4-BE49-F238E27FC236}">
                  <a16:creationId xmlns:a16="http://schemas.microsoft.com/office/drawing/2014/main" id="{602B8E6E-3228-511F-8481-0942162C3317}"/>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2" name="Flowchart: Connector 1">
            <a:extLst>
              <a:ext uri="{FF2B5EF4-FFF2-40B4-BE49-F238E27FC236}">
                <a16:creationId xmlns:a16="http://schemas.microsoft.com/office/drawing/2014/main" id="{975828B8-BB93-8E73-55EC-E589A3A9342B}"/>
              </a:ext>
            </a:extLst>
          </p:cNvPr>
          <p:cNvSpPr/>
          <p:nvPr/>
        </p:nvSpPr>
        <p:spPr>
          <a:xfrm>
            <a:off x="7044971" y="939165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7812953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7F9CD-4AE7-CD29-9D68-7DE8CF9788DA}"/>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A22CABB6-693B-3648-64B2-D445B7620DBC}"/>
              </a:ext>
            </a:extLst>
          </p:cNvPr>
          <p:cNvSpPr/>
          <p:nvPr/>
        </p:nvSpPr>
        <p:spPr>
          <a:xfrm>
            <a:off x="214856" y="865637"/>
            <a:ext cx="585961" cy="1895475"/>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5" name="Image 3">
            <a:extLst>
              <a:ext uri="{FF2B5EF4-FFF2-40B4-BE49-F238E27FC236}">
                <a16:creationId xmlns:a16="http://schemas.microsoft.com/office/drawing/2014/main" id="{03A8B7CC-E725-B5DF-DA16-5F41CAD93414}"/>
              </a:ext>
            </a:extLst>
          </p:cNvPr>
          <p:cNvPicPr>
            <a:picLocks noChangeAspect="1"/>
          </p:cNvPicPr>
          <p:nvPr/>
        </p:nvPicPr>
        <p:blipFill>
          <a:blip r:embed="rId3"/>
          <a:srcRect/>
          <a:stretch/>
        </p:blipFill>
        <p:spPr>
          <a:xfrm>
            <a:off x="1" y="4219575"/>
            <a:ext cx="7772398" cy="4076699"/>
          </a:xfrm>
          <a:prstGeom prst="rect">
            <a:avLst/>
          </a:prstGeom>
        </p:spPr>
      </p:pic>
      <p:pic>
        <p:nvPicPr>
          <p:cNvPr id="6" name="Image 4" descr="preencoded.png">
            <a:extLst>
              <a:ext uri="{FF2B5EF4-FFF2-40B4-BE49-F238E27FC236}">
                <a16:creationId xmlns:a16="http://schemas.microsoft.com/office/drawing/2014/main" id="{4DFB557E-AC3A-AE26-4881-AC6FB7998A01}"/>
              </a:ext>
            </a:extLst>
          </p:cNvPr>
          <p:cNvPicPr>
            <a:picLocks noChangeAspect="1"/>
          </p:cNvPicPr>
          <p:nvPr/>
        </p:nvPicPr>
        <p:blipFill>
          <a:blip r:embed="rId4"/>
          <a:stretch>
            <a:fillRect/>
          </a:stretch>
        </p:blipFill>
        <p:spPr>
          <a:xfrm>
            <a:off x="4862751" y="6575308"/>
            <a:ext cx="1752600" cy="1752600"/>
          </a:xfrm>
          <a:prstGeom prst="rect">
            <a:avLst/>
          </a:prstGeom>
        </p:spPr>
      </p:pic>
      <p:pic>
        <p:nvPicPr>
          <p:cNvPr id="7" name="Image 5" descr="preencoded.png">
            <a:extLst>
              <a:ext uri="{FF2B5EF4-FFF2-40B4-BE49-F238E27FC236}">
                <a16:creationId xmlns:a16="http://schemas.microsoft.com/office/drawing/2014/main" id="{AD2458D2-772C-89F5-A471-B813159BFC3F}"/>
              </a:ext>
            </a:extLst>
          </p:cNvPr>
          <p:cNvPicPr>
            <a:picLocks noChangeAspect="1"/>
          </p:cNvPicPr>
          <p:nvPr/>
        </p:nvPicPr>
        <p:blipFill>
          <a:blip r:embed="rId5"/>
          <a:stretch>
            <a:fillRect/>
          </a:stretch>
        </p:blipFill>
        <p:spPr>
          <a:xfrm>
            <a:off x="6607635" y="6575308"/>
            <a:ext cx="1171575" cy="1752600"/>
          </a:xfrm>
          <a:prstGeom prst="rect">
            <a:avLst/>
          </a:prstGeom>
        </p:spPr>
      </p:pic>
      <p:pic>
        <p:nvPicPr>
          <p:cNvPr id="8" name="Image 6" descr="preencoded.png">
            <a:extLst>
              <a:ext uri="{FF2B5EF4-FFF2-40B4-BE49-F238E27FC236}">
                <a16:creationId xmlns:a16="http://schemas.microsoft.com/office/drawing/2014/main" id="{85D04B7A-601B-1FEA-F383-C53DC327AE52}"/>
              </a:ext>
            </a:extLst>
          </p:cNvPr>
          <p:cNvPicPr>
            <a:picLocks noChangeAspect="1"/>
          </p:cNvPicPr>
          <p:nvPr/>
        </p:nvPicPr>
        <p:blipFill>
          <a:blip r:embed="rId6"/>
          <a:stretch>
            <a:fillRect/>
          </a:stretch>
        </p:blipFill>
        <p:spPr>
          <a:xfrm>
            <a:off x="551487" y="9286170"/>
            <a:ext cx="6652174" cy="190500"/>
          </a:xfrm>
          <a:prstGeom prst="rect">
            <a:avLst/>
          </a:prstGeom>
        </p:spPr>
      </p:pic>
      <p:sp>
        <p:nvSpPr>
          <p:cNvPr id="14" name="Text 0">
            <a:extLst>
              <a:ext uri="{FF2B5EF4-FFF2-40B4-BE49-F238E27FC236}">
                <a16:creationId xmlns:a16="http://schemas.microsoft.com/office/drawing/2014/main" id="{6272347B-F1FC-33D8-D316-41F9742761FE}"/>
              </a:ext>
            </a:extLst>
          </p:cNvPr>
          <p:cNvSpPr/>
          <p:nvPr/>
        </p:nvSpPr>
        <p:spPr>
          <a:xfrm>
            <a:off x="1252713" y="1042807"/>
            <a:ext cx="4641947" cy="1028700"/>
          </a:xfrm>
          <a:prstGeom prst="rect">
            <a:avLst/>
          </a:prstGeom>
          <a:noFill/>
          <a:ln/>
        </p:spPr>
        <p:txBody>
          <a:bodyPr wrap="square" lIns="0" tIns="0" rIns="0" bIns="0" rtlCol="0" anchor="ctr"/>
          <a:lstStyle/>
          <a:p>
            <a:pPr lvl="1">
              <a:lnSpc>
                <a:spcPts val="7500"/>
              </a:lnSpc>
              <a:buSzPct val="100000"/>
            </a:pPr>
            <a:r>
              <a:rPr lang="en-US" sz="4400" b="1" dirty="0">
                <a:solidFill>
                  <a:srgbClr val="1D1D1D"/>
                </a:solidFill>
                <a:latin typeface="Titillium Web" panose="00000500000000000000" pitchFamily="2" charset="0"/>
                <a:ea typeface="Sora" pitchFamily="34" charset="-122"/>
                <a:cs typeface="Sora" pitchFamily="34" charset="-120"/>
              </a:rPr>
              <a:t>SECTION4</a:t>
            </a:r>
          </a:p>
          <a:p>
            <a:pPr lvl="1">
              <a:lnSpc>
                <a:spcPct val="70000"/>
              </a:lnSpc>
              <a:buSzPct val="100000"/>
            </a:pPr>
            <a:r>
              <a:rPr lang="en-US" sz="3375" b="1" dirty="0">
                <a:solidFill>
                  <a:schemeClr val="tx1">
                    <a:lumMod val="50000"/>
                    <a:lumOff val="50000"/>
                  </a:schemeClr>
                </a:solidFill>
                <a:latin typeface="Titillium Web" panose="00000500000000000000" pitchFamily="2" charset="0"/>
                <a:ea typeface="Sora" pitchFamily="34" charset="-122"/>
              </a:rPr>
              <a:t>Financial Position</a:t>
            </a:r>
            <a:endParaRPr lang="en-US" sz="3375" dirty="0">
              <a:solidFill>
                <a:schemeClr val="tx1">
                  <a:lumMod val="50000"/>
                  <a:lumOff val="50000"/>
                </a:schemeClr>
              </a:solidFill>
              <a:latin typeface="Titillium Web" panose="00000500000000000000" pitchFamily="2" charset="0"/>
            </a:endParaRPr>
          </a:p>
        </p:txBody>
      </p:sp>
      <p:sp>
        <p:nvSpPr>
          <p:cNvPr id="23" name="Rectangle 22">
            <a:extLst>
              <a:ext uri="{FF2B5EF4-FFF2-40B4-BE49-F238E27FC236}">
                <a16:creationId xmlns:a16="http://schemas.microsoft.com/office/drawing/2014/main" id="{BB2AD7F1-1ECA-D28F-8565-60D1F5ADB7D5}"/>
              </a:ext>
            </a:extLst>
          </p:cNvPr>
          <p:cNvSpPr/>
          <p:nvPr/>
        </p:nvSpPr>
        <p:spPr>
          <a:xfrm>
            <a:off x="214856" y="865637"/>
            <a:ext cx="585961" cy="1895475"/>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Rectangle 20">
            <a:extLst>
              <a:ext uri="{FF2B5EF4-FFF2-40B4-BE49-F238E27FC236}">
                <a16:creationId xmlns:a16="http://schemas.microsoft.com/office/drawing/2014/main" id="{B6CF1597-E225-C513-1BFF-D89B30262DC4}"/>
              </a:ext>
            </a:extLst>
          </p:cNvPr>
          <p:cNvSpPr/>
          <p:nvPr/>
        </p:nvSpPr>
        <p:spPr>
          <a:xfrm>
            <a:off x="214856" y="865637"/>
            <a:ext cx="1054386" cy="1416053"/>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ext 3">
            <a:extLst>
              <a:ext uri="{FF2B5EF4-FFF2-40B4-BE49-F238E27FC236}">
                <a16:creationId xmlns:a16="http://schemas.microsoft.com/office/drawing/2014/main" id="{680CA791-5FBB-8B90-EAE3-5B5D4E805387}"/>
              </a:ext>
            </a:extLst>
          </p:cNvPr>
          <p:cNvSpPr/>
          <p:nvPr/>
        </p:nvSpPr>
        <p:spPr>
          <a:xfrm>
            <a:off x="4362917" y="8902446"/>
            <a:ext cx="2838450" cy="228600"/>
          </a:xfrm>
          <a:prstGeom prst="rect">
            <a:avLst/>
          </a:prstGeom>
          <a:noFill/>
          <a:ln/>
        </p:spPr>
        <p:txBody>
          <a:bodyPr wrap="square" lIns="0" tIns="0" rIns="0" bIns="0" rtlCol="0" anchor="ctr"/>
          <a:lstStyle/>
          <a:p>
            <a:pPr algn="r">
              <a:lnSpc>
                <a:spcPct val="99141"/>
              </a:lnSpc>
            </a:pPr>
            <a:r>
              <a:rPr lang="en-US" sz="1200" dirty="0">
                <a:solidFill>
                  <a:srgbClr val="000000"/>
                </a:solidFill>
                <a:latin typeface="Titillium Web" panose="00000500000000000000" pitchFamily="2" charset="0"/>
                <a:ea typeface="Arimo" pitchFamily="34" charset="-122"/>
                <a:cs typeface="Arimo" pitchFamily="34" charset="-120"/>
              </a:rPr>
              <a:t>{{</a:t>
            </a:r>
            <a:r>
              <a:rPr lang="en-US" sz="1200" dirty="0" err="1">
                <a:solidFill>
                  <a:srgbClr val="000000"/>
                </a:solidFill>
                <a:latin typeface="Titillium Web" panose="00000500000000000000" pitchFamily="2" charset="0"/>
                <a:ea typeface="Arimo" pitchFamily="34" charset="-122"/>
                <a:cs typeface="Arimo" pitchFamily="34" charset="-120"/>
              </a:rPr>
              <a:t>emailAddress</a:t>
            </a:r>
            <a:r>
              <a:rPr lang="en-US" sz="1200" dirty="0">
                <a:solidFill>
                  <a:srgbClr val="000000"/>
                </a:solidFill>
                <a:latin typeface="Titillium Web" panose="00000500000000000000" pitchFamily="2" charset="0"/>
                <a:ea typeface="Arimo" pitchFamily="34" charset="-122"/>
                <a:cs typeface="Arimo" pitchFamily="34" charset="-120"/>
              </a:rPr>
              <a:t>}}</a:t>
            </a:r>
            <a:endParaRPr lang="en-US" sz="1200" dirty="0">
              <a:latin typeface="Titillium Web" panose="00000500000000000000" pitchFamily="2" charset="0"/>
            </a:endParaRPr>
          </a:p>
        </p:txBody>
      </p:sp>
    </p:spTree>
    <p:extLst>
      <p:ext uri="{BB962C8B-B14F-4D97-AF65-F5344CB8AC3E}">
        <p14:creationId xmlns:p14="http://schemas.microsoft.com/office/powerpoint/2010/main" val="40764676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8A014-F4D9-491D-74D7-12E6353F01D7}"/>
            </a:ext>
          </a:extLst>
        </p:cNvPr>
        <p:cNvGrpSpPr/>
        <p:nvPr/>
      </p:nvGrpSpPr>
      <p:grpSpPr>
        <a:xfrm>
          <a:off x="0" y="0"/>
          <a:ext cx="0" cy="0"/>
          <a:chOff x="0" y="0"/>
          <a:chExt cx="0" cy="0"/>
        </a:xfrm>
      </p:grpSpPr>
      <p:pic>
        <p:nvPicPr>
          <p:cNvPr id="5" name="Image 3" descr="preencoded.png">
            <a:extLst>
              <a:ext uri="{FF2B5EF4-FFF2-40B4-BE49-F238E27FC236}">
                <a16:creationId xmlns:a16="http://schemas.microsoft.com/office/drawing/2014/main" id="{F3E4EA28-D420-0700-B1A6-B466B9A0B8ED}"/>
              </a:ext>
            </a:extLst>
          </p:cNvPr>
          <p:cNvPicPr>
            <a:picLocks noChangeAspect="1"/>
          </p:cNvPicPr>
          <p:nvPr/>
        </p:nvPicPr>
        <p:blipFill>
          <a:blip r:embed="rId3"/>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B7BEC0A7-A6A5-88B9-C203-A0E9F09C9D39}"/>
              </a:ext>
            </a:extLst>
          </p:cNvPr>
          <p:cNvSpPr/>
          <p:nvPr/>
        </p:nvSpPr>
        <p:spPr>
          <a:xfrm>
            <a:off x="895634" y="2431859"/>
            <a:ext cx="4696147" cy="6363709"/>
          </a:xfrm>
          <a:prstGeom prst="rect">
            <a:avLst/>
          </a:prstGeom>
          <a:noFill/>
          <a:ln/>
        </p:spPr>
        <p:txBody>
          <a:bodyPr wrap="square" lIns="0" tIns="0" rIns="0" bIns="0" rtlCol="0" anchor="ctr"/>
          <a:lstStyle/>
          <a:p>
            <a:pPr marL="0" indent="0" algn="l">
              <a:lnSpc>
                <a:spcPts val="1600"/>
              </a:lnSpc>
              <a:spcBef>
                <a:spcPts val="1200"/>
              </a:spcBef>
              <a:spcAft>
                <a:spcPts val="600"/>
              </a:spcAft>
              <a:buNone/>
            </a:pPr>
            <a:r>
              <a:rPr lang="en-US" sz="1200" dirty="0">
                <a:solidFill>
                  <a:srgbClr val="1D1D1D"/>
                </a:solidFill>
                <a:latin typeface="Titillium Web" panose="00000500000000000000" pitchFamily="2" charset="0"/>
                <a:ea typeface="Titillium Web" pitchFamily="34" charset="-122"/>
                <a:cs typeface="Titillium Web" pitchFamily="34" charset="-120"/>
              </a:rPr>
              <a:t>{{introduction4}}</a:t>
            </a:r>
          </a:p>
        </p:txBody>
      </p:sp>
      <p:sp>
        <p:nvSpPr>
          <p:cNvPr id="9" name="Text 1">
            <a:extLst>
              <a:ext uri="{FF2B5EF4-FFF2-40B4-BE49-F238E27FC236}">
                <a16:creationId xmlns:a16="http://schemas.microsoft.com/office/drawing/2014/main" id="{67FDAE2C-5B5C-80C3-8681-2ECB0191E942}"/>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0" name="Text 2">
            <a:extLst>
              <a:ext uri="{FF2B5EF4-FFF2-40B4-BE49-F238E27FC236}">
                <a16:creationId xmlns:a16="http://schemas.microsoft.com/office/drawing/2014/main" id="{E752599E-8C7B-3B88-28C5-779F4914D78C}"/>
              </a:ext>
            </a:extLst>
          </p:cNvPr>
          <p:cNvSpPr/>
          <p:nvPr/>
        </p:nvSpPr>
        <p:spPr>
          <a:xfrm>
            <a:off x="895634" y="1875673"/>
            <a:ext cx="3861770" cy="476250"/>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cs typeface="Sora" pitchFamily="34" charset="-120"/>
              </a:rPr>
              <a:t>4.1 Introduction</a:t>
            </a:r>
            <a:endParaRPr lang="en-US" sz="2800" dirty="0">
              <a:latin typeface="Titillium Web" panose="00000500000000000000" pitchFamily="2" charset="0"/>
            </a:endParaRPr>
          </a:p>
        </p:txBody>
      </p:sp>
      <p:sp>
        <p:nvSpPr>
          <p:cNvPr id="11" name="Text 3">
            <a:extLst>
              <a:ext uri="{FF2B5EF4-FFF2-40B4-BE49-F238E27FC236}">
                <a16:creationId xmlns:a16="http://schemas.microsoft.com/office/drawing/2014/main" id="{463BBF69-73D1-B104-5368-CF8A16919DFD}"/>
              </a:ext>
            </a:extLst>
          </p:cNvPr>
          <p:cNvSpPr/>
          <p:nvPr/>
        </p:nvSpPr>
        <p:spPr>
          <a:xfrm>
            <a:off x="7209558" y="9559385"/>
            <a:ext cx="228600" cy="180975"/>
          </a:xfrm>
          <a:prstGeom prst="rect">
            <a:avLst/>
          </a:prstGeom>
          <a:noFill/>
          <a:ln/>
        </p:spPr>
        <p:txBody>
          <a:bodyPr wrap="square" lIns="0" tIns="0" rIns="0" bIns="0" rtlCol="0" anchor="ctr"/>
          <a:lstStyle/>
          <a:p>
            <a:pPr marL="0" indent="0" algn="l">
              <a:lnSpc>
                <a:spcPct val="79650"/>
              </a:lnSpc>
              <a:buNone/>
            </a:pPr>
            <a:r>
              <a:rPr lang="en-US" sz="1000" b="1" dirty="0">
                <a:solidFill>
                  <a:srgbClr val="2B2B35"/>
                </a:solidFill>
                <a:latin typeface="Titillium Web" panose="00000500000000000000" pitchFamily="2" charset="0"/>
                <a:ea typeface="Roboto Condensed" pitchFamily="34" charset="-122"/>
                <a:cs typeface="Roboto Condensed" pitchFamily="34" charset="-120"/>
              </a:rPr>
              <a:t>23</a:t>
            </a:r>
            <a:endParaRPr lang="en-US" sz="1000" b="1" dirty="0">
              <a:latin typeface="Titillium Web" panose="00000500000000000000" pitchFamily="2" charset="0"/>
            </a:endParaRPr>
          </a:p>
        </p:txBody>
      </p:sp>
      <p:sp>
        <p:nvSpPr>
          <p:cNvPr id="12" name="Text 4">
            <a:extLst>
              <a:ext uri="{FF2B5EF4-FFF2-40B4-BE49-F238E27FC236}">
                <a16:creationId xmlns:a16="http://schemas.microsoft.com/office/drawing/2014/main" id="{A107A4AC-CE6B-8F4E-7B85-86DA840025BC}"/>
              </a:ext>
            </a:extLst>
          </p:cNvPr>
          <p:cNvSpPr/>
          <p:nvPr/>
        </p:nvSpPr>
        <p:spPr>
          <a:xfrm>
            <a:off x="895634" y="684512"/>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03AC7294-5CDC-3C9A-0869-0D29492CD42D}"/>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7</a:t>
            </a:r>
            <a:endParaRPr lang="en-US" sz="1200" dirty="0">
              <a:latin typeface="Titillium Web" panose="00000500000000000000" pitchFamily="2" charset="0"/>
            </a:endParaRPr>
          </a:p>
        </p:txBody>
      </p:sp>
      <p:sp>
        <p:nvSpPr>
          <p:cNvPr id="17" name="Text 4">
            <a:extLst>
              <a:ext uri="{FF2B5EF4-FFF2-40B4-BE49-F238E27FC236}">
                <a16:creationId xmlns:a16="http://schemas.microsoft.com/office/drawing/2014/main" id="{71E92D65-3512-F5ED-18E3-319CA2F289DA}"/>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8" name="Image 4" descr="preencoded.png">
            <a:extLst>
              <a:ext uri="{FF2B5EF4-FFF2-40B4-BE49-F238E27FC236}">
                <a16:creationId xmlns:a16="http://schemas.microsoft.com/office/drawing/2014/main" id="{114FB252-3D7C-23AB-23F0-C3C8C11A7833}"/>
              </a:ext>
            </a:extLst>
          </p:cNvPr>
          <p:cNvPicPr>
            <a:picLocks noChangeAspect="1"/>
          </p:cNvPicPr>
          <p:nvPr/>
        </p:nvPicPr>
        <p:blipFill>
          <a:blip r:embed="rId4"/>
          <a:stretch>
            <a:fillRect/>
          </a:stretch>
        </p:blipFill>
        <p:spPr>
          <a:xfrm>
            <a:off x="6799145" y="7407697"/>
            <a:ext cx="514350" cy="400050"/>
          </a:xfrm>
          <a:prstGeom prst="rect">
            <a:avLst/>
          </a:prstGeom>
        </p:spPr>
      </p:pic>
      <p:grpSp>
        <p:nvGrpSpPr>
          <p:cNvPr id="3" name="Group 2">
            <a:extLst>
              <a:ext uri="{FF2B5EF4-FFF2-40B4-BE49-F238E27FC236}">
                <a16:creationId xmlns:a16="http://schemas.microsoft.com/office/drawing/2014/main" id="{F61509D2-7F90-D91F-53C5-A14E51451107}"/>
              </a:ext>
            </a:extLst>
          </p:cNvPr>
          <p:cNvGrpSpPr/>
          <p:nvPr/>
        </p:nvGrpSpPr>
        <p:grpSpPr>
          <a:xfrm>
            <a:off x="5591781" y="1412484"/>
            <a:ext cx="1382886" cy="1387866"/>
            <a:chOff x="5591781" y="1412484"/>
            <a:chExt cx="1382886" cy="1387866"/>
          </a:xfrm>
        </p:grpSpPr>
        <p:sp>
          <p:nvSpPr>
            <p:cNvPr id="16" name="Rectangle 15">
              <a:extLst>
                <a:ext uri="{FF2B5EF4-FFF2-40B4-BE49-F238E27FC236}">
                  <a16:creationId xmlns:a16="http://schemas.microsoft.com/office/drawing/2014/main" id="{B35E2977-F153-2EB9-6BC5-5A30A3BEFC45}"/>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9" name="Picture 18">
              <a:extLst>
                <a:ext uri="{FF2B5EF4-FFF2-40B4-BE49-F238E27FC236}">
                  <a16:creationId xmlns:a16="http://schemas.microsoft.com/office/drawing/2014/main" id="{4C0E1973-DF49-7138-F0C3-03D37318F772}"/>
                </a:ext>
              </a:extLst>
            </p:cNvPr>
            <p:cNvPicPr>
              <a:picLocks noChangeAspect="1"/>
            </p:cNvPicPr>
            <p:nvPr/>
          </p:nvPicPr>
          <p:blipFill>
            <a:blip r:embed="rId5"/>
            <a:srcRect l="10092" r="10092"/>
            <a:stretch/>
          </p:blipFill>
          <p:spPr>
            <a:xfrm>
              <a:off x="5591781" y="1712378"/>
              <a:ext cx="1158067" cy="762487"/>
            </a:xfrm>
            <a:prstGeom prst="rect">
              <a:avLst/>
            </a:prstGeom>
          </p:spPr>
        </p:pic>
        <p:sp>
          <p:nvSpPr>
            <p:cNvPr id="20" name="Rectangle 19">
              <a:extLst>
                <a:ext uri="{FF2B5EF4-FFF2-40B4-BE49-F238E27FC236}">
                  <a16:creationId xmlns:a16="http://schemas.microsoft.com/office/drawing/2014/main" id="{67503F94-86BF-623C-EAC2-3B5504060563}"/>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2" name="Flowchart: Connector 1">
            <a:extLst>
              <a:ext uri="{FF2B5EF4-FFF2-40B4-BE49-F238E27FC236}">
                <a16:creationId xmlns:a16="http://schemas.microsoft.com/office/drawing/2014/main" id="{75C08090-0E4E-310F-BA2C-A9BE7F4B55E6}"/>
              </a:ext>
            </a:extLst>
          </p:cNvPr>
          <p:cNvSpPr/>
          <p:nvPr/>
        </p:nvSpPr>
        <p:spPr>
          <a:xfrm>
            <a:off x="7044971" y="939165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5334107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C4FE7-BB4D-AAB2-4F9A-F801B5F808E8}"/>
            </a:ext>
          </a:extLst>
        </p:cNvPr>
        <p:cNvGrpSpPr/>
        <p:nvPr/>
      </p:nvGrpSpPr>
      <p:grpSpPr>
        <a:xfrm>
          <a:off x="0" y="0"/>
          <a:ext cx="0" cy="0"/>
          <a:chOff x="0" y="0"/>
          <a:chExt cx="0" cy="0"/>
        </a:xfrm>
      </p:grpSpPr>
      <p:pic>
        <p:nvPicPr>
          <p:cNvPr id="5" name="Image 3" descr="preencoded.png">
            <a:extLst>
              <a:ext uri="{FF2B5EF4-FFF2-40B4-BE49-F238E27FC236}">
                <a16:creationId xmlns:a16="http://schemas.microsoft.com/office/drawing/2014/main" id="{5AD0235F-7C1A-579D-D455-69F3943DC6FA}"/>
              </a:ext>
            </a:extLst>
          </p:cNvPr>
          <p:cNvPicPr>
            <a:picLocks noChangeAspect="1"/>
          </p:cNvPicPr>
          <p:nvPr/>
        </p:nvPicPr>
        <p:blipFill>
          <a:blip r:embed="rId3"/>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0CDCE7A1-6D10-894F-FA41-BE9A2747FBBF}"/>
              </a:ext>
            </a:extLst>
          </p:cNvPr>
          <p:cNvSpPr/>
          <p:nvPr/>
        </p:nvSpPr>
        <p:spPr>
          <a:xfrm>
            <a:off x="796963" y="2474865"/>
            <a:ext cx="4794818" cy="6078585"/>
          </a:xfrm>
          <a:prstGeom prst="rect">
            <a:avLst/>
          </a:prstGeom>
          <a:noFill/>
          <a:ln/>
        </p:spPr>
        <p:txBody>
          <a:bodyPr wrap="square" lIns="0" tIns="0" rIns="0" bIns="0" rtlCol="0" anchor="ctr"/>
          <a:lstStyle/>
          <a:p>
            <a:pPr>
              <a:lnSpc>
                <a:spcPts val="1600"/>
              </a:lnSpc>
              <a:spcBef>
                <a:spcPts val="1200"/>
              </a:spcBef>
              <a:spcAft>
                <a:spcPts val="600"/>
              </a:spcAft>
            </a:pPr>
            <a:r>
              <a:rPr lang="en-US" sz="1200" dirty="0">
                <a:solidFill>
                  <a:srgbClr val="1D1D1D"/>
                </a:solidFill>
                <a:latin typeface="Titillium Web" panose="00000500000000000000" pitchFamily="2" charset="0"/>
                <a:ea typeface="Titillium Web" pitchFamily="34" charset="-122"/>
                <a:cs typeface="Titillium Web" pitchFamily="34" charset="-120"/>
              </a:rPr>
              <a:t>{{</a:t>
            </a:r>
            <a:r>
              <a:rPr lang="en-US" sz="1200" dirty="0" err="1">
                <a:solidFill>
                  <a:srgbClr val="1D1D1D"/>
                </a:solidFill>
                <a:latin typeface="Titillium Web" panose="00000500000000000000" pitchFamily="2" charset="0"/>
                <a:ea typeface="Titillium Web" pitchFamily="34" charset="-122"/>
                <a:cs typeface="Titillium Web" pitchFamily="34" charset="-120"/>
              </a:rPr>
              <a:t>finPosDocSummary</a:t>
            </a:r>
            <a:r>
              <a:rPr lang="en-US" sz="1200" dirty="0">
                <a:solidFill>
                  <a:srgbClr val="1D1D1D"/>
                </a:solidFill>
                <a:latin typeface="Titillium Web" panose="00000500000000000000" pitchFamily="2" charset="0"/>
                <a:ea typeface="Titillium Web" pitchFamily="34" charset="-122"/>
                <a:cs typeface="Titillium Web" pitchFamily="34" charset="-120"/>
              </a:rPr>
              <a:t>}}</a:t>
            </a:r>
          </a:p>
          <a:p>
            <a:pPr algn="l">
              <a:lnSpc>
                <a:spcPts val="1600"/>
              </a:lnSpc>
              <a:spcBef>
                <a:spcPts val="1200"/>
              </a:spcBef>
              <a:spcAft>
                <a:spcPts val="600"/>
              </a:spcAft>
            </a:pPr>
            <a:r>
              <a:rPr lang="en-US" sz="1200" b="1" dirty="0">
                <a:solidFill>
                  <a:srgbClr val="1D1D1D"/>
                </a:solidFill>
                <a:latin typeface="Titillium Web" panose="00000500000000000000" pitchFamily="2" charset="0"/>
                <a:ea typeface="Titillium Web" pitchFamily="34" charset="-122"/>
                <a:cs typeface="Titillium Web" pitchFamily="34" charset="-120"/>
              </a:rPr>
              <a:t>Documents Received:</a:t>
            </a:r>
          </a:p>
          <a:p>
            <a:pPr>
              <a:lnSpc>
                <a:spcPts val="1600"/>
              </a:lnSpc>
              <a:spcBef>
                <a:spcPts val="1200"/>
              </a:spcBef>
              <a:spcAft>
                <a:spcPts val="600"/>
              </a:spcAft>
            </a:pPr>
            <a:r>
              <a:rPr lang="en-US" sz="1200" dirty="0">
                <a:solidFill>
                  <a:srgbClr val="1D1D1D"/>
                </a:solidFill>
                <a:latin typeface="Titillium Web" panose="00000500000000000000" pitchFamily="2" charset="0"/>
                <a:ea typeface="Titillium Web" pitchFamily="34" charset="-122"/>
                <a:cs typeface="Titillium Web" pitchFamily="34" charset="-120"/>
              </a:rPr>
              <a:t>{{finPosDocsReceive}}</a:t>
            </a:r>
          </a:p>
          <a:p>
            <a:pPr algn="l">
              <a:lnSpc>
                <a:spcPts val="1600"/>
              </a:lnSpc>
              <a:spcBef>
                <a:spcPts val="1200"/>
              </a:spcBef>
              <a:spcAft>
                <a:spcPts val="600"/>
              </a:spcAft>
            </a:pPr>
            <a:r>
              <a:rPr lang="en-US" sz="1200" b="1" dirty="0">
                <a:solidFill>
                  <a:srgbClr val="1D1D1D"/>
                </a:solidFill>
                <a:latin typeface="Titillium Web" panose="00000500000000000000" pitchFamily="2" charset="0"/>
                <a:ea typeface="Titillium Web" pitchFamily="34" charset="-122"/>
                <a:cs typeface="Titillium Web" pitchFamily="34" charset="-120"/>
              </a:rPr>
              <a:t>Not Received:</a:t>
            </a:r>
          </a:p>
          <a:p>
            <a:pPr>
              <a:lnSpc>
                <a:spcPts val="1600"/>
              </a:lnSpc>
              <a:spcBef>
                <a:spcPts val="1200"/>
              </a:spcBef>
              <a:spcAft>
                <a:spcPts val="600"/>
              </a:spcAft>
            </a:pPr>
            <a:r>
              <a:rPr lang="en-US" sz="1200" dirty="0">
                <a:solidFill>
                  <a:srgbClr val="1D1D1D"/>
                </a:solidFill>
                <a:latin typeface="Titillium Web" panose="00000500000000000000" pitchFamily="2" charset="0"/>
                <a:ea typeface="Titillium Web" pitchFamily="34" charset="-122"/>
                <a:cs typeface="Titillium Web" pitchFamily="34" charset="-120"/>
              </a:rPr>
              <a:t>{{finPosDocsNotReceive}}</a:t>
            </a:r>
          </a:p>
          <a:p>
            <a:pPr>
              <a:lnSpc>
                <a:spcPts val="1600"/>
              </a:lnSpc>
              <a:spcBef>
                <a:spcPts val="1200"/>
              </a:spcBef>
              <a:spcAft>
                <a:spcPts val="600"/>
              </a:spcAft>
            </a:pPr>
            <a:r>
              <a:rPr lang="en-US" sz="1200" dirty="0">
                <a:solidFill>
                  <a:srgbClr val="1D1D1D"/>
                </a:solidFill>
                <a:latin typeface="Titillium Web" panose="00000500000000000000" pitchFamily="2" charset="0"/>
                <a:ea typeface="Titillium Web" pitchFamily="34" charset="-122"/>
                <a:cs typeface="Titillium Web" pitchFamily="34" charset="-120"/>
              </a:rPr>
              <a:t>{{</a:t>
            </a:r>
            <a:r>
              <a:rPr lang="en-US" sz="1200" dirty="0" err="1">
                <a:solidFill>
                  <a:srgbClr val="1D1D1D"/>
                </a:solidFill>
                <a:latin typeface="Titillium Web" panose="00000500000000000000" pitchFamily="2" charset="0"/>
                <a:ea typeface="Titillium Web" pitchFamily="34" charset="-122"/>
                <a:cs typeface="Titillium Web" pitchFamily="34" charset="-120"/>
              </a:rPr>
              <a:t>finPosConclusion</a:t>
            </a:r>
            <a:r>
              <a:rPr lang="en-US" sz="1200" dirty="0">
                <a:solidFill>
                  <a:srgbClr val="1D1D1D"/>
                </a:solidFill>
                <a:latin typeface="Titillium Web" panose="00000500000000000000" pitchFamily="2" charset="0"/>
                <a:ea typeface="Titillium Web" pitchFamily="34" charset="-122"/>
                <a:cs typeface="Titillium Web" pitchFamily="34" charset="-120"/>
              </a:rPr>
              <a:t>}}</a:t>
            </a:r>
          </a:p>
          <a:p>
            <a:pPr algn="l">
              <a:lnSpc>
                <a:spcPts val="1600"/>
              </a:lnSpc>
              <a:spcBef>
                <a:spcPts val="1200"/>
              </a:spcBef>
              <a:spcAft>
                <a:spcPts val="600"/>
              </a:spcAft>
            </a:pPr>
            <a:br>
              <a:rPr lang="en-US" sz="1200" dirty="0">
                <a:solidFill>
                  <a:srgbClr val="1D1D1D"/>
                </a:solidFill>
                <a:latin typeface="Titillium Web" panose="00000500000000000000" pitchFamily="2" charset="0"/>
                <a:ea typeface="Titillium Web" pitchFamily="34" charset="-122"/>
                <a:cs typeface="Titillium Web" pitchFamily="34" charset="-120"/>
              </a:rPr>
            </a:br>
            <a:endParaRPr lang="en-US" sz="1200" dirty="0">
              <a:solidFill>
                <a:srgbClr val="1D1D1D"/>
              </a:solidFill>
              <a:latin typeface="Titillium Web" panose="00000500000000000000" pitchFamily="2" charset="0"/>
              <a:ea typeface="Titillium Web" pitchFamily="34" charset="-122"/>
              <a:cs typeface="Titillium Web" pitchFamily="34" charset="-120"/>
            </a:endParaRPr>
          </a:p>
        </p:txBody>
      </p:sp>
      <p:sp>
        <p:nvSpPr>
          <p:cNvPr id="9" name="Text 1">
            <a:extLst>
              <a:ext uri="{FF2B5EF4-FFF2-40B4-BE49-F238E27FC236}">
                <a16:creationId xmlns:a16="http://schemas.microsoft.com/office/drawing/2014/main" id="{26FA9E5B-6B50-2D7E-C404-D17E8E3669A1}"/>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0" name="Text 2">
            <a:extLst>
              <a:ext uri="{FF2B5EF4-FFF2-40B4-BE49-F238E27FC236}">
                <a16:creationId xmlns:a16="http://schemas.microsoft.com/office/drawing/2014/main" id="{9003AD6D-0729-ACF1-B09B-529887C5BAE5}"/>
              </a:ext>
            </a:extLst>
          </p:cNvPr>
          <p:cNvSpPr/>
          <p:nvPr/>
        </p:nvSpPr>
        <p:spPr>
          <a:xfrm>
            <a:off x="796962" y="1868292"/>
            <a:ext cx="3960442" cy="476250"/>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cs typeface="Sora" pitchFamily="34" charset="-120"/>
              </a:rPr>
              <a:t>4.2 Documentation</a:t>
            </a:r>
            <a:endParaRPr lang="en-US" sz="2800" dirty="0">
              <a:latin typeface="Titillium Web" panose="00000500000000000000" pitchFamily="2" charset="0"/>
            </a:endParaRPr>
          </a:p>
        </p:txBody>
      </p:sp>
      <p:sp>
        <p:nvSpPr>
          <p:cNvPr id="11" name="Text 3">
            <a:extLst>
              <a:ext uri="{FF2B5EF4-FFF2-40B4-BE49-F238E27FC236}">
                <a16:creationId xmlns:a16="http://schemas.microsoft.com/office/drawing/2014/main" id="{B7914AFA-39BB-5ADD-D5D9-A07FF2494BA2}"/>
              </a:ext>
            </a:extLst>
          </p:cNvPr>
          <p:cNvSpPr/>
          <p:nvPr/>
        </p:nvSpPr>
        <p:spPr>
          <a:xfrm>
            <a:off x="7209558" y="9559385"/>
            <a:ext cx="228600" cy="180975"/>
          </a:xfrm>
          <a:prstGeom prst="rect">
            <a:avLst/>
          </a:prstGeom>
          <a:noFill/>
          <a:ln/>
        </p:spPr>
        <p:txBody>
          <a:bodyPr wrap="square" lIns="0" tIns="0" rIns="0" bIns="0" rtlCol="0" anchor="ctr"/>
          <a:lstStyle/>
          <a:p>
            <a:pPr marL="0" indent="0" algn="l">
              <a:lnSpc>
                <a:spcPct val="79650"/>
              </a:lnSpc>
              <a:buNone/>
            </a:pPr>
            <a:r>
              <a:rPr lang="en-US" sz="1000" b="1" dirty="0">
                <a:solidFill>
                  <a:srgbClr val="2B2B35"/>
                </a:solidFill>
                <a:latin typeface="Titillium Web" panose="00000500000000000000" pitchFamily="2" charset="0"/>
                <a:ea typeface="Roboto Condensed" pitchFamily="34" charset="-122"/>
                <a:cs typeface="Roboto Condensed" pitchFamily="34" charset="-120"/>
              </a:rPr>
              <a:t>24</a:t>
            </a:r>
            <a:endParaRPr lang="en-US" sz="1200" dirty="0">
              <a:latin typeface="Titillium Web" panose="00000500000000000000" pitchFamily="2" charset="0"/>
            </a:endParaRPr>
          </a:p>
        </p:txBody>
      </p:sp>
      <p:sp>
        <p:nvSpPr>
          <p:cNvPr id="12" name="Text 4">
            <a:extLst>
              <a:ext uri="{FF2B5EF4-FFF2-40B4-BE49-F238E27FC236}">
                <a16:creationId xmlns:a16="http://schemas.microsoft.com/office/drawing/2014/main" id="{339466B9-D619-D5E2-ADFD-E66225CE7B8B}"/>
              </a:ext>
            </a:extLst>
          </p:cNvPr>
          <p:cNvSpPr/>
          <p:nvPr/>
        </p:nvSpPr>
        <p:spPr>
          <a:xfrm>
            <a:off x="895634" y="684512"/>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3931E36A-6E77-C166-5F4B-41907C888B4E}"/>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7</a:t>
            </a:r>
            <a:endParaRPr lang="en-US" sz="1200" dirty="0">
              <a:latin typeface="Titillium Web" panose="00000500000000000000" pitchFamily="2" charset="0"/>
            </a:endParaRPr>
          </a:p>
        </p:txBody>
      </p:sp>
      <p:grpSp>
        <p:nvGrpSpPr>
          <p:cNvPr id="7" name="Group 6">
            <a:extLst>
              <a:ext uri="{FF2B5EF4-FFF2-40B4-BE49-F238E27FC236}">
                <a16:creationId xmlns:a16="http://schemas.microsoft.com/office/drawing/2014/main" id="{0848CA40-59DE-1AD7-DBC6-1B1670512CE9}"/>
              </a:ext>
            </a:extLst>
          </p:cNvPr>
          <p:cNvGrpSpPr/>
          <p:nvPr/>
        </p:nvGrpSpPr>
        <p:grpSpPr>
          <a:xfrm>
            <a:off x="5999045" y="7769647"/>
            <a:ext cx="1314450" cy="1449210"/>
            <a:chOff x="5999045" y="7769647"/>
            <a:chExt cx="1314450" cy="1449210"/>
          </a:xfrm>
        </p:grpSpPr>
        <p:sp>
          <p:nvSpPr>
            <p:cNvPr id="14" name="Text 4">
              <a:extLst>
                <a:ext uri="{FF2B5EF4-FFF2-40B4-BE49-F238E27FC236}">
                  <a16:creationId xmlns:a16="http://schemas.microsoft.com/office/drawing/2014/main" id="{1D59EF92-9DAD-A809-B1C9-7271CBD86C15}"/>
                </a:ext>
              </a:extLst>
            </p:cNvPr>
            <p:cNvSpPr/>
            <p:nvPr/>
          </p:nvSpPr>
          <p:spPr>
            <a:xfrm>
              <a:off x="5999045" y="830445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5" name="Image 4" descr="preencoded.png">
              <a:extLst>
                <a:ext uri="{FF2B5EF4-FFF2-40B4-BE49-F238E27FC236}">
                  <a16:creationId xmlns:a16="http://schemas.microsoft.com/office/drawing/2014/main" id="{5BCCED93-5D2C-403B-F175-8BDAEC6656CB}"/>
                </a:ext>
              </a:extLst>
            </p:cNvPr>
            <p:cNvPicPr>
              <a:picLocks noChangeAspect="1"/>
            </p:cNvPicPr>
            <p:nvPr/>
          </p:nvPicPr>
          <p:blipFill>
            <a:blip r:embed="rId4"/>
            <a:stretch>
              <a:fillRect/>
            </a:stretch>
          </p:blipFill>
          <p:spPr>
            <a:xfrm>
              <a:off x="6799145" y="7769647"/>
              <a:ext cx="514350" cy="400050"/>
            </a:xfrm>
            <a:prstGeom prst="rect">
              <a:avLst/>
            </a:prstGeom>
          </p:spPr>
        </p:pic>
      </p:grpSp>
      <p:grpSp>
        <p:nvGrpSpPr>
          <p:cNvPr id="3" name="Group 2">
            <a:extLst>
              <a:ext uri="{FF2B5EF4-FFF2-40B4-BE49-F238E27FC236}">
                <a16:creationId xmlns:a16="http://schemas.microsoft.com/office/drawing/2014/main" id="{C39F4E64-20B2-0FEF-657D-EFFAEBB332E6}"/>
              </a:ext>
            </a:extLst>
          </p:cNvPr>
          <p:cNvGrpSpPr/>
          <p:nvPr/>
        </p:nvGrpSpPr>
        <p:grpSpPr>
          <a:xfrm>
            <a:off x="5591781" y="1412484"/>
            <a:ext cx="1382886" cy="1387866"/>
            <a:chOff x="5591781" y="1412484"/>
            <a:chExt cx="1382886" cy="1387866"/>
          </a:xfrm>
        </p:grpSpPr>
        <p:sp>
          <p:nvSpPr>
            <p:cNvPr id="19" name="Rectangle 18">
              <a:extLst>
                <a:ext uri="{FF2B5EF4-FFF2-40B4-BE49-F238E27FC236}">
                  <a16:creationId xmlns:a16="http://schemas.microsoft.com/office/drawing/2014/main" id="{5DF8C253-C2D6-B458-D141-034C143E0073}"/>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0" name="Picture 19">
              <a:extLst>
                <a:ext uri="{FF2B5EF4-FFF2-40B4-BE49-F238E27FC236}">
                  <a16:creationId xmlns:a16="http://schemas.microsoft.com/office/drawing/2014/main" id="{91FEB3BF-8DFC-6A40-2706-9EE35DD83B14}"/>
                </a:ext>
              </a:extLst>
            </p:cNvPr>
            <p:cNvPicPr>
              <a:picLocks noChangeAspect="1"/>
            </p:cNvPicPr>
            <p:nvPr/>
          </p:nvPicPr>
          <p:blipFill>
            <a:blip r:embed="rId5"/>
            <a:srcRect l="10092" r="10092"/>
            <a:stretch/>
          </p:blipFill>
          <p:spPr>
            <a:xfrm>
              <a:off x="5591781" y="1712378"/>
              <a:ext cx="1158067" cy="762487"/>
            </a:xfrm>
            <a:prstGeom prst="rect">
              <a:avLst/>
            </a:prstGeom>
          </p:spPr>
        </p:pic>
        <p:sp>
          <p:nvSpPr>
            <p:cNvPr id="21" name="Rectangle 20">
              <a:extLst>
                <a:ext uri="{FF2B5EF4-FFF2-40B4-BE49-F238E27FC236}">
                  <a16:creationId xmlns:a16="http://schemas.microsoft.com/office/drawing/2014/main" id="{8FA4A512-BC1A-BAA8-D163-C696345702C0}"/>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2" name="Flowchart: Connector 1">
            <a:extLst>
              <a:ext uri="{FF2B5EF4-FFF2-40B4-BE49-F238E27FC236}">
                <a16:creationId xmlns:a16="http://schemas.microsoft.com/office/drawing/2014/main" id="{416DEDBB-C144-F6E4-6A28-28A5C3942B87}"/>
              </a:ext>
            </a:extLst>
          </p:cNvPr>
          <p:cNvSpPr/>
          <p:nvPr/>
        </p:nvSpPr>
        <p:spPr>
          <a:xfrm>
            <a:off x="7044971" y="939165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34018468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3" descr="preencoded.png"/>
          <p:cNvPicPr>
            <a:picLocks noChangeAspect="1"/>
          </p:cNvPicPr>
          <p:nvPr/>
        </p:nvPicPr>
        <p:blipFill>
          <a:blip r:embed="rId3"/>
          <a:stretch>
            <a:fillRect/>
          </a:stretch>
        </p:blipFill>
        <p:spPr>
          <a:xfrm>
            <a:off x="796962" y="919932"/>
            <a:ext cx="6177705" cy="190500"/>
          </a:xfrm>
          <a:prstGeom prst="rect">
            <a:avLst/>
          </a:prstGeom>
        </p:spPr>
      </p:pic>
      <p:sp>
        <p:nvSpPr>
          <p:cNvPr id="6" name="Text 0"/>
          <p:cNvSpPr/>
          <p:nvPr/>
        </p:nvSpPr>
        <p:spPr>
          <a:xfrm>
            <a:off x="796962" y="2015228"/>
            <a:ext cx="4133226" cy="424335"/>
          </a:xfrm>
          <a:prstGeom prst="rect">
            <a:avLst/>
          </a:prstGeom>
          <a:noFill/>
          <a:ln/>
        </p:spPr>
        <p:txBody>
          <a:bodyPr wrap="square" lIns="0" tIns="0" rIns="0" bIns="0" rtlCol="0" anchor="ctr"/>
          <a:lstStyle/>
          <a:p>
            <a:pPr marL="0" indent="0" algn="l">
              <a:lnSpc>
                <a:spcPct val="79650"/>
              </a:lnSpc>
              <a:buNone/>
            </a:pPr>
            <a:r>
              <a:rPr lang="en-US" sz="2800" b="1" dirty="0">
                <a:solidFill>
                  <a:srgbClr val="1D1D1D"/>
                </a:solidFill>
                <a:latin typeface="Titillium Web" panose="00000500000000000000" pitchFamily="2" charset="0"/>
                <a:ea typeface="Sora" pitchFamily="34" charset="-122"/>
                <a:cs typeface="Sora" pitchFamily="34" charset="-120"/>
              </a:rPr>
              <a:t>4.3 Preliminary Findings</a:t>
            </a:r>
          </a:p>
        </p:txBody>
      </p:sp>
      <p:sp>
        <p:nvSpPr>
          <p:cNvPr id="7" name="Text 1"/>
          <p:cNvSpPr/>
          <p:nvPr/>
        </p:nvSpPr>
        <p:spPr>
          <a:xfrm>
            <a:off x="897313" y="3188437"/>
            <a:ext cx="4608136" cy="1733550"/>
          </a:xfrm>
          <a:prstGeom prst="rect">
            <a:avLst/>
          </a:prstGeom>
          <a:noFill/>
          <a:ln/>
        </p:spPr>
        <p:txBody>
          <a:bodyPr wrap="square" lIns="0" tIns="0" rIns="0" bIns="0" rtlCol="0" anchor="ctr"/>
          <a:lstStyle/>
          <a:p>
            <a:pPr marL="0" indent="0" algn="l">
              <a:lnSpc>
                <a:spcPts val="1600"/>
              </a:lnSpc>
              <a:spcBef>
                <a:spcPts val="600"/>
              </a:spcBef>
              <a:spcAft>
                <a:spcPts val="600"/>
              </a:spcAft>
              <a:buNone/>
            </a:pPr>
            <a:r>
              <a:rPr lang="en-US" sz="1600" b="1" dirty="0">
                <a:solidFill>
                  <a:srgbClr val="1D1D1D"/>
                </a:solidFill>
                <a:latin typeface="Titillium Web" pitchFamily="34" charset="0"/>
                <a:ea typeface="Titillium Web" pitchFamily="34" charset="-122"/>
                <a:cs typeface="Titillium Web" pitchFamily="34" charset="-120"/>
              </a:rPr>
              <a:t> </a:t>
            </a:r>
            <a:r>
              <a:rPr lang="en-US" sz="1200" dirty="0">
                <a:solidFill>
                  <a:srgbClr val="000000"/>
                </a:solidFill>
              </a:rPr>
              <a:t> </a:t>
            </a:r>
            <a:endParaRPr lang="en-US" sz="1200" dirty="0"/>
          </a:p>
        </p:txBody>
      </p:sp>
      <p:sp>
        <p:nvSpPr>
          <p:cNvPr id="8" name="Text 2"/>
          <p:cNvSpPr/>
          <p:nvPr/>
        </p:nvSpPr>
        <p:spPr>
          <a:xfrm>
            <a:off x="807232" y="677036"/>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9" name="Text 3"/>
          <p:cNvSpPr/>
          <p:nvPr/>
        </p:nvSpPr>
        <p:spPr>
          <a:xfrm>
            <a:off x="5187639" y="677036"/>
            <a:ext cx="1771650" cy="209550"/>
          </a:xfrm>
          <a:prstGeom prst="rect">
            <a:avLst/>
          </a:prstGeom>
          <a:noFill/>
          <a:ln/>
        </p:spPr>
        <p:txBody>
          <a:bodyPr wrap="square" lIns="0" tIns="0" rIns="0" bIns="0" rtlCol="0" anchor="ctr"/>
          <a:lstStyle/>
          <a:p>
            <a:pPr algn="r">
              <a:lnSpc>
                <a:spcPct val="79650"/>
              </a:lnSpc>
            </a:pPr>
            <a:r>
              <a:rPr lang="en-US" sz="1350" i="1" dirty="0">
                <a:solidFill>
                  <a:srgbClr val="1D1D1D"/>
                </a:solidFill>
                <a:latin typeface="Titillium Web" pitchFamily="34" charset="0"/>
                <a:ea typeface="Titillium Web" pitchFamily="34" charset="-122"/>
                <a:cs typeface="Titillium Web" pitchFamily="34" charset="-120"/>
              </a:rPr>
              <a:t>{{</a:t>
            </a:r>
            <a:r>
              <a:rPr lang="en-US" sz="1350" i="1" dirty="0" err="1">
                <a:solidFill>
                  <a:srgbClr val="1D1D1D"/>
                </a:solidFill>
                <a:latin typeface="Titillium Web" pitchFamily="34" charset="0"/>
                <a:ea typeface="Titillium Web" pitchFamily="34" charset="-122"/>
                <a:cs typeface="Titillium Web" pitchFamily="34" charset="-120"/>
              </a:rPr>
              <a:t>currentMonthYear</a:t>
            </a:r>
            <a:r>
              <a:rPr lang="en-US" sz="1350" i="1" dirty="0">
                <a:solidFill>
                  <a:srgbClr val="1D1D1D"/>
                </a:solidFill>
                <a:latin typeface="Titillium Web" pitchFamily="34" charset="0"/>
                <a:ea typeface="Titillium Web" pitchFamily="34" charset="-122"/>
                <a:cs typeface="Titillium Web" pitchFamily="34" charset="-120"/>
              </a:rPr>
              <a:t>}}</a:t>
            </a:r>
            <a:endParaRPr lang="en-US" sz="1350" dirty="0"/>
          </a:p>
        </p:txBody>
      </p:sp>
      <p:sp>
        <p:nvSpPr>
          <p:cNvPr id="12" name="Text 4"/>
          <p:cNvSpPr/>
          <p:nvPr/>
        </p:nvSpPr>
        <p:spPr>
          <a:xfrm>
            <a:off x="796963" y="7273799"/>
            <a:ext cx="5720100" cy="473539"/>
          </a:xfrm>
          <a:prstGeom prst="rect">
            <a:avLst/>
          </a:prstGeom>
          <a:noFill/>
          <a:ln/>
        </p:spPr>
        <p:txBody>
          <a:bodyPr wrap="square" lIns="0" tIns="0" rIns="0" bIns="0" rtlCol="0" anchor="ctr"/>
          <a:lstStyle/>
          <a:p>
            <a:pPr marL="0" indent="0" algn="l">
              <a:lnSpc>
                <a:spcPct val="79650"/>
              </a:lnSpc>
              <a:buNone/>
            </a:pPr>
            <a:r>
              <a:rPr lang="en-US" sz="1425" b="1" dirty="0">
                <a:solidFill>
                  <a:srgbClr val="2B2B35"/>
                </a:solidFill>
                <a:latin typeface="Titillium Web" panose="00000500000000000000" pitchFamily="2" charset="0"/>
                <a:ea typeface="Roboto Condensed" pitchFamily="34" charset="-122"/>
                <a:cs typeface="Roboto Condensed" pitchFamily="34" charset="-120"/>
              </a:rPr>
              <a:t>Table 3: </a:t>
            </a:r>
            <a:r>
              <a:rPr lang="en-US" sz="1425" dirty="0">
                <a:solidFill>
                  <a:srgbClr val="2B2B35"/>
                </a:solidFill>
                <a:latin typeface="Titillium Web" panose="00000500000000000000" pitchFamily="2" charset="0"/>
                <a:ea typeface="Roboto Condensed" pitchFamily="34" charset="-122"/>
                <a:cs typeface="Roboto Condensed" pitchFamily="34" charset="-120"/>
              </a:rPr>
              <a:t>Financial Systems Assessment</a:t>
            </a:r>
          </a:p>
          <a:p>
            <a:pPr marL="0" indent="0" algn="l">
              <a:lnSpc>
                <a:spcPct val="79650"/>
              </a:lnSpc>
              <a:buNone/>
            </a:pPr>
            <a:endParaRPr lang="en-US" sz="1425" dirty="0"/>
          </a:p>
        </p:txBody>
      </p:sp>
      <p:sp>
        <p:nvSpPr>
          <p:cNvPr id="13" name="Text 5"/>
          <p:cNvSpPr/>
          <p:nvPr/>
        </p:nvSpPr>
        <p:spPr>
          <a:xfrm>
            <a:off x="7419975" y="9829800"/>
            <a:ext cx="352425"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itchFamily="34" charset="0"/>
                <a:ea typeface="Titillium Web" pitchFamily="34" charset="-122"/>
                <a:cs typeface="Titillium Web" pitchFamily="34" charset="-120"/>
              </a:rPr>
              <a:t>19</a:t>
            </a:r>
            <a:endParaRPr lang="en-US" sz="1200" dirty="0"/>
          </a:p>
        </p:txBody>
      </p:sp>
      <p:graphicFrame>
        <p:nvGraphicFramePr>
          <p:cNvPr id="14" name="Table 13">
            <a:extLst>
              <a:ext uri="{FF2B5EF4-FFF2-40B4-BE49-F238E27FC236}">
                <a16:creationId xmlns:a16="http://schemas.microsoft.com/office/drawing/2014/main" id="{F962D290-DE3F-CF75-3B22-A4FC27648D54}"/>
              </a:ext>
            </a:extLst>
          </p:cNvPr>
          <p:cNvGraphicFramePr>
            <a:graphicFrameLocks noGrp="1"/>
          </p:cNvGraphicFramePr>
          <p:nvPr>
            <p:extLst>
              <p:ext uri="{D42A27DB-BD31-4B8C-83A1-F6EECF244321}">
                <p14:modId xmlns:p14="http://schemas.microsoft.com/office/powerpoint/2010/main" val="1292156124"/>
              </p:ext>
            </p:extLst>
          </p:nvPr>
        </p:nvGraphicFramePr>
        <p:xfrm>
          <a:off x="796962" y="3840275"/>
          <a:ext cx="6516534" cy="3298764"/>
        </p:xfrm>
        <a:graphic>
          <a:graphicData uri="http://schemas.openxmlformats.org/drawingml/2006/table">
            <a:tbl>
              <a:tblPr firstRow="1" firstCol="1" bandRow="1">
                <a:tableStyleId>{7E9639D4-E3E2-4D34-9284-5A2195B3D0D7}</a:tableStyleId>
              </a:tblPr>
              <a:tblGrid>
                <a:gridCol w="3258267">
                  <a:extLst>
                    <a:ext uri="{9D8B030D-6E8A-4147-A177-3AD203B41FA5}">
                      <a16:colId xmlns:a16="http://schemas.microsoft.com/office/drawing/2014/main" val="2614702910"/>
                    </a:ext>
                  </a:extLst>
                </a:gridCol>
                <a:gridCol w="3258267">
                  <a:extLst>
                    <a:ext uri="{9D8B030D-6E8A-4147-A177-3AD203B41FA5}">
                      <a16:colId xmlns:a16="http://schemas.microsoft.com/office/drawing/2014/main" val="2490726485"/>
                    </a:ext>
                  </a:extLst>
                </a:gridCol>
              </a:tblGrid>
              <a:tr h="549794">
                <a:tc>
                  <a:txBody>
                    <a:bodyPr/>
                    <a:lstStyle/>
                    <a:p>
                      <a:pPr algn="l">
                        <a:lnSpc>
                          <a:spcPct val="115000"/>
                        </a:lnSpc>
                        <a:spcBef>
                          <a:spcPts val="600"/>
                        </a:spcBef>
                        <a:spcAft>
                          <a:spcPts val="600"/>
                        </a:spcAft>
                        <a:buNone/>
                      </a:pPr>
                      <a:r>
                        <a:rPr lang="en-ZA" sz="1200" kern="0" dirty="0">
                          <a:effectLst/>
                          <a:latin typeface="Titillium Web" panose="00000500000000000000" pitchFamily="2" charset="0"/>
                        </a:rPr>
                        <a:t>Financial Indicator</a:t>
                      </a:r>
                      <a:endParaRPr lang="en-ZA" sz="11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50000"/>
                      </a:schemeClr>
                    </a:solidFill>
                  </a:tcPr>
                </a:tc>
                <a:tc>
                  <a:txBody>
                    <a:bodyPr/>
                    <a:lstStyle/>
                    <a:p>
                      <a:pPr algn="l">
                        <a:lnSpc>
                          <a:spcPct val="115000"/>
                        </a:lnSpc>
                        <a:spcBef>
                          <a:spcPts val="600"/>
                        </a:spcBef>
                        <a:spcAft>
                          <a:spcPts val="600"/>
                        </a:spcAft>
                        <a:buNone/>
                      </a:pPr>
                      <a:r>
                        <a:rPr lang="en-ZA" sz="1200" kern="0" dirty="0">
                          <a:effectLst/>
                          <a:latin typeface="Titillium Web" panose="00000500000000000000" pitchFamily="2" charset="0"/>
                        </a:rPr>
                        <a:t>Findings</a:t>
                      </a:r>
                      <a:endParaRPr lang="en-ZA" sz="11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3863859858"/>
                  </a:ext>
                </a:extLst>
              </a:tr>
              <a:tr h="549794">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Budgeting and Forecasting</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US" sz="1000" kern="0" dirty="0" err="1">
                          <a:effectLst/>
                          <a:latin typeface="Titillium Web" panose="00000500000000000000" pitchFamily="2" charset="0"/>
                        </a:rPr>
                        <a:t>finPosFIndsBnF</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8238273"/>
                  </a:ext>
                </a:extLst>
              </a:tr>
              <a:tr h="549794">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Financial Controls</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US" sz="1000" kern="0" dirty="0" err="1">
                          <a:effectLst/>
                          <a:latin typeface="Titillium Web" panose="00000500000000000000" pitchFamily="2" charset="0"/>
                        </a:rPr>
                        <a:t>finPostFindsFc</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7110045"/>
                  </a:ext>
                </a:extLst>
              </a:tr>
              <a:tr h="549794">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Profitability and Cost Tracking</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US" sz="1000" kern="0" dirty="0" err="1">
                          <a:effectLst/>
                          <a:latin typeface="Titillium Web" panose="00000500000000000000" pitchFamily="2" charset="0"/>
                        </a:rPr>
                        <a:t>finPosFindsPosPct</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7738142"/>
                  </a:ext>
                </a:extLst>
              </a:tr>
              <a:tr h="549794">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Financial Reporting and Analysis</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US" sz="1000" kern="0" dirty="0" err="1">
                          <a:effectLst/>
                          <a:latin typeface="Titillium Web" panose="00000500000000000000" pitchFamily="2" charset="0"/>
                        </a:rPr>
                        <a:t>finPosFindsFra</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1689709"/>
                  </a:ext>
                </a:extLst>
              </a:tr>
              <a:tr h="549794">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Fundraising and Capital Planning</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US" sz="1000" kern="0" dirty="0" err="1">
                          <a:effectLst/>
                          <a:latin typeface="Titillium Web" panose="00000500000000000000" pitchFamily="2" charset="0"/>
                        </a:rPr>
                        <a:t>finPosFindsFcp</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8875948"/>
                  </a:ext>
                </a:extLst>
              </a:tr>
            </a:tbl>
          </a:graphicData>
        </a:graphic>
      </p:graphicFrame>
      <p:sp>
        <p:nvSpPr>
          <p:cNvPr id="11" name="TextBox 10">
            <a:extLst>
              <a:ext uri="{FF2B5EF4-FFF2-40B4-BE49-F238E27FC236}">
                <a16:creationId xmlns:a16="http://schemas.microsoft.com/office/drawing/2014/main" id="{CC437069-F041-48CF-F949-C0A1050BE3FA}"/>
              </a:ext>
            </a:extLst>
          </p:cNvPr>
          <p:cNvSpPr txBox="1"/>
          <p:nvPr/>
        </p:nvSpPr>
        <p:spPr>
          <a:xfrm>
            <a:off x="807232" y="2545491"/>
            <a:ext cx="4784550" cy="1113125"/>
          </a:xfrm>
          <a:prstGeom prst="rect">
            <a:avLst/>
          </a:prstGeom>
          <a:noFill/>
        </p:spPr>
        <p:txBody>
          <a:bodyPr wrap="square" rtlCol="0">
            <a:spAutoFit/>
          </a:bodyPr>
          <a:lstStyle/>
          <a:p>
            <a:pPr>
              <a:lnSpc>
                <a:spcPts val="1600"/>
              </a:lnSpc>
              <a:spcBef>
                <a:spcPts val="600"/>
              </a:spcBef>
              <a:spcAft>
                <a:spcPts val="600"/>
              </a:spcAft>
            </a:pPr>
            <a:r>
              <a:rPr lang="en-US" sz="1200" dirty="0">
                <a:latin typeface="Titillium Web" panose="00000500000000000000" pitchFamily="2" charset="0"/>
              </a:rPr>
              <a:t>The financial review of {{</a:t>
            </a:r>
            <a:r>
              <a:rPr lang="en-US" sz="1200" dirty="0" err="1">
                <a:latin typeface="Titillium Web" panose="00000500000000000000" pitchFamily="2" charset="0"/>
              </a:rPr>
              <a:t>companyNameNormal</a:t>
            </a:r>
            <a:r>
              <a:rPr lang="en-US" sz="1200" dirty="0">
                <a:latin typeface="Titillium Web" panose="00000500000000000000" pitchFamily="2" charset="0"/>
              </a:rPr>
              <a:t>}} highlights several foundational weaknesses across core financial functions. While sales activity is evident and the cost structure is understood at a basic level, the enterprise lacks formal processes, system integration, and financial oversight</a:t>
            </a:r>
          </a:p>
        </p:txBody>
      </p:sp>
      <p:grpSp>
        <p:nvGrpSpPr>
          <p:cNvPr id="10" name="Group 9">
            <a:extLst>
              <a:ext uri="{FF2B5EF4-FFF2-40B4-BE49-F238E27FC236}">
                <a16:creationId xmlns:a16="http://schemas.microsoft.com/office/drawing/2014/main" id="{F5C8E546-4B94-2D06-7D22-9B33C3C865A8}"/>
              </a:ext>
            </a:extLst>
          </p:cNvPr>
          <p:cNvGrpSpPr/>
          <p:nvPr/>
        </p:nvGrpSpPr>
        <p:grpSpPr>
          <a:xfrm>
            <a:off x="5999045" y="7902997"/>
            <a:ext cx="1314450" cy="1449210"/>
            <a:chOff x="5999045" y="7407697"/>
            <a:chExt cx="1314450" cy="1449210"/>
          </a:xfrm>
        </p:grpSpPr>
        <p:sp>
          <p:nvSpPr>
            <p:cNvPr id="15" name="Text 4">
              <a:extLst>
                <a:ext uri="{FF2B5EF4-FFF2-40B4-BE49-F238E27FC236}">
                  <a16:creationId xmlns:a16="http://schemas.microsoft.com/office/drawing/2014/main" id="{BF599FB9-F4C9-CBCB-F5B4-B27ED7C23A44}"/>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6" name="Image 4" descr="preencoded.png">
              <a:extLst>
                <a:ext uri="{FF2B5EF4-FFF2-40B4-BE49-F238E27FC236}">
                  <a16:creationId xmlns:a16="http://schemas.microsoft.com/office/drawing/2014/main" id="{83F67624-AED9-CBD4-6D98-622FED5C9381}"/>
                </a:ext>
              </a:extLst>
            </p:cNvPr>
            <p:cNvPicPr>
              <a:picLocks noChangeAspect="1"/>
            </p:cNvPicPr>
            <p:nvPr/>
          </p:nvPicPr>
          <p:blipFill>
            <a:blip r:embed="rId4"/>
            <a:stretch>
              <a:fillRect/>
            </a:stretch>
          </p:blipFill>
          <p:spPr>
            <a:xfrm>
              <a:off x="6799145" y="7407697"/>
              <a:ext cx="514350" cy="400050"/>
            </a:xfrm>
            <a:prstGeom prst="rect">
              <a:avLst/>
            </a:prstGeom>
          </p:spPr>
        </p:pic>
      </p:grpSp>
      <p:grpSp>
        <p:nvGrpSpPr>
          <p:cNvPr id="3" name="Group 2">
            <a:extLst>
              <a:ext uri="{FF2B5EF4-FFF2-40B4-BE49-F238E27FC236}">
                <a16:creationId xmlns:a16="http://schemas.microsoft.com/office/drawing/2014/main" id="{0B0503F3-9437-D99E-FFA4-5CFD5EF1C302}"/>
              </a:ext>
            </a:extLst>
          </p:cNvPr>
          <p:cNvGrpSpPr/>
          <p:nvPr/>
        </p:nvGrpSpPr>
        <p:grpSpPr>
          <a:xfrm>
            <a:off x="5591781" y="1412484"/>
            <a:ext cx="1382886" cy="1387866"/>
            <a:chOff x="5591781" y="1412484"/>
            <a:chExt cx="1382886" cy="1387866"/>
          </a:xfrm>
        </p:grpSpPr>
        <p:sp>
          <p:nvSpPr>
            <p:cNvPr id="20" name="Rectangle 19">
              <a:extLst>
                <a:ext uri="{FF2B5EF4-FFF2-40B4-BE49-F238E27FC236}">
                  <a16:creationId xmlns:a16="http://schemas.microsoft.com/office/drawing/2014/main" id="{03908195-615D-3D83-FB24-65E136492F55}"/>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1" name="Picture 20">
              <a:extLst>
                <a:ext uri="{FF2B5EF4-FFF2-40B4-BE49-F238E27FC236}">
                  <a16:creationId xmlns:a16="http://schemas.microsoft.com/office/drawing/2014/main" id="{52DABDD6-DCAE-BBE0-0AFE-146234C11DC7}"/>
                </a:ext>
              </a:extLst>
            </p:cNvPr>
            <p:cNvPicPr>
              <a:picLocks noChangeAspect="1"/>
            </p:cNvPicPr>
            <p:nvPr/>
          </p:nvPicPr>
          <p:blipFill>
            <a:blip r:embed="rId5"/>
            <a:srcRect l="10092" r="10092"/>
            <a:stretch/>
          </p:blipFill>
          <p:spPr>
            <a:xfrm>
              <a:off x="5591781" y="1712378"/>
              <a:ext cx="1158067" cy="762487"/>
            </a:xfrm>
            <a:prstGeom prst="rect">
              <a:avLst/>
            </a:prstGeom>
          </p:spPr>
        </p:pic>
        <p:sp>
          <p:nvSpPr>
            <p:cNvPr id="22" name="Rectangle 21">
              <a:extLst>
                <a:ext uri="{FF2B5EF4-FFF2-40B4-BE49-F238E27FC236}">
                  <a16:creationId xmlns:a16="http://schemas.microsoft.com/office/drawing/2014/main" id="{ADF0FBF2-B782-AA81-411B-C544C8634FD6}"/>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C0566-95C1-7BBE-3338-9397E65CA71F}"/>
            </a:ext>
          </a:extLst>
        </p:cNvPr>
        <p:cNvGrpSpPr/>
        <p:nvPr/>
      </p:nvGrpSpPr>
      <p:grpSpPr>
        <a:xfrm>
          <a:off x="0" y="0"/>
          <a:ext cx="0" cy="0"/>
          <a:chOff x="0" y="0"/>
          <a:chExt cx="0" cy="0"/>
        </a:xfrm>
      </p:grpSpPr>
      <p:pic>
        <p:nvPicPr>
          <p:cNvPr id="4" name="Image 2" descr="preencoded.png">
            <a:extLst>
              <a:ext uri="{FF2B5EF4-FFF2-40B4-BE49-F238E27FC236}">
                <a16:creationId xmlns:a16="http://schemas.microsoft.com/office/drawing/2014/main" id="{E1B1807D-3EC6-4C3B-9A15-C6D23618B5A4}"/>
              </a:ext>
            </a:extLst>
          </p:cNvPr>
          <p:cNvPicPr>
            <a:picLocks noChangeAspect="1"/>
          </p:cNvPicPr>
          <p:nvPr/>
        </p:nvPicPr>
        <p:blipFill>
          <a:blip r:embed="rId3"/>
          <a:stretch>
            <a:fillRect/>
          </a:stretch>
        </p:blipFill>
        <p:spPr>
          <a:xfrm>
            <a:off x="807232" y="1549479"/>
            <a:ext cx="85725" cy="981075"/>
          </a:xfrm>
          <a:prstGeom prst="rect">
            <a:avLst/>
          </a:prstGeom>
        </p:spPr>
      </p:pic>
      <p:pic>
        <p:nvPicPr>
          <p:cNvPr id="5" name="Image 3" descr="preencoded.png">
            <a:extLst>
              <a:ext uri="{FF2B5EF4-FFF2-40B4-BE49-F238E27FC236}">
                <a16:creationId xmlns:a16="http://schemas.microsoft.com/office/drawing/2014/main" id="{1595C6F3-0191-AC74-BC47-81F4FF12C2DC}"/>
              </a:ext>
            </a:extLst>
          </p:cNvPr>
          <p:cNvPicPr>
            <a:picLocks noChangeAspect="1"/>
          </p:cNvPicPr>
          <p:nvPr/>
        </p:nvPicPr>
        <p:blipFill>
          <a:blip r:embed="rId4"/>
          <a:stretch>
            <a:fillRect/>
          </a:stretch>
        </p:blipFill>
        <p:spPr>
          <a:xfrm>
            <a:off x="796962" y="919932"/>
            <a:ext cx="6177705" cy="190500"/>
          </a:xfrm>
          <a:prstGeom prst="rect">
            <a:avLst/>
          </a:prstGeom>
        </p:spPr>
      </p:pic>
      <p:sp>
        <p:nvSpPr>
          <p:cNvPr id="6" name="Text 0">
            <a:extLst>
              <a:ext uri="{FF2B5EF4-FFF2-40B4-BE49-F238E27FC236}">
                <a16:creationId xmlns:a16="http://schemas.microsoft.com/office/drawing/2014/main" id="{6E2560B9-5CC9-0B72-0325-95C66E83AC52}"/>
              </a:ext>
            </a:extLst>
          </p:cNvPr>
          <p:cNvSpPr/>
          <p:nvPr/>
        </p:nvSpPr>
        <p:spPr>
          <a:xfrm>
            <a:off x="966743" y="1728842"/>
            <a:ext cx="3676650" cy="762488"/>
          </a:xfrm>
          <a:prstGeom prst="rect">
            <a:avLst/>
          </a:prstGeom>
          <a:noFill/>
          <a:ln/>
        </p:spPr>
        <p:txBody>
          <a:bodyPr wrap="square" lIns="0" tIns="0" rIns="0" bIns="0" rtlCol="0" anchor="ctr"/>
          <a:lstStyle/>
          <a:p>
            <a:pPr marL="0" indent="0" algn="l">
              <a:buNone/>
            </a:pPr>
            <a:r>
              <a:rPr lang="en-US" sz="2800" b="1" dirty="0">
                <a:solidFill>
                  <a:srgbClr val="1D1D1D"/>
                </a:solidFill>
                <a:latin typeface="Titillium Web" panose="00000500000000000000" pitchFamily="2" charset="0"/>
                <a:ea typeface="Sora" pitchFamily="34" charset="-122"/>
                <a:cs typeface="Sora" pitchFamily="34" charset="-120"/>
              </a:rPr>
              <a:t>4.4 Financial Score</a:t>
            </a:r>
          </a:p>
        </p:txBody>
      </p:sp>
      <p:sp>
        <p:nvSpPr>
          <p:cNvPr id="7" name="Text 1">
            <a:extLst>
              <a:ext uri="{FF2B5EF4-FFF2-40B4-BE49-F238E27FC236}">
                <a16:creationId xmlns:a16="http://schemas.microsoft.com/office/drawing/2014/main" id="{62AF0155-4C20-3BF0-884F-EB30ED7246DF}"/>
              </a:ext>
            </a:extLst>
          </p:cNvPr>
          <p:cNvSpPr/>
          <p:nvPr/>
        </p:nvSpPr>
        <p:spPr>
          <a:xfrm>
            <a:off x="897313" y="3188437"/>
            <a:ext cx="4608136" cy="1733550"/>
          </a:xfrm>
          <a:prstGeom prst="rect">
            <a:avLst/>
          </a:prstGeom>
          <a:noFill/>
          <a:ln/>
        </p:spPr>
        <p:txBody>
          <a:bodyPr wrap="square" lIns="0" tIns="0" rIns="0" bIns="0" rtlCol="0" anchor="ctr"/>
          <a:lstStyle/>
          <a:p>
            <a:pPr marL="0" indent="0" algn="l">
              <a:spcBef>
                <a:spcPts val="600"/>
              </a:spcBef>
              <a:spcAft>
                <a:spcPts val="600"/>
              </a:spcAft>
              <a:buNone/>
            </a:pPr>
            <a:r>
              <a:rPr lang="en-US" sz="1600" b="1" dirty="0">
                <a:solidFill>
                  <a:srgbClr val="1D1D1D"/>
                </a:solidFill>
                <a:latin typeface="Titillium Web" panose="00000500000000000000" pitchFamily="2" charset="0"/>
                <a:ea typeface="Titillium Web" pitchFamily="34" charset="-122"/>
                <a:cs typeface="Titillium Web" pitchFamily="34" charset="-120"/>
              </a:rPr>
              <a:t> </a:t>
            </a:r>
            <a:r>
              <a:rPr lang="en-US" sz="1200" dirty="0">
                <a:solidFill>
                  <a:srgbClr val="000000"/>
                </a:solidFill>
                <a:latin typeface="Titillium Web" panose="00000500000000000000" pitchFamily="2" charset="0"/>
              </a:rPr>
              <a:t> </a:t>
            </a:r>
            <a:endParaRPr lang="en-US" sz="1200" dirty="0">
              <a:latin typeface="Titillium Web" panose="00000500000000000000" pitchFamily="2" charset="0"/>
            </a:endParaRPr>
          </a:p>
        </p:txBody>
      </p:sp>
      <p:sp>
        <p:nvSpPr>
          <p:cNvPr id="8" name="Text 2">
            <a:extLst>
              <a:ext uri="{FF2B5EF4-FFF2-40B4-BE49-F238E27FC236}">
                <a16:creationId xmlns:a16="http://schemas.microsoft.com/office/drawing/2014/main" id="{A47B13AB-142F-29F8-5143-DBAB71B20347}"/>
              </a:ext>
            </a:extLst>
          </p:cNvPr>
          <p:cNvSpPr/>
          <p:nvPr/>
        </p:nvSpPr>
        <p:spPr>
          <a:xfrm>
            <a:off x="807232" y="677036"/>
            <a:ext cx="2705100" cy="209550"/>
          </a:xfrm>
          <a:prstGeom prst="rect">
            <a:avLst/>
          </a:prstGeom>
          <a:noFill/>
          <a:ln/>
        </p:spPr>
        <p:txBody>
          <a:bodyPr wrap="square" lIns="0" tIns="0" rIns="0" bIns="0" rtlCol="0" anchor="ctr"/>
          <a:lstStyle/>
          <a:p>
            <a:pPr marL="0" indent="0" algn="l">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9" name="Text 3">
            <a:extLst>
              <a:ext uri="{FF2B5EF4-FFF2-40B4-BE49-F238E27FC236}">
                <a16:creationId xmlns:a16="http://schemas.microsoft.com/office/drawing/2014/main" id="{12277717-CE4C-CEA9-A305-795A053336E5}"/>
              </a:ext>
            </a:extLst>
          </p:cNvPr>
          <p:cNvSpPr/>
          <p:nvPr/>
        </p:nvSpPr>
        <p:spPr>
          <a:xfrm>
            <a:off x="5187639" y="677036"/>
            <a:ext cx="1771650" cy="209550"/>
          </a:xfrm>
          <a:prstGeom prst="rect">
            <a:avLst/>
          </a:prstGeom>
          <a:noFill/>
          <a:ln/>
        </p:spPr>
        <p:txBody>
          <a:bodyPr wrap="square" lIns="0" tIns="0" rIns="0" bIns="0" rtlCol="0" anchor="ctr"/>
          <a:lstStyle/>
          <a:p>
            <a:pPr marL="0" indent="0" algn="r">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F41666D8-EF70-C3D2-A463-0E4227840E09}"/>
              </a:ext>
            </a:extLst>
          </p:cNvPr>
          <p:cNvSpPr/>
          <p:nvPr/>
        </p:nvSpPr>
        <p:spPr>
          <a:xfrm>
            <a:off x="7419975" y="9829800"/>
            <a:ext cx="352425"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19</a:t>
            </a:r>
            <a:endParaRPr lang="en-US" sz="1200" dirty="0">
              <a:latin typeface="Titillium Web" panose="00000500000000000000" pitchFamily="2" charset="0"/>
            </a:endParaRPr>
          </a:p>
        </p:txBody>
      </p:sp>
      <p:grpSp>
        <p:nvGrpSpPr>
          <p:cNvPr id="11" name="Group 10">
            <a:extLst>
              <a:ext uri="{FF2B5EF4-FFF2-40B4-BE49-F238E27FC236}">
                <a16:creationId xmlns:a16="http://schemas.microsoft.com/office/drawing/2014/main" id="{C3F8A891-2CCB-D21E-8362-3FC0F0A4F941}"/>
              </a:ext>
            </a:extLst>
          </p:cNvPr>
          <p:cNvGrpSpPr/>
          <p:nvPr/>
        </p:nvGrpSpPr>
        <p:grpSpPr>
          <a:xfrm>
            <a:off x="256735" y="3363160"/>
            <a:ext cx="4979684" cy="6440990"/>
            <a:chOff x="1650861" y="1521118"/>
            <a:chExt cx="3318131" cy="6440990"/>
          </a:xfrm>
        </p:grpSpPr>
        <p:pic>
          <p:nvPicPr>
            <p:cNvPr id="16" name="Image 10" descr="preencoded.png">
              <a:extLst>
                <a:ext uri="{FF2B5EF4-FFF2-40B4-BE49-F238E27FC236}">
                  <a16:creationId xmlns:a16="http://schemas.microsoft.com/office/drawing/2014/main" id="{192D5E0F-56C1-1860-CA28-6F6D31D9A06B}"/>
                </a:ext>
              </a:extLst>
            </p:cNvPr>
            <p:cNvPicPr>
              <a:picLocks noChangeAspect="1"/>
            </p:cNvPicPr>
            <p:nvPr/>
          </p:nvPicPr>
          <p:blipFill>
            <a:blip r:embed="rId5"/>
            <a:stretch>
              <a:fillRect/>
            </a:stretch>
          </p:blipFill>
          <p:spPr>
            <a:xfrm>
              <a:off x="1658790" y="1521119"/>
              <a:ext cx="706291" cy="1174114"/>
            </a:xfrm>
            <a:prstGeom prst="rect">
              <a:avLst/>
            </a:prstGeom>
          </p:spPr>
        </p:pic>
        <p:pic>
          <p:nvPicPr>
            <p:cNvPr id="20" name="Image 14" descr="preencoded.png">
              <a:extLst>
                <a:ext uri="{FF2B5EF4-FFF2-40B4-BE49-F238E27FC236}">
                  <a16:creationId xmlns:a16="http://schemas.microsoft.com/office/drawing/2014/main" id="{FA3B5A35-DE3F-1309-7BB9-B99FFFBBB0A7}"/>
                </a:ext>
              </a:extLst>
            </p:cNvPr>
            <p:cNvPicPr>
              <a:picLocks noChangeAspect="1"/>
            </p:cNvPicPr>
            <p:nvPr/>
          </p:nvPicPr>
          <p:blipFill>
            <a:blip r:embed="rId6"/>
            <a:stretch>
              <a:fillRect/>
            </a:stretch>
          </p:blipFill>
          <p:spPr>
            <a:xfrm>
              <a:off x="1658791" y="2837838"/>
              <a:ext cx="706291" cy="1174114"/>
            </a:xfrm>
            <a:prstGeom prst="rect">
              <a:avLst/>
            </a:prstGeom>
          </p:spPr>
        </p:pic>
        <p:pic>
          <p:nvPicPr>
            <p:cNvPr id="24" name="Image 18" descr="preencoded.png">
              <a:extLst>
                <a:ext uri="{FF2B5EF4-FFF2-40B4-BE49-F238E27FC236}">
                  <a16:creationId xmlns:a16="http://schemas.microsoft.com/office/drawing/2014/main" id="{A503EC06-3F44-7D09-0378-743F9E21AA0F}"/>
                </a:ext>
              </a:extLst>
            </p:cNvPr>
            <p:cNvPicPr>
              <a:picLocks noChangeAspect="1"/>
            </p:cNvPicPr>
            <p:nvPr/>
          </p:nvPicPr>
          <p:blipFill>
            <a:blip r:embed="rId7"/>
            <a:stretch>
              <a:fillRect/>
            </a:stretch>
          </p:blipFill>
          <p:spPr>
            <a:xfrm>
              <a:off x="1658791" y="4154557"/>
              <a:ext cx="706291" cy="1174114"/>
            </a:xfrm>
            <a:prstGeom prst="rect">
              <a:avLst/>
            </a:prstGeom>
          </p:spPr>
        </p:pic>
        <p:pic>
          <p:nvPicPr>
            <p:cNvPr id="28" name="Image 22" descr="preencoded.png">
              <a:extLst>
                <a:ext uri="{FF2B5EF4-FFF2-40B4-BE49-F238E27FC236}">
                  <a16:creationId xmlns:a16="http://schemas.microsoft.com/office/drawing/2014/main" id="{EBFE2404-5B00-C3C8-88BE-AA3ECE544C5B}"/>
                </a:ext>
              </a:extLst>
            </p:cNvPr>
            <p:cNvPicPr>
              <a:picLocks noChangeAspect="1"/>
            </p:cNvPicPr>
            <p:nvPr/>
          </p:nvPicPr>
          <p:blipFill>
            <a:blip r:embed="rId8"/>
            <a:stretch>
              <a:fillRect/>
            </a:stretch>
          </p:blipFill>
          <p:spPr>
            <a:xfrm>
              <a:off x="1658791" y="5471275"/>
              <a:ext cx="706291" cy="1174114"/>
            </a:xfrm>
            <a:prstGeom prst="rect">
              <a:avLst/>
            </a:prstGeom>
          </p:spPr>
        </p:pic>
        <p:pic>
          <p:nvPicPr>
            <p:cNvPr id="32" name="Image 26" descr="preencoded.png">
              <a:extLst>
                <a:ext uri="{FF2B5EF4-FFF2-40B4-BE49-F238E27FC236}">
                  <a16:creationId xmlns:a16="http://schemas.microsoft.com/office/drawing/2014/main" id="{F5995FF5-151F-EDCB-00E4-0800A0973F7E}"/>
                </a:ext>
              </a:extLst>
            </p:cNvPr>
            <p:cNvPicPr>
              <a:picLocks noChangeAspect="1"/>
            </p:cNvPicPr>
            <p:nvPr/>
          </p:nvPicPr>
          <p:blipFill>
            <a:blip r:embed="rId5"/>
            <a:stretch>
              <a:fillRect/>
            </a:stretch>
          </p:blipFill>
          <p:spPr>
            <a:xfrm>
              <a:off x="1658791" y="6787994"/>
              <a:ext cx="706291" cy="1174114"/>
            </a:xfrm>
            <a:prstGeom prst="rect">
              <a:avLst/>
            </a:prstGeom>
          </p:spPr>
        </p:pic>
        <p:sp>
          <p:nvSpPr>
            <p:cNvPr id="35" name="Text 1">
              <a:extLst>
                <a:ext uri="{FF2B5EF4-FFF2-40B4-BE49-F238E27FC236}">
                  <a16:creationId xmlns:a16="http://schemas.microsoft.com/office/drawing/2014/main" id="{C5960EDB-89F3-99C4-6F6D-6A327E62C855}"/>
                </a:ext>
              </a:extLst>
            </p:cNvPr>
            <p:cNvSpPr/>
            <p:nvPr/>
          </p:nvSpPr>
          <p:spPr>
            <a:xfrm>
              <a:off x="1650861" y="1521118"/>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ea typeface="Arial" pitchFamily="34" charset="-122"/>
                  <a:cs typeface="Arial" pitchFamily="34" charset="-120"/>
                </a:rPr>
                <a:t>13.8 %</a:t>
              </a:r>
              <a:endParaRPr lang="en-US" sz="1600" dirty="0">
                <a:latin typeface="Titillium Web" panose="00000500000000000000" pitchFamily="2" charset="0"/>
              </a:endParaRPr>
            </a:p>
          </p:txBody>
        </p:sp>
        <p:sp>
          <p:nvSpPr>
            <p:cNvPr id="36" name="Text 2">
              <a:extLst>
                <a:ext uri="{FF2B5EF4-FFF2-40B4-BE49-F238E27FC236}">
                  <a16:creationId xmlns:a16="http://schemas.microsoft.com/office/drawing/2014/main" id="{01A70D53-A1A1-B2A4-1DF6-1027574CFF50}"/>
                </a:ext>
              </a:extLst>
            </p:cNvPr>
            <p:cNvSpPr/>
            <p:nvPr/>
          </p:nvSpPr>
          <p:spPr>
            <a:xfrm>
              <a:off x="2507686" y="1581836"/>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ea typeface="Arial" pitchFamily="34" charset="-122"/>
                  <a:cs typeface="Arial" pitchFamily="34" charset="-120"/>
                </a:rPr>
                <a:t>Revenue Forecasting</a:t>
              </a:r>
              <a:endParaRPr lang="en-US" sz="1600" dirty="0">
                <a:latin typeface="Titillium Web" panose="00000500000000000000" pitchFamily="2" charset="0"/>
              </a:endParaRPr>
            </a:p>
          </p:txBody>
        </p:sp>
        <p:sp>
          <p:nvSpPr>
            <p:cNvPr id="37" name="Text 3">
              <a:extLst>
                <a:ext uri="{FF2B5EF4-FFF2-40B4-BE49-F238E27FC236}">
                  <a16:creationId xmlns:a16="http://schemas.microsoft.com/office/drawing/2014/main" id="{850FB22A-6743-2199-9E3B-DC4C7977D921}"/>
                </a:ext>
              </a:extLst>
            </p:cNvPr>
            <p:cNvSpPr/>
            <p:nvPr/>
          </p:nvSpPr>
          <p:spPr>
            <a:xfrm>
              <a:off x="2507686" y="1922716"/>
              <a:ext cx="2461306" cy="570420"/>
            </a:xfrm>
            <a:prstGeom prst="rect">
              <a:avLst/>
            </a:prstGeom>
            <a:noFill/>
            <a:ln/>
          </p:spPr>
          <p:txBody>
            <a:bodyPr wrap="square" lIns="0" tIns="0" rIns="0" bIns="0" rtlCol="0" anchor="ctr"/>
            <a:lstStyle/>
            <a:p>
              <a:r>
                <a:rPr lang="en-US" sz="1100" b="1" dirty="0">
                  <a:latin typeface="Titillium Web" panose="00000500000000000000" pitchFamily="2" charset="0"/>
                  <a:ea typeface="Arial" pitchFamily="34" charset="-122"/>
                  <a:cs typeface="Arial" pitchFamily="34" charset="-120"/>
                </a:rPr>
                <a:t>Weight:</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revenueForecastWeight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revenueForecastContributePercent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revenueForecastJustify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sp>
          <p:nvSpPr>
            <p:cNvPr id="38" name="Text 4">
              <a:extLst>
                <a:ext uri="{FF2B5EF4-FFF2-40B4-BE49-F238E27FC236}">
                  <a16:creationId xmlns:a16="http://schemas.microsoft.com/office/drawing/2014/main" id="{4227561D-CA4E-17B9-4A49-484BFCA2717E}"/>
                </a:ext>
              </a:extLst>
            </p:cNvPr>
            <p:cNvSpPr/>
            <p:nvPr/>
          </p:nvSpPr>
          <p:spPr>
            <a:xfrm>
              <a:off x="1650861" y="2837836"/>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cs typeface="Arial" pitchFamily="34" charset="-120"/>
                </a:rPr>
                <a:t>7%</a:t>
              </a:r>
              <a:endParaRPr lang="en-US" sz="1600" dirty="0">
                <a:latin typeface="Titillium Web" panose="00000500000000000000" pitchFamily="2" charset="0"/>
              </a:endParaRPr>
            </a:p>
          </p:txBody>
        </p:sp>
        <p:sp>
          <p:nvSpPr>
            <p:cNvPr id="39" name="Text 5">
              <a:extLst>
                <a:ext uri="{FF2B5EF4-FFF2-40B4-BE49-F238E27FC236}">
                  <a16:creationId xmlns:a16="http://schemas.microsoft.com/office/drawing/2014/main" id="{219244CA-C89F-3225-A825-6C167B59F89F}"/>
                </a:ext>
              </a:extLst>
            </p:cNvPr>
            <p:cNvSpPr/>
            <p:nvPr/>
          </p:nvSpPr>
          <p:spPr>
            <a:xfrm>
              <a:off x="2507686" y="2912203"/>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ea typeface="Arial" pitchFamily="34" charset="-122"/>
                  <a:cs typeface="Arial" pitchFamily="34" charset="-120"/>
                </a:rPr>
                <a:t>Budgeting &amp; Cost Control</a:t>
              </a:r>
              <a:endParaRPr lang="en-US" sz="1600" dirty="0">
                <a:latin typeface="Titillium Web" panose="00000500000000000000" pitchFamily="2" charset="0"/>
              </a:endParaRPr>
            </a:p>
          </p:txBody>
        </p:sp>
        <p:sp>
          <p:nvSpPr>
            <p:cNvPr id="40" name="Text 6">
              <a:extLst>
                <a:ext uri="{FF2B5EF4-FFF2-40B4-BE49-F238E27FC236}">
                  <a16:creationId xmlns:a16="http://schemas.microsoft.com/office/drawing/2014/main" id="{11D0EDBF-DD1D-92A8-23E0-D69874D1A6E5}"/>
                </a:ext>
              </a:extLst>
            </p:cNvPr>
            <p:cNvSpPr/>
            <p:nvPr/>
          </p:nvSpPr>
          <p:spPr>
            <a:xfrm>
              <a:off x="2507686" y="3239435"/>
              <a:ext cx="2329214" cy="570420"/>
            </a:xfrm>
            <a:prstGeom prst="rect">
              <a:avLst/>
            </a:prstGeom>
            <a:noFill/>
            <a:ln/>
          </p:spPr>
          <p:txBody>
            <a:bodyPr wrap="square" lIns="0" tIns="0" rIns="0" bIns="0" rtlCol="0" anchor="ctr"/>
            <a:lstStyle/>
            <a:p>
              <a:r>
                <a:rPr lang="en-US" sz="1100" b="1" dirty="0">
                  <a:latin typeface="Titillium Web" panose="00000500000000000000" pitchFamily="2" charset="0"/>
                  <a:ea typeface="Arial" pitchFamily="34" charset="-122"/>
                  <a:cs typeface="Arial" pitchFamily="34" charset="-120"/>
                </a:rPr>
                <a:t>Weight</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budgetCostCtrlWeight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budgetCostCtrlContributePercent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budgetCostCtrlJustify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sp>
          <p:nvSpPr>
            <p:cNvPr id="41" name="Text 7">
              <a:extLst>
                <a:ext uri="{FF2B5EF4-FFF2-40B4-BE49-F238E27FC236}">
                  <a16:creationId xmlns:a16="http://schemas.microsoft.com/office/drawing/2014/main" id="{EAEB23C1-A571-8A65-929C-6F614E948549}"/>
                </a:ext>
              </a:extLst>
            </p:cNvPr>
            <p:cNvSpPr/>
            <p:nvPr/>
          </p:nvSpPr>
          <p:spPr>
            <a:xfrm>
              <a:off x="1650861" y="4154555"/>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ea typeface="Arial" pitchFamily="34" charset="-122"/>
                  <a:cs typeface="Arial" pitchFamily="34" charset="-120"/>
                </a:rPr>
                <a:t>4%</a:t>
              </a:r>
              <a:endParaRPr lang="en-US" sz="1600" dirty="0">
                <a:latin typeface="Titillium Web" panose="00000500000000000000" pitchFamily="2" charset="0"/>
              </a:endParaRPr>
            </a:p>
          </p:txBody>
        </p:sp>
        <p:sp>
          <p:nvSpPr>
            <p:cNvPr id="42" name="Text 8">
              <a:extLst>
                <a:ext uri="{FF2B5EF4-FFF2-40B4-BE49-F238E27FC236}">
                  <a16:creationId xmlns:a16="http://schemas.microsoft.com/office/drawing/2014/main" id="{91F09946-F3CC-2597-2F9B-C8177EE43B6F}"/>
                </a:ext>
              </a:extLst>
            </p:cNvPr>
            <p:cNvSpPr/>
            <p:nvPr/>
          </p:nvSpPr>
          <p:spPr>
            <a:xfrm>
              <a:off x="2507686" y="4215273"/>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ea typeface="Arial" pitchFamily="34" charset="-122"/>
                  <a:cs typeface="Arial" pitchFamily="34" charset="-120"/>
                </a:rPr>
                <a:t>Financial Controls</a:t>
              </a:r>
              <a:endParaRPr lang="en-US" sz="1600" dirty="0">
                <a:latin typeface="Titillium Web" panose="00000500000000000000" pitchFamily="2" charset="0"/>
              </a:endParaRPr>
            </a:p>
          </p:txBody>
        </p:sp>
        <p:sp>
          <p:nvSpPr>
            <p:cNvPr id="43" name="Text 9">
              <a:extLst>
                <a:ext uri="{FF2B5EF4-FFF2-40B4-BE49-F238E27FC236}">
                  <a16:creationId xmlns:a16="http://schemas.microsoft.com/office/drawing/2014/main" id="{85DD18CD-5872-D9BB-2A9C-19964CDAE594}"/>
                </a:ext>
              </a:extLst>
            </p:cNvPr>
            <p:cNvSpPr/>
            <p:nvPr/>
          </p:nvSpPr>
          <p:spPr>
            <a:xfrm>
              <a:off x="2507686" y="4556154"/>
              <a:ext cx="2329214" cy="570420"/>
            </a:xfrm>
            <a:prstGeom prst="rect">
              <a:avLst/>
            </a:prstGeom>
            <a:noFill/>
            <a:ln/>
          </p:spPr>
          <p:txBody>
            <a:bodyPr wrap="square" lIns="0" tIns="0" rIns="0" bIns="0" rtlCol="0" anchor="ctr"/>
            <a:lstStyle/>
            <a:p>
              <a:r>
                <a:rPr lang="en-US" sz="1100" b="1" dirty="0">
                  <a:latin typeface="Titillium Web" panose="00000500000000000000" pitchFamily="2" charset="0"/>
                  <a:ea typeface="Arial" pitchFamily="34" charset="-122"/>
                  <a:cs typeface="Arial" pitchFamily="34" charset="-120"/>
                </a:rPr>
                <a:t>Weight</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finControlWeight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finControlContributeWeight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finCtrlJustify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sp>
          <p:nvSpPr>
            <p:cNvPr id="44" name="Text 10">
              <a:extLst>
                <a:ext uri="{FF2B5EF4-FFF2-40B4-BE49-F238E27FC236}">
                  <a16:creationId xmlns:a16="http://schemas.microsoft.com/office/drawing/2014/main" id="{C05B673D-8593-B462-FA34-270F5BD8BFF2}"/>
                </a:ext>
              </a:extLst>
            </p:cNvPr>
            <p:cNvSpPr/>
            <p:nvPr/>
          </p:nvSpPr>
          <p:spPr>
            <a:xfrm>
              <a:off x="1650861" y="5471274"/>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cs typeface="Arial" pitchFamily="34" charset="-120"/>
                </a:rPr>
                <a:t>8%</a:t>
              </a:r>
              <a:endParaRPr lang="en-US" sz="1600" dirty="0">
                <a:latin typeface="Titillium Web" panose="00000500000000000000" pitchFamily="2" charset="0"/>
              </a:endParaRPr>
            </a:p>
          </p:txBody>
        </p:sp>
        <p:sp>
          <p:nvSpPr>
            <p:cNvPr id="45" name="Text 11">
              <a:extLst>
                <a:ext uri="{FF2B5EF4-FFF2-40B4-BE49-F238E27FC236}">
                  <a16:creationId xmlns:a16="http://schemas.microsoft.com/office/drawing/2014/main" id="{5FEE720B-CD64-8813-AF75-BD80E38C8B37}"/>
                </a:ext>
              </a:extLst>
            </p:cNvPr>
            <p:cNvSpPr/>
            <p:nvPr/>
          </p:nvSpPr>
          <p:spPr>
            <a:xfrm>
              <a:off x="2507686" y="5531992"/>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ea typeface="Arial" pitchFamily="34" charset="-122"/>
                  <a:cs typeface="Arial" pitchFamily="34" charset="-120"/>
                </a:rPr>
                <a:t>Capital Access Planning</a:t>
              </a:r>
              <a:endParaRPr lang="en-US" sz="1600" dirty="0">
                <a:latin typeface="Titillium Web" panose="00000500000000000000" pitchFamily="2" charset="0"/>
              </a:endParaRPr>
            </a:p>
          </p:txBody>
        </p:sp>
        <p:sp>
          <p:nvSpPr>
            <p:cNvPr id="46" name="Text 12">
              <a:extLst>
                <a:ext uri="{FF2B5EF4-FFF2-40B4-BE49-F238E27FC236}">
                  <a16:creationId xmlns:a16="http://schemas.microsoft.com/office/drawing/2014/main" id="{3CD9C6E3-9FCB-4FA8-BFC5-E1BD52CD59A9}"/>
                </a:ext>
              </a:extLst>
            </p:cNvPr>
            <p:cNvSpPr/>
            <p:nvPr/>
          </p:nvSpPr>
          <p:spPr>
            <a:xfrm>
              <a:off x="2507686" y="5872872"/>
              <a:ext cx="2329214" cy="570420"/>
            </a:xfrm>
            <a:prstGeom prst="rect">
              <a:avLst/>
            </a:prstGeom>
            <a:noFill/>
            <a:ln/>
          </p:spPr>
          <p:txBody>
            <a:bodyPr wrap="square" lIns="0" tIns="0" rIns="0" bIns="0" rtlCol="0" anchor="ctr"/>
            <a:lstStyle/>
            <a:p>
              <a:r>
                <a:rPr lang="en-US" sz="1100" b="1" dirty="0">
                  <a:latin typeface="Titillium Web" panose="00000500000000000000" pitchFamily="2" charset="0"/>
                  <a:ea typeface="Arial" pitchFamily="34" charset="-122"/>
                  <a:cs typeface="Arial" pitchFamily="34" charset="-120"/>
                </a:rPr>
                <a:t>Weight</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capAccessPlanWeight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capAccessPlanContributePercent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capAccessPlanJustify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sp>
          <p:nvSpPr>
            <p:cNvPr id="47" name="Text 13">
              <a:extLst>
                <a:ext uri="{FF2B5EF4-FFF2-40B4-BE49-F238E27FC236}">
                  <a16:creationId xmlns:a16="http://schemas.microsoft.com/office/drawing/2014/main" id="{30E87049-9D22-08F4-0110-D39AEAE89E21}"/>
                </a:ext>
              </a:extLst>
            </p:cNvPr>
            <p:cNvSpPr/>
            <p:nvPr/>
          </p:nvSpPr>
          <p:spPr>
            <a:xfrm>
              <a:off x="1650861" y="6787993"/>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ea typeface="Arial" pitchFamily="34" charset="-122"/>
                  <a:cs typeface="Arial" pitchFamily="34" charset="-120"/>
                </a:rPr>
                <a:t>4.5%</a:t>
              </a:r>
              <a:endParaRPr lang="en-US" sz="1600" dirty="0">
                <a:latin typeface="Titillium Web" panose="00000500000000000000" pitchFamily="2" charset="0"/>
              </a:endParaRPr>
            </a:p>
          </p:txBody>
        </p:sp>
        <p:sp>
          <p:nvSpPr>
            <p:cNvPr id="48" name="Text 14">
              <a:extLst>
                <a:ext uri="{FF2B5EF4-FFF2-40B4-BE49-F238E27FC236}">
                  <a16:creationId xmlns:a16="http://schemas.microsoft.com/office/drawing/2014/main" id="{8618DE40-E268-C697-9F76-7C35C6CB6DA6}"/>
                </a:ext>
              </a:extLst>
            </p:cNvPr>
            <p:cNvSpPr/>
            <p:nvPr/>
          </p:nvSpPr>
          <p:spPr>
            <a:xfrm>
              <a:off x="2507686" y="6848711"/>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ea typeface="Arial" pitchFamily="34" charset="-122"/>
                  <a:cs typeface="Arial" pitchFamily="34" charset="-120"/>
                </a:rPr>
                <a:t>Profitability &amp; Costing</a:t>
              </a:r>
              <a:endParaRPr lang="en-US" sz="1600" dirty="0">
                <a:latin typeface="Titillium Web" panose="00000500000000000000" pitchFamily="2" charset="0"/>
              </a:endParaRPr>
            </a:p>
          </p:txBody>
        </p:sp>
        <p:sp>
          <p:nvSpPr>
            <p:cNvPr id="49" name="Text 15">
              <a:extLst>
                <a:ext uri="{FF2B5EF4-FFF2-40B4-BE49-F238E27FC236}">
                  <a16:creationId xmlns:a16="http://schemas.microsoft.com/office/drawing/2014/main" id="{E57EBED4-9F32-57F0-7402-E45952A87973}"/>
                </a:ext>
              </a:extLst>
            </p:cNvPr>
            <p:cNvSpPr/>
            <p:nvPr/>
          </p:nvSpPr>
          <p:spPr>
            <a:xfrm>
              <a:off x="2507686" y="7189591"/>
              <a:ext cx="2461306" cy="570420"/>
            </a:xfrm>
            <a:prstGeom prst="rect">
              <a:avLst/>
            </a:prstGeom>
            <a:noFill/>
            <a:ln/>
          </p:spPr>
          <p:txBody>
            <a:bodyPr wrap="square" lIns="0" tIns="0" rIns="0" bIns="0" rtlCol="0" anchor="ctr"/>
            <a:lstStyle/>
            <a:p>
              <a:r>
                <a:rPr lang="en-US" sz="1100" b="1" dirty="0">
                  <a:latin typeface="Titillium Web" panose="00000500000000000000" pitchFamily="2" charset="0"/>
                  <a:ea typeface="Arial" pitchFamily="34" charset="-122"/>
                  <a:cs typeface="Arial" pitchFamily="34" charset="-120"/>
                </a:rPr>
                <a:t>Weight: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profitCostWeight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profitCostContributePercent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profitCostJustify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grpSp>
      <p:sp>
        <p:nvSpPr>
          <p:cNvPr id="55" name="Rectangle 54">
            <a:extLst>
              <a:ext uri="{FF2B5EF4-FFF2-40B4-BE49-F238E27FC236}">
                <a16:creationId xmlns:a16="http://schemas.microsoft.com/office/drawing/2014/main" id="{6E58123B-63E0-2B41-7D2F-808A483DED05}"/>
              </a:ext>
            </a:extLst>
          </p:cNvPr>
          <p:cNvSpPr/>
          <p:nvPr/>
        </p:nvSpPr>
        <p:spPr>
          <a:xfrm>
            <a:off x="268636" y="3370206"/>
            <a:ext cx="1059966" cy="117411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rgbClr val="FFFFFF"/>
                </a:solidFill>
                <a:latin typeface="Titillium Web" panose="00000500000000000000" pitchFamily="2" charset="0"/>
                <a:cs typeface="Arial" pitchFamily="34" charset="-120"/>
              </a:rPr>
              <a:t>{{</a:t>
            </a:r>
            <a:r>
              <a:rPr lang="en-US" sz="1800" b="1" dirty="0" err="1">
                <a:solidFill>
                  <a:srgbClr val="FFFFFF"/>
                </a:solidFill>
                <a:latin typeface="Titillium Web" panose="00000500000000000000" pitchFamily="2" charset="0"/>
                <a:cs typeface="Arial" pitchFamily="34" charset="-120"/>
              </a:rPr>
              <a:t>revenueForecaastPercent</a:t>
            </a:r>
            <a:r>
              <a:rPr lang="en-US" sz="1800" b="1" dirty="0">
                <a:solidFill>
                  <a:srgbClr val="FFFFFF"/>
                </a:solidFill>
                <a:latin typeface="Titillium Web" panose="00000500000000000000" pitchFamily="2" charset="0"/>
                <a:cs typeface="Arial" pitchFamily="34" charset="-120"/>
              </a:rPr>
              <a:t>}} %</a:t>
            </a:r>
            <a:endParaRPr lang="en-US" sz="1800" dirty="0">
              <a:latin typeface="Titillium Web" panose="00000500000000000000" pitchFamily="2" charset="0"/>
            </a:endParaRPr>
          </a:p>
        </p:txBody>
      </p:sp>
      <p:sp>
        <p:nvSpPr>
          <p:cNvPr id="57" name="Rectangle 56">
            <a:extLst>
              <a:ext uri="{FF2B5EF4-FFF2-40B4-BE49-F238E27FC236}">
                <a16:creationId xmlns:a16="http://schemas.microsoft.com/office/drawing/2014/main" id="{58123ED3-8341-1B4F-84C4-2AFE12E047C2}"/>
              </a:ext>
            </a:extLst>
          </p:cNvPr>
          <p:cNvSpPr/>
          <p:nvPr/>
        </p:nvSpPr>
        <p:spPr>
          <a:xfrm>
            <a:off x="268636" y="4669994"/>
            <a:ext cx="1059966" cy="117411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rgbClr val="FFFFFF"/>
                </a:solidFill>
                <a:latin typeface="Titillium Web" panose="00000500000000000000" pitchFamily="2" charset="0"/>
                <a:cs typeface="Arial" pitchFamily="34" charset="-120"/>
              </a:rPr>
              <a:t>{{</a:t>
            </a:r>
            <a:r>
              <a:rPr lang="en-US" sz="1800" b="1" dirty="0" err="1">
                <a:solidFill>
                  <a:srgbClr val="FFFFFF"/>
                </a:solidFill>
                <a:latin typeface="Titillium Web" panose="00000500000000000000" pitchFamily="2" charset="0"/>
                <a:cs typeface="Arial" pitchFamily="34" charset="-120"/>
              </a:rPr>
              <a:t>budgetCostCtrlPercent</a:t>
            </a:r>
            <a:r>
              <a:rPr lang="en-US" sz="1800" b="1" dirty="0">
                <a:solidFill>
                  <a:srgbClr val="FFFFFF"/>
                </a:solidFill>
                <a:latin typeface="Titillium Web" panose="00000500000000000000" pitchFamily="2" charset="0"/>
                <a:cs typeface="Arial" pitchFamily="34" charset="-120"/>
              </a:rPr>
              <a:t>}} %</a:t>
            </a:r>
            <a:endParaRPr lang="en-US" sz="1800" dirty="0">
              <a:latin typeface="Titillium Web" panose="00000500000000000000" pitchFamily="2" charset="0"/>
            </a:endParaRPr>
          </a:p>
        </p:txBody>
      </p:sp>
      <p:sp>
        <p:nvSpPr>
          <p:cNvPr id="58" name="Rectangle 57">
            <a:extLst>
              <a:ext uri="{FF2B5EF4-FFF2-40B4-BE49-F238E27FC236}">
                <a16:creationId xmlns:a16="http://schemas.microsoft.com/office/drawing/2014/main" id="{4C740868-1C3A-0A3A-F426-4D49F3C33AA8}"/>
              </a:ext>
            </a:extLst>
          </p:cNvPr>
          <p:cNvSpPr/>
          <p:nvPr/>
        </p:nvSpPr>
        <p:spPr>
          <a:xfrm>
            <a:off x="268636" y="5990281"/>
            <a:ext cx="1059966" cy="117411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latin typeface="Titillium Web" panose="00000500000000000000" pitchFamily="2" charset="0"/>
                <a:cs typeface="Arial" pitchFamily="34" charset="-120"/>
              </a:rPr>
              <a:t>{{</a:t>
            </a:r>
            <a:r>
              <a:rPr lang="en-US" b="1" dirty="0" err="1">
                <a:solidFill>
                  <a:srgbClr val="FFFFFF"/>
                </a:solidFill>
                <a:latin typeface="Titillium Web" panose="00000500000000000000" pitchFamily="2" charset="0"/>
                <a:cs typeface="Arial" pitchFamily="34" charset="-120"/>
              </a:rPr>
              <a:t>finControlsPercent</a:t>
            </a:r>
            <a:r>
              <a:rPr lang="en-US" b="1" dirty="0">
                <a:solidFill>
                  <a:srgbClr val="FFFFFF"/>
                </a:solidFill>
                <a:latin typeface="Titillium Web" panose="00000500000000000000" pitchFamily="2" charset="0"/>
                <a:cs typeface="Arial" pitchFamily="34" charset="-120"/>
              </a:rPr>
              <a:t>}} %</a:t>
            </a:r>
            <a:endParaRPr lang="en-US" sz="1800" dirty="0">
              <a:latin typeface="Titillium Web" panose="00000500000000000000" pitchFamily="2" charset="0"/>
            </a:endParaRPr>
          </a:p>
        </p:txBody>
      </p:sp>
      <p:sp>
        <p:nvSpPr>
          <p:cNvPr id="59" name="Rectangle 58">
            <a:extLst>
              <a:ext uri="{FF2B5EF4-FFF2-40B4-BE49-F238E27FC236}">
                <a16:creationId xmlns:a16="http://schemas.microsoft.com/office/drawing/2014/main" id="{38A55E43-D3F6-72A3-06BF-A72606D995ED}"/>
              </a:ext>
            </a:extLst>
          </p:cNvPr>
          <p:cNvSpPr/>
          <p:nvPr/>
        </p:nvSpPr>
        <p:spPr>
          <a:xfrm>
            <a:off x="270858" y="7316630"/>
            <a:ext cx="1059966" cy="117411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rgbClr val="FFFFFF"/>
                </a:solidFill>
                <a:latin typeface="Titillium Web" panose="00000500000000000000" pitchFamily="2" charset="0"/>
                <a:cs typeface="Arial" pitchFamily="34" charset="-120"/>
              </a:rPr>
              <a:t>{{</a:t>
            </a:r>
            <a:r>
              <a:rPr lang="en-US" sz="1800" b="1" dirty="0" err="1">
                <a:solidFill>
                  <a:srgbClr val="FFFFFF"/>
                </a:solidFill>
                <a:latin typeface="Titillium Web" panose="00000500000000000000" pitchFamily="2" charset="0"/>
                <a:cs typeface="Arial" pitchFamily="34" charset="-120"/>
              </a:rPr>
              <a:t>capAccessPlanPercent</a:t>
            </a:r>
            <a:r>
              <a:rPr lang="en-US" sz="1800" b="1" dirty="0">
                <a:solidFill>
                  <a:srgbClr val="FFFFFF"/>
                </a:solidFill>
                <a:latin typeface="Titillium Web" panose="00000500000000000000" pitchFamily="2" charset="0"/>
                <a:cs typeface="Arial" pitchFamily="34" charset="-120"/>
              </a:rPr>
              <a:t>}} %</a:t>
            </a:r>
            <a:endParaRPr lang="en-US" sz="1800" dirty="0">
              <a:latin typeface="Titillium Web" panose="00000500000000000000" pitchFamily="2" charset="0"/>
            </a:endParaRPr>
          </a:p>
        </p:txBody>
      </p:sp>
      <p:sp>
        <p:nvSpPr>
          <p:cNvPr id="60" name="Rectangle 59">
            <a:extLst>
              <a:ext uri="{FF2B5EF4-FFF2-40B4-BE49-F238E27FC236}">
                <a16:creationId xmlns:a16="http://schemas.microsoft.com/office/drawing/2014/main" id="{3AEA4BD8-44CB-338B-3E37-7AFA322FAACE}"/>
              </a:ext>
            </a:extLst>
          </p:cNvPr>
          <p:cNvSpPr/>
          <p:nvPr/>
        </p:nvSpPr>
        <p:spPr>
          <a:xfrm>
            <a:off x="268636" y="8631182"/>
            <a:ext cx="1059966" cy="117411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latin typeface="Titillium Web" panose="00000500000000000000" pitchFamily="2" charset="0"/>
                <a:cs typeface="Arial" pitchFamily="34" charset="-120"/>
              </a:rPr>
              <a:t>{{</a:t>
            </a:r>
            <a:r>
              <a:rPr lang="en-US" b="1" dirty="0" err="1">
                <a:solidFill>
                  <a:srgbClr val="FFFFFF"/>
                </a:solidFill>
                <a:latin typeface="Titillium Web" panose="00000500000000000000" pitchFamily="2" charset="0"/>
                <a:cs typeface="Arial" pitchFamily="34" charset="-120"/>
              </a:rPr>
              <a:t>profitCostPercent</a:t>
            </a:r>
            <a:r>
              <a:rPr lang="en-US" b="1" dirty="0">
                <a:solidFill>
                  <a:srgbClr val="FFFFFF"/>
                </a:solidFill>
                <a:latin typeface="Titillium Web" panose="00000500000000000000" pitchFamily="2" charset="0"/>
                <a:cs typeface="Arial" pitchFamily="34" charset="-120"/>
              </a:rPr>
              <a:t>}} %</a:t>
            </a:r>
            <a:endParaRPr lang="en-US" sz="1800" dirty="0">
              <a:latin typeface="Titillium Web" panose="00000500000000000000" pitchFamily="2" charset="0"/>
            </a:endParaRPr>
          </a:p>
        </p:txBody>
      </p:sp>
      <p:grpSp>
        <p:nvGrpSpPr>
          <p:cNvPr id="3" name="Group 2">
            <a:extLst>
              <a:ext uri="{FF2B5EF4-FFF2-40B4-BE49-F238E27FC236}">
                <a16:creationId xmlns:a16="http://schemas.microsoft.com/office/drawing/2014/main" id="{FD3AC9D1-D89E-6948-AD55-F4EFF231240D}"/>
              </a:ext>
            </a:extLst>
          </p:cNvPr>
          <p:cNvGrpSpPr/>
          <p:nvPr/>
        </p:nvGrpSpPr>
        <p:grpSpPr>
          <a:xfrm>
            <a:off x="5591781" y="1412484"/>
            <a:ext cx="1382886" cy="1387866"/>
            <a:chOff x="5591781" y="1412484"/>
            <a:chExt cx="1382886" cy="1387866"/>
          </a:xfrm>
        </p:grpSpPr>
        <p:sp>
          <p:nvSpPr>
            <p:cNvPr id="12" name="Rectangle 11">
              <a:extLst>
                <a:ext uri="{FF2B5EF4-FFF2-40B4-BE49-F238E27FC236}">
                  <a16:creationId xmlns:a16="http://schemas.microsoft.com/office/drawing/2014/main" id="{3AC92705-D0EA-C72A-F987-40689B0660DA}"/>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4" name="Picture 13">
              <a:extLst>
                <a:ext uri="{FF2B5EF4-FFF2-40B4-BE49-F238E27FC236}">
                  <a16:creationId xmlns:a16="http://schemas.microsoft.com/office/drawing/2014/main" id="{97D124B1-89F5-0F2F-A3B7-A469CBC02932}"/>
                </a:ext>
              </a:extLst>
            </p:cNvPr>
            <p:cNvPicPr>
              <a:picLocks noChangeAspect="1"/>
            </p:cNvPicPr>
            <p:nvPr/>
          </p:nvPicPr>
          <p:blipFill>
            <a:blip r:embed="rId9"/>
            <a:srcRect l="10092" r="10092"/>
            <a:stretch/>
          </p:blipFill>
          <p:spPr>
            <a:xfrm>
              <a:off x="5591781" y="1712378"/>
              <a:ext cx="1158067" cy="762487"/>
            </a:xfrm>
            <a:prstGeom prst="rect">
              <a:avLst/>
            </a:prstGeom>
          </p:spPr>
        </p:pic>
        <p:sp>
          <p:nvSpPr>
            <p:cNvPr id="15" name="Rectangle 14">
              <a:extLst>
                <a:ext uri="{FF2B5EF4-FFF2-40B4-BE49-F238E27FC236}">
                  <a16:creationId xmlns:a16="http://schemas.microsoft.com/office/drawing/2014/main" id="{7D53EE26-DEF3-1A6A-2B58-E59EE3216FF5}"/>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21" name="Text 1">
            <a:extLst>
              <a:ext uri="{FF2B5EF4-FFF2-40B4-BE49-F238E27FC236}">
                <a16:creationId xmlns:a16="http://schemas.microsoft.com/office/drawing/2014/main" id="{71E36465-58F9-AE7A-C100-9080D4A242A6}"/>
              </a:ext>
            </a:extLst>
          </p:cNvPr>
          <p:cNvSpPr/>
          <p:nvPr/>
        </p:nvSpPr>
        <p:spPr>
          <a:xfrm>
            <a:off x="1315584" y="2485298"/>
            <a:ext cx="4276197" cy="545172"/>
          </a:xfrm>
          <a:prstGeom prst="rect">
            <a:avLst/>
          </a:prstGeom>
          <a:noFill/>
          <a:ln/>
        </p:spPr>
        <p:txBody>
          <a:bodyPr wrap="square" lIns="0" tIns="0" rIns="0" bIns="0" rtlCol="0" anchor="ctr"/>
          <a:lstStyle/>
          <a:p>
            <a:pPr marL="0" indent="0" algn="l">
              <a:lnSpc>
                <a:spcPts val="1600"/>
              </a:lnSpc>
              <a:spcBef>
                <a:spcPts val="600"/>
              </a:spcBef>
              <a:buNone/>
            </a:pPr>
            <a:r>
              <a:rPr lang="en-US" sz="1200" dirty="0">
                <a:solidFill>
                  <a:srgbClr val="1D1D1D"/>
                </a:solidFill>
                <a:latin typeface="Titillium Web" pitchFamily="34" charset="0"/>
                <a:ea typeface="Titillium Web" pitchFamily="34" charset="-122"/>
                <a:cs typeface="Titillium Web" pitchFamily="34" charset="-120"/>
              </a:rPr>
              <a:t>The score for this Domain was obtained by scoring the top five priorities of this domain and adding up their scores. This Domain has a 0.25 weighting (out of 1.0) towards total company score. </a:t>
            </a:r>
          </a:p>
        </p:txBody>
      </p:sp>
      <p:sp>
        <p:nvSpPr>
          <p:cNvPr id="2" name="Rectangle 1">
            <a:extLst>
              <a:ext uri="{FF2B5EF4-FFF2-40B4-BE49-F238E27FC236}">
                <a16:creationId xmlns:a16="http://schemas.microsoft.com/office/drawing/2014/main" id="{34DE8C9E-190D-E134-6FB8-B6C9EAA59DF6}"/>
              </a:ext>
            </a:extLst>
          </p:cNvPr>
          <p:cNvSpPr/>
          <p:nvPr/>
        </p:nvSpPr>
        <p:spPr>
          <a:xfrm>
            <a:off x="5591781" y="3358037"/>
            <a:ext cx="1382886" cy="6447258"/>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TextBox 9">
            <a:extLst>
              <a:ext uri="{FF2B5EF4-FFF2-40B4-BE49-F238E27FC236}">
                <a16:creationId xmlns:a16="http://schemas.microsoft.com/office/drawing/2014/main" id="{28F2F55F-BFD3-0E90-A429-E33D2B9BCEF0}"/>
              </a:ext>
            </a:extLst>
          </p:cNvPr>
          <p:cNvSpPr txBox="1"/>
          <p:nvPr/>
        </p:nvSpPr>
        <p:spPr>
          <a:xfrm rot="16200000">
            <a:off x="3078658" y="6104612"/>
            <a:ext cx="6447259" cy="954107"/>
          </a:xfrm>
          <a:prstGeom prst="rect">
            <a:avLst/>
          </a:prstGeom>
          <a:noFill/>
        </p:spPr>
        <p:txBody>
          <a:bodyPr wrap="square" rtlCol="0" anchor="ctr">
            <a:spAutoFit/>
          </a:bodyPr>
          <a:lstStyle/>
          <a:p>
            <a:pPr algn="ctr"/>
            <a:r>
              <a:rPr lang="en-GB" sz="2800" b="1" dirty="0">
                <a:solidFill>
                  <a:schemeClr val="bg1"/>
                </a:solidFill>
                <a:latin typeface="Titillium Web" panose="00000500000000000000" pitchFamily="2" charset="0"/>
              </a:rPr>
              <a:t>Financial Domain Score {{</a:t>
            </a:r>
            <a:r>
              <a:rPr lang="en-GB" sz="2800" b="1" dirty="0" err="1">
                <a:solidFill>
                  <a:schemeClr val="bg1"/>
                </a:solidFill>
                <a:latin typeface="Titillium Web" panose="00000500000000000000" pitchFamily="2" charset="0"/>
              </a:rPr>
              <a:t>totalFinScoreContributePercent</a:t>
            </a:r>
            <a:r>
              <a:rPr lang="en-GB" sz="2800" b="1" dirty="0">
                <a:solidFill>
                  <a:schemeClr val="bg1"/>
                </a:solidFill>
                <a:latin typeface="Titillium Web" panose="00000500000000000000" pitchFamily="2" charset="0"/>
              </a:rPr>
              <a:t>}} %</a:t>
            </a:r>
            <a:endParaRPr lang="en-ZA" sz="2800" b="1" dirty="0">
              <a:solidFill>
                <a:schemeClr val="bg1"/>
              </a:solidFill>
              <a:latin typeface="Titillium Web" panose="00000500000000000000" pitchFamily="2" charset="0"/>
            </a:endParaRPr>
          </a:p>
        </p:txBody>
      </p:sp>
      <p:sp>
        <p:nvSpPr>
          <p:cNvPr id="17" name="Rectangle 16">
            <a:extLst>
              <a:ext uri="{FF2B5EF4-FFF2-40B4-BE49-F238E27FC236}">
                <a16:creationId xmlns:a16="http://schemas.microsoft.com/office/drawing/2014/main" id="{2201CC89-E39A-E5E1-276E-15BF3E33E8E0}"/>
              </a:ext>
            </a:extLst>
          </p:cNvPr>
          <p:cNvSpPr/>
          <p:nvPr/>
        </p:nvSpPr>
        <p:spPr>
          <a:xfrm>
            <a:off x="5732486" y="3518353"/>
            <a:ext cx="1108134" cy="6150828"/>
          </a:xfrm>
          <a:prstGeom prst="rect">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39435888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73BEC-B2B2-767B-E6C6-BCB0242105CB}"/>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D71A63E-A8B4-9444-9267-8938260FB3C9}"/>
              </a:ext>
            </a:extLst>
          </p:cNvPr>
          <p:cNvPicPr>
            <a:picLocks noChangeAspect="1"/>
          </p:cNvPicPr>
          <p:nvPr/>
        </p:nvPicPr>
        <p:blipFill>
          <a:blip r:embed="rId3"/>
          <a:stretch>
            <a:fillRect/>
          </a:stretch>
        </p:blipFill>
        <p:spPr>
          <a:xfrm>
            <a:off x="0" y="0"/>
            <a:ext cx="7772400" cy="10058400"/>
          </a:xfrm>
          <a:prstGeom prst="rect">
            <a:avLst/>
          </a:prstGeom>
        </p:spPr>
      </p:pic>
      <p:pic>
        <p:nvPicPr>
          <p:cNvPr id="5" name="Image 3" descr="preencoded.png">
            <a:extLst>
              <a:ext uri="{FF2B5EF4-FFF2-40B4-BE49-F238E27FC236}">
                <a16:creationId xmlns:a16="http://schemas.microsoft.com/office/drawing/2014/main" id="{C30A0145-CF47-3BDC-92FA-EAA7AE8C4E24}"/>
              </a:ext>
            </a:extLst>
          </p:cNvPr>
          <p:cNvPicPr>
            <a:picLocks noChangeAspect="1"/>
          </p:cNvPicPr>
          <p:nvPr/>
        </p:nvPicPr>
        <p:blipFill>
          <a:blip r:embed="rId4"/>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B9F126D1-6E1B-2ECF-A031-3959171BF186}"/>
              </a:ext>
            </a:extLst>
          </p:cNvPr>
          <p:cNvSpPr/>
          <p:nvPr/>
        </p:nvSpPr>
        <p:spPr>
          <a:xfrm>
            <a:off x="796962" y="2426738"/>
            <a:ext cx="4794819" cy="6043493"/>
          </a:xfrm>
          <a:prstGeom prst="rect">
            <a:avLst/>
          </a:prstGeom>
          <a:noFill/>
          <a:ln/>
        </p:spPr>
        <p:txBody>
          <a:bodyPr wrap="square" lIns="0" tIns="0" rIns="0" bIns="0" rtlCol="0" anchor="ctr"/>
          <a:lstStyle/>
          <a:p>
            <a:pPr marL="0" indent="0" algn="l">
              <a:lnSpc>
                <a:spcPts val="1600"/>
              </a:lnSpc>
              <a:spcBef>
                <a:spcPts val="600"/>
              </a:spcBef>
              <a:spcAft>
                <a:spcPts val="600"/>
              </a:spcAft>
              <a:buNone/>
            </a:pPr>
            <a:r>
              <a:rPr lang="en-US" sz="1200" dirty="0">
                <a:solidFill>
                  <a:srgbClr val="1D1D1D"/>
                </a:solidFill>
                <a:latin typeface="Titillium Web" panose="00000500000000000000" pitchFamily="2" charset="0"/>
                <a:ea typeface="Titillium Web" pitchFamily="34" charset="-122"/>
                <a:cs typeface="Titillium Web" pitchFamily="34" charset="-120"/>
              </a:rPr>
              <a:t>{{</a:t>
            </a:r>
            <a:r>
              <a:rPr lang="en-US" sz="1200" dirty="0" err="1">
                <a:solidFill>
                  <a:srgbClr val="1D1D1D"/>
                </a:solidFill>
                <a:latin typeface="Titillium Web" panose="00000500000000000000" pitchFamily="2" charset="0"/>
                <a:ea typeface="Titillium Web" pitchFamily="34" charset="-122"/>
                <a:cs typeface="Titillium Web" pitchFamily="34" charset="-120"/>
              </a:rPr>
              <a:t>finPosInterpretationBody</a:t>
            </a:r>
            <a:r>
              <a:rPr lang="en-US" sz="1200" dirty="0">
                <a:solidFill>
                  <a:srgbClr val="1D1D1D"/>
                </a:solidFill>
                <a:latin typeface="Titillium Web" panose="00000500000000000000" pitchFamily="2" charset="0"/>
                <a:ea typeface="Titillium Web" pitchFamily="34" charset="-122"/>
                <a:cs typeface="Titillium Web" pitchFamily="34" charset="-120"/>
              </a:rPr>
              <a:t>}}</a:t>
            </a:r>
          </a:p>
        </p:txBody>
      </p:sp>
      <p:sp>
        <p:nvSpPr>
          <p:cNvPr id="9" name="Text 1">
            <a:extLst>
              <a:ext uri="{FF2B5EF4-FFF2-40B4-BE49-F238E27FC236}">
                <a16:creationId xmlns:a16="http://schemas.microsoft.com/office/drawing/2014/main" id="{6A475D7A-C999-3311-B8CB-A799E66E4DE5}"/>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0" name="Text 2">
            <a:extLst>
              <a:ext uri="{FF2B5EF4-FFF2-40B4-BE49-F238E27FC236}">
                <a16:creationId xmlns:a16="http://schemas.microsoft.com/office/drawing/2014/main" id="{8857CF78-0E51-F5EC-6AA3-643740682AEE}"/>
              </a:ext>
            </a:extLst>
          </p:cNvPr>
          <p:cNvSpPr/>
          <p:nvPr/>
        </p:nvSpPr>
        <p:spPr>
          <a:xfrm>
            <a:off x="796962" y="1870120"/>
            <a:ext cx="3676650" cy="476250"/>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rPr>
              <a:t>4.5 Interpretation</a:t>
            </a:r>
            <a:endParaRPr lang="en-US" sz="2800" dirty="0">
              <a:latin typeface="Titillium Web" panose="00000500000000000000" pitchFamily="2" charset="0"/>
            </a:endParaRPr>
          </a:p>
        </p:txBody>
      </p:sp>
      <p:sp>
        <p:nvSpPr>
          <p:cNvPr id="11" name="Text 3">
            <a:extLst>
              <a:ext uri="{FF2B5EF4-FFF2-40B4-BE49-F238E27FC236}">
                <a16:creationId xmlns:a16="http://schemas.microsoft.com/office/drawing/2014/main" id="{F977447C-62EC-D0BF-E8AD-4CD4B939691B}"/>
              </a:ext>
            </a:extLst>
          </p:cNvPr>
          <p:cNvSpPr/>
          <p:nvPr/>
        </p:nvSpPr>
        <p:spPr>
          <a:xfrm>
            <a:off x="7209558" y="9559385"/>
            <a:ext cx="228600" cy="180975"/>
          </a:xfrm>
          <a:prstGeom prst="rect">
            <a:avLst/>
          </a:prstGeom>
          <a:noFill/>
          <a:ln/>
        </p:spPr>
        <p:txBody>
          <a:bodyPr wrap="square" lIns="0" tIns="0" rIns="0" bIns="0" rtlCol="0" anchor="ctr"/>
          <a:lstStyle/>
          <a:p>
            <a:pPr>
              <a:lnSpc>
                <a:spcPct val="79650"/>
              </a:lnSpc>
            </a:pPr>
            <a:r>
              <a:rPr lang="en-US" sz="1200" b="1" dirty="0">
                <a:solidFill>
                  <a:srgbClr val="2B2B35"/>
                </a:solidFill>
                <a:latin typeface="Titillium Web" panose="00000500000000000000" pitchFamily="2" charset="0"/>
                <a:ea typeface="Roboto Condensed" pitchFamily="34" charset="-122"/>
                <a:cs typeface="Roboto Condensed" pitchFamily="34" charset="-120"/>
              </a:rPr>
              <a:t>27</a:t>
            </a:r>
            <a:endParaRPr lang="en-US" sz="1800" dirty="0">
              <a:latin typeface="Titillium Web" panose="00000500000000000000" pitchFamily="2" charset="0"/>
            </a:endParaRPr>
          </a:p>
          <a:p>
            <a:pPr marL="0" indent="0" algn="l">
              <a:lnSpc>
                <a:spcPct val="79650"/>
              </a:lnSpc>
              <a:buNone/>
            </a:pPr>
            <a:endParaRPr lang="en-US" sz="1200" dirty="0">
              <a:latin typeface="Titillium Web" panose="00000500000000000000" pitchFamily="2" charset="0"/>
            </a:endParaRPr>
          </a:p>
        </p:txBody>
      </p:sp>
      <p:sp>
        <p:nvSpPr>
          <p:cNvPr id="12" name="Text 4">
            <a:extLst>
              <a:ext uri="{FF2B5EF4-FFF2-40B4-BE49-F238E27FC236}">
                <a16:creationId xmlns:a16="http://schemas.microsoft.com/office/drawing/2014/main" id="{1C53749B-74C5-F180-0D95-FD5A05AF3267}"/>
              </a:ext>
            </a:extLst>
          </p:cNvPr>
          <p:cNvSpPr/>
          <p:nvPr/>
        </p:nvSpPr>
        <p:spPr>
          <a:xfrm>
            <a:off x="895634" y="684512"/>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FC3BB21C-0DF6-8860-7B7D-95562A9ECC4F}"/>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7</a:t>
            </a:r>
            <a:endParaRPr lang="en-US" sz="1200" dirty="0">
              <a:latin typeface="Titillium Web" panose="00000500000000000000" pitchFamily="2" charset="0"/>
            </a:endParaRPr>
          </a:p>
        </p:txBody>
      </p:sp>
      <p:grpSp>
        <p:nvGrpSpPr>
          <p:cNvPr id="14" name="Group 13">
            <a:extLst>
              <a:ext uri="{FF2B5EF4-FFF2-40B4-BE49-F238E27FC236}">
                <a16:creationId xmlns:a16="http://schemas.microsoft.com/office/drawing/2014/main" id="{FC5C8514-6015-0DDD-1C46-FEFEC8C607DE}"/>
              </a:ext>
            </a:extLst>
          </p:cNvPr>
          <p:cNvGrpSpPr/>
          <p:nvPr/>
        </p:nvGrpSpPr>
        <p:grpSpPr>
          <a:xfrm>
            <a:off x="5999045" y="7407697"/>
            <a:ext cx="1314450" cy="1449210"/>
            <a:chOff x="5999045" y="7407697"/>
            <a:chExt cx="1314450" cy="1449210"/>
          </a:xfrm>
        </p:grpSpPr>
        <p:sp>
          <p:nvSpPr>
            <p:cNvPr id="15" name="Text 4">
              <a:extLst>
                <a:ext uri="{FF2B5EF4-FFF2-40B4-BE49-F238E27FC236}">
                  <a16:creationId xmlns:a16="http://schemas.microsoft.com/office/drawing/2014/main" id="{E31B4664-7431-D932-CE89-2A371150AE3D}"/>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6" name="Image 4" descr="preencoded.png">
              <a:extLst>
                <a:ext uri="{FF2B5EF4-FFF2-40B4-BE49-F238E27FC236}">
                  <a16:creationId xmlns:a16="http://schemas.microsoft.com/office/drawing/2014/main" id="{67BC05AC-47BD-2DC4-28FF-26286D0C5D52}"/>
                </a:ext>
              </a:extLst>
            </p:cNvPr>
            <p:cNvPicPr>
              <a:picLocks noChangeAspect="1"/>
            </p:cNvPicPr>
            <p:nvPr/>
          </p:nvPicPr>
          <p:blipFill>
            <a:blip r:embed="rId5"/>
            <a:stretch>
              <a:fillRect/>
            </a:stretch>
          </p:blipFill>
          <p:spPr>
            <a:xfrm>
              <a:off x="6799145" y="7407697"/>
              <a:ext cx="514350" cy="400050"/>
            </a:xfrm>
            <a:prstGeom prst="rect">
              <a:avLst/>
            </a:prstGeom>
          </p:spPr>
        </p:pic>
      </p:grpSp>
      <p:grpSp>
        <p:nvGrpSpPr>
          <p:cNvPr id="3" name="Group 2">
            <a:extLst>
              <a:ext uri="{FF2B5EF4-FFF2-40B4-BE49-F238E27FC236}">
                <a16:creationId xmlns:a16="http://schemas.microsoft.com/office/drawing/2014/main" id="{36002EB2-9BDE-8EA0-EBEC-B7BDDA3C348E}"/>
              </a:ext>
            </a:extLst>
          </p:cNvPr>
          <p:cNvGrpSpPr/>
          <p:nvPr/>
        </p:nvGrpSpPr>
        <p:grpSpPr>
          <a:xfrm>
            <a:off x="5591781" y="1412484"/>
            <a:ext cx="1382886" cy="1387866"/>
            <a:chOff x="5591781" y="1412484"/>
            <a:chExt cx="1382886" cy="1387866"/>
          </a:xfrm>
        </p:grpSpPr>
        <p:sp>
          <p:nvSpPr>
            <p:cNvPr id="17" name="Rectangle 16">
              <a:extLst>
                <a:ext uri="{FF2B5EF4-FFF2-40B4-BE49-F238E27FC236}">
                  <a16:creationId xmlns:a16="http://schemas.microsoft.com/office/drawing/2014/main" id="{80F28386-CFFD-67DE-114F-E81C1864F68D}"/>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8" name="Picture 17">
              <a:extLst>
                <a:ext uri="{FF2B5EF4-FFF2-40B4-BE49-F238E27FC236}">
                  <a16:creationId xmlns:a16="http://schemas.microsoft.com/office/drawing/2014/main" id="{C13BDB83-E36C-0B62-72D1-5ADCECB9598E}"/>
                </a:ext>
              </a:extLst>
            </p:cNvPr>
            <p:cNvPicPr>
              <a:picLocks noChangeAspect="1"/>
            </p:cNvPicPr>
            <p:nvPr/>
          </p:nvPicPr>
          <p:blipFill>
            <a:blip r:embed="rId6"/>
            <a:srcRect l="10092" r="10092"/>
            <a:stretch/>
          </p:blipFill>
          <p:spPr>
            <a:xfrm>
              <a:off x="5591781" y="1712378"/>
              <a:ext cx="1158067" cy="762487"/>
            </a:xfrm>
            <a:prstGeom prst="rect">
              <a:avLst/>
            </a:prstGeom>
          </p:spPr>
        </p:pic>
        <p:sp>
          <p:nvSpPr>
            <p:cNvPr id="21" name="Rectangle 20">
              <a:extLst>
                <a:ext uri="{FF2B5EF4-FFF2-40B4-BE49-F238E27FC236}">
                  <a16:creationId xmlns:a16="http://schemas.microsoft.com/office/drawing/2014/main" id="{E2A83D10-A311-057D-0242-F6E95C3A2C16}"/>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4" name="Flowchart: Connector 3">
            <a:extLst>
              <a:ext uri="{FF2B5EF4-FFF2-40B4-BE49-F238E27FC236}">
                <a16:creationId xmlns:a16="http://schemas.microsoft.com/office/drawing/2014/main" id="{52231433-E201-457B-81E9-E097ED45BAC6}"/>
              </a:ext>
            </a:extLst>
          </p:cNvPr>
          <p:cNvSpPr/>
          <p:nvPr/>
        </p:nvSpPr>
        <p:spPr>
          <a:xfrm>
            <a:off x="7065291" y="933196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0997851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E836D-DE99-FFA3-CE92-2C25333874FC}"/>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C0054B1-7811-B096-4445-581BDEB508CC}"/>
              </a:ext>
            </a:extLst>
          </p:cNvPr>
          <p:cNvPicPr>
            <a:picLocks noChangeAspect="1"/>
          </p:cNvPicPr>
          <p:nvPr/>
        </p:nvPicPr>
        <p:blipFill>
          <a:blip r:embed="rId3"/>
          <a:stretch>
            <a:fillRect/>
          </a:stretch>
        </p:blipFill>
        <p:spPr>
          <a:xfrm>
            <a:off x="0" y="0"/>
            <a:ext cx="7772400" cy="10058400"/>
          </a:xfrm>
          <a:prstGeom prst="rect">
            <a:avLst/>
          </a:prstGeom>
        </p:spPr>
      </p:pic>
      <p:pic>
        <p:nvPicPr>
          <p:cNvPr id="5" name="Image 3" descr="preencoded.png">
            <a:extLst>
              <a:ext uri="{FF2B5EF4-FFF2-40B4-BE49-F238E27FC236}">
                <a16:creationId xmlns:a16="http://schemas.microsoft.com/office/drawing/2014/main" id="{9CE369BD-4F49-8AB8-7915-C66A4A6385FC}"/>
              </a:ext>
            </a:extLst>
          </p:cNvPr>
          <p:cNvPicPr>
            <a:picLocks noChangeAspect="1"/>
          </p:cNvPicPr>
          <p:nvPr/>
        </p:nvPicPr>
        <p:blipFill>
          <a:blip r:embed="rId4"/>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F42CE685-262D-2020-8DB8-546BEA0A1572}"/>
              </a:ext>
            </a:extLst>
          </p:cNvPr>
          <p:cNvSpPr/>
          <p:nvPr/>
        </p:nvSpPr>
        <p:spPr>
          <a:xfrm>
            <a:off x="796962" y="2476498"/>
            <a:ext cx="4738681" cy="6661969"/>
          </a:xfrm>
          <a:prstGeom prst="rect">
            <a:avLst/>
          </a:prstGeom>
          <a:noFill/>
          <a:ln/>
        </p:spPr>
        <p:txBody>
          <a:bodyPr wrap="square" lIns="0" tIns="0" rIns="0" bIns="0" rtlCol="0" anchor="ctr"/>
          <a:lstStyle/>
          <a:p>
            <a:pPr marL="0" indent="0" algn="l">
              <a:lnSpc>
                <a:spcPts val="1600"/>
              </a:lnSpc>
              <a:spcBef>
                <a:spcPts val="1200"/>
              </a:spcBef>
              <a:spcAft>
                <a:spcPts val="600"/>
              </a:spcAft>
              <a:buNone/>
            </a:pPr>
            <a:r>
              <a:rPr lang="en-US" sz="1200" dirty="0">
                <a:solidFill>
                  <a:srgbClr val="1D1D1D"/>
                </a:solidFill>
                <a:latin typeface="Titillium Web" panose="00000500000000000000" pitchFamily="2" charset="0"/>
                <a:ea typeface="Titillium Web" pitchFamily="34" charset="-122"/>
                <a:cs typeface="Titillium Web" pitchFamily="34" charset="-120"/>
              </a:rPr>
              <a:t>{{</a:t>
            </a:r>
            <a:r>
              <a:rPr lang="en-US" sz="1200" dirty="0" err="1">
                <a:solidFill>
                  <a:srgbClr val="1D1D1D"/>
                </a:solidFill>
                <a:latin typeface="Titillium Web" panose="00000500000000000000" pitchFamily="2" charset="0"/>
                <a:ea typeface="Titillium Web" pitchFamily="34" charset="-122"/>
                <a:cs typeface="Titillium Web" pitchFamily="34" charset="-120"/>
              </a:rPr>
              <a:t>finPosPriorities</a:t>
            </a:r>
            <a:r>
              <a:rPr lang="en-US" sz="1200" dirty="0">
                <a:solidFill>
                  <a:srgbClr val="1D1D1D"/>
                </a:solidFill>
                <a:latin typeface="Titillium Web" panose="00000500000000000000" pitchFamily="2" charset="0"/>
                <a:ea typeface="Titillium Web" pitchFamily="34" charset="-122"/>
                <a:cs typeface="Titillium Web" pitchFamily="34" charset="-120"/>
              </a:rPr>
              <a:t>}}</a:t>
            </a:r>
          </a:p>
        </p:txBody>
      </p:sp>
      <p:sp>
        <p:nvSpPr>
          <p:cNvPr id="9" name="Text 1">
            <a:extLst>
              <a:ext uri="{FF2B5EF4-FFF2-40B4-BE49-F238E27FC236}">
                <a16:creationId xmlns:a16="http://schemas.microsoft.com/office/drawing/2014/main" id="{7D196C65-6D22-C37D-C790-0DB8FBA09FB6}"/>
              </a:ext>
            </a:extLst>
          </p:cNvPr>
          <p:cNvSpPr/>
          <p:nvPr/>
        </p:nvSpPr>
        <p:spPr>
          <a:xfrm>
            <a:off x="5187639" y="677036"/>
            <a:ext cx="1771650" cy="209550"/>
          </a:xfrm>
          <a:prstGeom prst="rect">
            <a:avLst/>
          </a:prstGeom>
          <a:noFill/>
          <a:ln/>
        </p:spPr>
        <p:txBody>
          <a:bodyPr wrap="square" lIns="0" tIns="0" rIns="0" bIns="0" rtlCol="0" anchor="ctr"/>
          <a:lstStyle/>
          <a:p>
            <a:pPr algn="r">
              <a:lnSpc>
                <a:spcPct val="79650"/>
              </a:lnSpc>
            </a:pPr>
            <a:r>
              <a:rPr lang="en-US" sz="1350" i="1" dirty="0">
                <a:solidFill>
                  <a:srgbClr val="1D1D1D"/>
                </a:solidFill>
                <a:latin typeface="Titillium Web" pitchFamily="34" charset="0"/>
                <a:ea typeface="Titillium Web" pitchFamily="34" charset="-122"/>
                <a:cs typeface="Titillium Web" pitchFamily="34" charset="-120"/>
              </a:rPr>
              <a:t>{{</a:t>
            </a:r>
            <a:r>
              <a:rPr lang="en-US" sz="1350" i="1" dirty="0" err="1">
                <a:solidFill>
                  <a:srgbClr val="1D1D1D"/>
                </a:solidFill>
                <a:latin typeface="Titillium Web" pitchFamily="34" charset="0"/>
                <a:ea typeface="Titillium Web" pitchFamily="34" charset="-122"/>
                <a:cs typeface="Titillium Web" pitchFamily="34" charset="-120"/>
              </a:rPr>
              <a:t>currentMonthYear</a:t>
            </a:r>
            <a:r>
              <a:rPr lang="en-US" sz="1350" i="1" dirty="0">
                <a:solidFill>
                  <a:srgbClr val="1D1D1D"/>
                </a:solidFill>
                <a:latin typeface="Titillium Web" pitchFamily="34" charset="0"/>
                <a:ea typeface="Titillium Web" pitchFamily="34" charset="-122"/>
                <a:cs typeface="Titillium Web" pitchFamily="34" charset="-120"/>
              </a:rPr>
              <a:t>}}</a:t>
            </a:r>
            <a:endParaRPr lang="en-US" sz="1350" dirty="0"/>
          </a:p>
        </p:txBody>
      </p:sp>
      <p:sp>
        <p:nvSpPr>
          <p:cNvPr id="10" name="Text 2">
            <a:extLst>
              <a:ext uri="{FF2B5EF4-FFF2-40B4-BE49-F238E27FC236}">
                <a16:creationId xmlns:a16="http://schemas.microsoft.com/office/drawing/2014/main" id="{BE1F1590-11A7-1725-AB53-B3E26C507337}"/>
              </a:ext>
            </a:extLst>
          </p:cNvPr>
          <p:cNvSpPr/>
          <p:nvPr/>
        </p:nvSpPr>
        <p:spPr>
          <a:xfrm>
            <a:off x="796962" y="1975505"/>
            <a:ext cx="3864448" cy="245359"/>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rPr>
              <a:t>4.6 Priorities</a:t>
            </a:r>
            <a:endParaRPr lang="en-US" sz="2800" dirty="0">
              <a:latin typeface="Titillium Web" panose="00000500000000000000" pitchFamily="2" charset="0"/>
            </a:endParaRPr>
          </a:p>
        </p:txBody>
      </p:sp>
      <p:sp>
        <p:nvSpPr>
          <p:cNvPr id="11" name="Text 3">
            <a:extLst>
              <a:ext uri="{FF2B5EF4-FFF2-40B4-BE49-F238E27FC236}">
                <a16:creationId xmlns:a16="http://schemas.microsoft.com/office/drawing/2014/main" id="{11487598-E065-2E11-C0E9-A072BB42B555}"/>
              </a:ext>
            </a:extLst>
          </p:cNvPr>
          <p:cNvSpPr/>
          <p:nvPr/>
        </p:nvSpPr>
        <p:spPr>
          <a:xfrm>
            <a:off x="7209558" y="9559385"/>
            <a:ext cx="228600" cy="180975"/>
          </a:xfrm>
          <a:prstGeom prst="rect">
            <a:avLst/>
          </a:prstGeom>
          <a:noFill/>
          <a:ln/>
        </p:spPr>
        <p:txBody>
          <a:bodyPr wrap="square" lIns="0" tIns="0" rIns="0" bIns="0" rtlCol="0" anchor="ctr"/>
          <a:lstStyle/>
          <a:p>
            <a:pPr>
              <a:lnSpc>
                <a:spcPct val="79650"/>
              </a:lnSpc>
            </a:pPr>
            <a:r>
              <a:rPr lang="en-US" sz="1200" b="1" dirty="0">
                <a:solidFill>
                  <a:srgbClr val="2B2B35"/>
                </a:solidFill>
                <a:latin typeface="Titillium Web" panose="00000500000000000000" pitchFamily="2" charset="0"/>
                <a:ea typeface="Roboto Condensed" pitchFamily="34" charset="-122"/>
                <a:cs typeface="Roboto Condensed" pitchFamily="34" charset="-120"/>
              </a:rPr>
              <a:t>28</a:t>
            </a:r>
            <a:endParaRPr lang="en-US" sz="1800" dirty="0">
              <a:latin typeface="Titillium Web" panose="00000500000000000000" pitchFamily="2" charset="0"/>
            </a:endParaRPr>
          </a:p>
          <a:p>
            <a:pPr marL="0" indent="0" algn="l">
              <a:lnSpc>
                <a:spcPct val="79650"/>
              </a:lnSpc>
              <a:buNone/>
            </a:pPr>
            <a:endParaRPr lang="en-US" sz="1200" dirty="0">
              <a:latin typeface="Titillium Web" panose="00000500000000000000" pitchFamily="2" charset="0"/>
            </a:endParaRPr>
          </a:p>
        </p:txBody>
      </p:sp>
      <p:sp>
        <p:nvSpPr>
          <p:cNvPr id="12" name="Text 4">
            <a:extLst>
              <a:ext uri="{FF2B5EF4-FFF2-40B4-BE49-F238E27FC236}">
                <a16:creationId xmlns:a16="http://schemas.microsoft.com/office/drawing/2014/main" id="{D02BA979-783F-1B26-AC72-F6EF9BBE4DDF}"/>
              </a:ext>
            </a:extLst>
          </p:cNvPr>
          <p:cNvSpPr/>
          <p:nvPr/>
        </p:nvSpPr>
        <p:spPr>
          <a:xfrm>
            <a:off x="895634" y="684512"/>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0C8A4072-1889-6A2A-A151-4FE0175C79A8}"/>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7</a:t>
            </a:r>
            <a:endParaRPr lang="en-US" sz="1200" dirty="0">
              <a:latin typeface="Titillium Web" panose="00000500000000000000" pitchFamily="2" charset="0"/>
            </a:endParaRPr>
          </a:p>
        </p:txBody>
      </p:sp>
      <p:grpSp>
        <p:nvGrpSpPr>
          <p:cNvPr id="14" name="Group 13">
            <a:extLst>
              <a:ext uri="{FF2B5EF4-FFF2-40B4-BE49-F238E27FC236}">
                <a16:creationId xmlns:a16="http://schemas.microsoft.com/office/drawing/2014/main" id="{ABE64B21-1E3A-6010-11EF-59AA699869CA}"/>
              </a:ext>
            </a:extLst>
          </p:cNvPr>
          <p:cNvGrpSpPr/>
          <p:nvPr/>
        </p:nvGrpSpPr>
        <p:grpSpPr>
          <a:xfrm>
            <a:off x="5999045" y="7579147"/>
            <a:ext cx="1314450" cy="1449210"/>
            <a:chOff x="5999045" y="7579147"/>
            <a:chExt cx="1314450" cy="1449210"/>
          </a:xfrm>
        </p:grpSpPr>
        <p:sp>
          <p:nvSpPr>
            <p:cNvPr id="15" name="Text 4">
              <a:extLst>
                <a:ext uri="{FF2B5EF4-FFF2-40B4-BE49-F238E27FC236}">
                  <a16:creationId xmlns:a16="http://schemas.microsoft.com/office/drawing/2014/main" id="{F30E3A60-4C35-ECB9-A121-F433077D935D}"/>
                </a:ext>
              </a:extLst>
            </p:cNvPr>
            <p:cNvSpPr/>
            <p:nvPr/>
          </p:nvSpPr>
          <p:spPr>
            <a:xfrm>
              <a:off x="5999045" y="811395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6" name="Image 4" descr="preencoded.png">
              <a:extLst>
                <a:ext uri="{FF2B5EF4-FFF2-40B4-BE49-F238E27FC236}">
                  <a16:creationId xmlns:a16="http://schemas.microsoft.com/office/drawing/2014/main" id="{1070E937-11C3-FD5B-DC72-633AA74CF19C}"/>
                </a:ext>
              </a:extLst>
            </p:cNvPr>
            <p:cNvPicPr>
              <a:picLocks noChangeAspect="1"/>
            </p:cNvPicPr>
            <p:nvPr/>
          </p:nvPicPr>
          <p:blipFill>
            <a:blip r:embed="rId5"/>
            <a:stretch>
              <a:fillRect/>
            </a:stretch>
          </p:blipFill>
          <p:spPr>
            <a:xfrm>
              <a:off x="6799145" y="7579147"/>
              <a:ext cx="514350" cy="400050"/>
            </a:xfrm>
            <a:prstGeom prst="rect">
              <a:avLst/>
            </a:prstGeom>
          </p:spPr>
        </p:pic>
      </p:grpSp>
      <p:grpSp>
        <p:nvGrpSpPr>
          <p:cNvPr id="3" name="Group 2">
            <a:extLst>
              <a:ext uri="{FF2B5EF4-FFF2-40B4-BE49-F238E27FC236}">
                <a16:creationId xmlns:a16="http://schemas.microsoft.com/office/drawing/2014/main" id="{07A1C8A4-736B-3C34-86F3-B0D5B97EADF5}"/>
              </a:ext>
            </a:extLst>
          </p:cNvPr>
          <p:cNvGrpSpPr/>
          <p:nvPr/>
        </p:nvGrpSpPr>
        <p:grpSpPr>
          <a:xfrm>
            <a:off x="5591781" y="1412484"/>
            <a:ext cx="1382886" cy="1387866"/>
            <a:chOff x="5591781" y="1412484"/>
            <a:chExt cx="1382886" cy="1387866"/>
          </a:xfrm>
        </p:grpSpPr>
        <p:sp>
          <p:nvSpPr>
            <p:cNvPr id="17" name="Rectangle 16">
              <a:extLst>
                <a:ext uri="{FF2B5EF4-FFF2-40B4-BE49-F238E27FC236}">
                  <a16:creationId xmlns:a16="http://schemas.microsoft.com/office/drawing/2014/main" id="{722F239D-AE46-737F-1277-15FB2E670F91}"/>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8" name="Picture 17">
              <a:extLst>
                <a:ext uri="{FF2B5EF4-FFF2-40B4-BE49-F238E27FC236}">
                  <a16:creationId xmlns:a16="http://schemas.microsoft.com/office/drawing/2014/main" id="{AC1E3EC3-3B9C-3501-77C3-7066D7A3AC52}"/>
                </a:ext>
              </a:extLst>
            </p:cNvPr>
            <p:cNvPicPr>
              <a:picLocks noChangeAspect="1"/>
            </p:cNvPicPr>
            <p:nvPr/>
          </p:nvPicPr>
          <p:blipFill>
            <a:blip r:embed="rId6"/>
            <a:srcRect l="10092" r="10092"/>
            <a:stretch/>
          </p:blipFill>
          <p:spPr>
            <a:xfrm>
              <a:off x="5591781" y="1712378"/>
              <a:ext cx="1158067" cy="762487"/>
            </a:xfrm>
            <a:prstGeom prst="rect">
              <a:avLst/>
            </a:prstGeom>
          </p:spPr>
        </p:pic>
        <p:sp>
          <p:nvSpPr>
            <p:cNvPr id="21" name="Rectangle 20">
              <a:extLst>
                <a:ext uri="{FF2B5EF4-FFF2-40B4-BE49-F238E27FC236}">
                  <a16:creationId xmlns:a16="http://schemas.microsoft.com/office/drawing/2014/main" id="{68F662BD-2877-8C0B-0FC5-A8AA9BDE2C58}"/>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4" name="Flowchart: Connector 3">
            <a:extLst>
              <a:ext uri="{FF2B5EF4-FFF2-40B4-BE49-F238E27FC236}">
                <a16:creationId xmlns:a16="http://schemas.microsoft.com/office/drawing/2014/main" id="{9D1FB282-7100-7D37-CAE3-A8AB557B7FA8}"/>
              </a:ext>
            </a:extLst>
          </p:cNvPr>
          <p:cNvSpPr/>
          <p:nvPr/>
        </p:nvSpPr>
        <p:spPr>
          <a:xfrm>
            <a:off x="7046241" y="932942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1321035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E1060-8303-81BF-5C56-E33FE805BDB5}"/>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DC5C9A52-F80A-205B-7636-CD4633D344C7}"/>
              </a:ext>
            </a:extLst>
          </p:cNvPr>
          <p:cNvSpPr/>
          <p:nvPr/>
        </p:nvSpPr>
        <p:spPr>
          <a:xfrm>
            <a:off x="214856" y="865637"/>
            <a:ext cx="585961" cy="1895475"/>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5" name="Image 3">
            <a:extLst>
              <a:ext uri="{FF2B5EF4-FFF2-40B4-BE49-F238E27FC236}">
                <a16:creationId xmlns:a16="http://schemas.microsoft.com/office/drawing/2014/main" id="{B1CF235F-4DCB-4CA7-2717-C3B7F901AF4F}"/>
              </a:ext>
            </a:extLst>
          </p:cNvPr>
          <p:cNvPicPr>
            <a:picLocks noChangeAspect="1"/>
          </p:cNvPicPr>
          <p:nvPr/>
        </p:nvPicPr>
        <p:blipFill>
          <a:blip r:embed="rId3"/>
          <a:srcRect/>
          <a:stretch/>
        </p:blipFill>
        <p:spPr>
          <a:xfrm>
            <a:off x="1" y="4219575"/>
            <a:ext cx="7772398" cy="4076699"/>
          </a:xfrm>
          <a:prstGeom prst="rect">
            <a:avLst/>
          </a:prstGeom>
        </p:spPr>
      </p:pic>
      <p:pic>
        <p:nvPicPr>
          <p:cNvPr id="6" name="Image 4" descr="preencoded.png">
            <a:extLst>
              <a:ext uri="{FF2B5EF4-FFF2-40B4-BE49-F238E27FC236}">
                <a16:creationId xmlns:a16="http://schemas.microsoft.com/office/drawing/2014/main" id="{CB99AFC1-DCF8-7B99-998E-B04561E247CA}"/>
              </a:ext>
            </a:extLst>
          </p:cNvPr>
          <p:cNvPicPr>
            <a:picLocks noChangeAspect="1"/>
          </p:cNvPicPr>
          <p:nvPr/>
        </p:nvPicPr>
        <p:blipFill>
          <a:blip r:embed="rId4"/>
          <a:stretch>
            <a:fillRect/>
          </a:stretch>
        </p:blipFill>
        <p:spPr>
          <a:xfrm>
            <a:off x="4862751" y="6575308"/>
            <a:ext cx="1752600" cy="1752600"/>
          </a:xfrm>
          <a:prstGeom prst="rect">
            <a:avLst/>
          </a:prstGeom>
        </p:spPr>
      </p:pic>
      <p:pic>
        <p:nvPicPr>
          <p:cNvPr id="7" name="Image 5" descr="preencoded.png">
            <a:extLst>
              <a:ext uri="{FF2B5EF4-FFF2-40B4-BE49-F238E27FC236}">
                <a16:creationId xmlns:a16="http://schemas.microsoft.com/office/drawing/2014/main" id="{A35C40B0-11C6-1394-7D9E-9C05F4F0DE44}"/>
              </a:ext>
            </a:extLst>
          </p:cNvPr>
          <p:cNvPicPr>
            <a:picLocks noChangeAspect="1"/>
          </p:cNvPicPr>
          <p:nvPr/>
        </p:nvPicPr>
        <p:blipFill>
          <a:blip r:embed="rId5"/>
          <a:stretch>
            <a:fillRect/>
          </a:stretch>
        </p:blipFill>
        <p:spPr>
          <a:xfrm>
            <a:off x="6607635" y="6575308"/>
            <a:ext cx="1171575" cy="1752600"/>
          </a:xfrm>
          <a:prstGeom prst="rect">
            <a:avLst/>
          </a:prstGeom>
        </p:spPr>
      </p:pic>
      <p:pic>
        <p:nvPicPr>
          <p:cNvPr id="8" name="Image 6" descr="preencoded.png">
            <a:extLst>
              <a:ext uri="{FF2B5EF4-FFF2-40B4-BE49-F238E27FC236}">
                <a16:creationId xmlns:a16="http://schemas.microsoft.com/office/drawing/2014/main" id="{2C8AEA11-BFDA-05A5-EC9F-1766D28059E9}"/>
              </a:ext>
            </a:extLst>
          </p:cNvPr>
          <p:cNvPicPr>
            <a:picLocks noChangeAspect="1"/>
          </p:cNvPicPr>
          <p:nvPr/>
        </p:nvPicPr>
        <p:blipFill>
          <a:blip r:embed="rId6"/>
          <a:stretch>
            <a:fillRect/>
          </a:stretch>
        </p:blipFill>
        <p:spPr>
          <a:xfrm>
            <a:off x="551487" y="9286170"/>
            <a:ext cx="6652174" cy="190500"/>
          </a:xfrm>
          <a:prstGeom prst="rect">
            <a:avLst/>
          </a:prstGeom>
        </p:spPr>
      </p:pic>
      <p:sp>
        <p:nvSpPr>
          <p:cNvPr id="12" name="Text 3">
            <a:extLst>
              <a:ext uri="{FF2B5EF4-FFF2-40B4-BE49-F238E27FC236}">
                <a16:creationId xmlns:a16="http://schemas.microsoft.com/office/drawing/2014/main" id="{89BD8FDB-B6FF-20BA-985C-B2006CC623F5}"/>
              </a:ext>
            </a:extLst>
          </p:cNvPr>
          <p:cNvSpPr/>
          <p:nvPr/>
        </p:nvSpPr>
        <p:spPr>
          <a:xfrm>
            <a:off x="4362917" y="8902446"/>
            <a:ext cx="2838450" cy="228600"/>
          </a:xfrm>
          <a:prstGeom prst="rect">
            <a:avLst/>
          </a:prstGeom>
          <a:noFill/>
          <a:ln/>
        </p:spPr>
        <p:txBody>
          <a:bodyPr wrap="square" lIns="0" tIns="0" rIns="0" bIns="0" rtlCol="0" anchor="ctr"/>
          <a:lstStyle/>
          <a:p>
            <a:pPr marL="0" indent="0" algn="r">
              <a:lnSpc>
                <a:spcPct val="99141"/>
              </a:lnSpc>
              <a:buNone/>
            </a:pPr>
            <a:r>
              <a:rPr lang="en-US" sz="1200" dirty="0">
                <a:solidFill>
                  <a:srgbClr val="000000"/>
                </a:solidFill>
                <a:latin typeface="Arimo" pitchFamily="34" charset="0"/>
                <a:ea typeface="Arimo" pitchFamily="34" charset="-122"/>
              </a:rPr>
              <a:t>{{</a:t>
            </a:r>
            <a:r>
              <a:rPr lang="en-US" sz="1200" dirty="0" err="1">
                <a:solidFill>
                  <a:srgbClr val="000000"/>
                </a:solidFill>
                <a:latin typeface="Arimo" pitchFamily="34" charset="0"/>
                <a:ea typeface="Arimo" pitchFamily="34" charset="-122"/>
              </a:rPr>
              <a:t>emailAddress</a:t>
            </a:r>
            <a:r>
              <a:rPr lang="en-US" sz="1200" dirty="0">
                <a:solidFill>
                  <a:srgbClr val="000000"/>
                </a:solidFill>
                <a:latin typeface="Arimo" pitchFamily="34" charset="0"/>
                <a:ea typeface="Arimo" pitchFamily="34" charset="-122"/>
              </a:rPr>
              <a:t>}}</a:t>
            </a:r>
            <a:endParaRPr lang="en-US" sz="1200" dirty="0"/>
          </a:p>
        </p:txBody>
      </p:sp>
      <p:sp>
        <p:nvSpPr>
          <p:cNvPr id="14" name="Text 0">
            <a:extLst>
              <a:ext uri="{FF2B5EF4-FFF2-40B4-BE49-F238E27FC236}">
                <a16:creationId xmlns:a16="http://schemas.microsoft.com/office/drawing/2014/main" id="{DB2A4260-003C-2100-9181-C8275BDFFA02}"/>
              </a:ext>
            </a:extLst>
          </p:cNvPr>
          <p:cNvSpPr/>
          <p:nvPr/>
        </p:nvSpPr>
        <p:spPr>
          <a:xfrm>
            <a:off x="1252713" y="1042807"/>
            <a:ext cx="4641947" cy="1028700"/>
          </a:xfrm>
          <a:prstGeom prst="rect">
            <a:avLst/>
          </a:prstGeom>
          <a:noFill/>
          <a:ln/>
        </p:spPr>
        <p:txBody>
          <a:bodyPr wrap="square" lIns="0" tIns="0" rIns="0" bIns="0" rtlCol="0" anchor="ctr"/>
          <a:lstStyle/>
          <a:p>
            <a:pPr lvl="1">
              <a:lnSpc>
                <a:spcPts val="7500"/>
              </a:lnSpc>
              <a:buSzPct val="100000"/>
            </a:pPr>
            <a:r>
              <a:rPr lang="en-US" sz="4400" b="1" dirty="0">
                <a:solidFill>
                  <a:srgbClr val="1D1D1D"/>
                </a:solidFill>
                <a:latin typeface="Titillium Web" panose="00000500000000000000" pitchFamily="2" charset="0"/>
                <a:ea typeface="Sora" pitchFamily="34" charset="-122"/>
                <a:cs typeface="Sora" pitchFamily="34" charset="-120"/>
              </a:rPr>
              <a:t>SECTION5</a:t>
            </a:r>
          </a:p>
          <a:p>
            <a:pPr lvl="1">
              <a:lnSpc>
                <a:spcPct val="70000"/>
              </a:lnSpc>
              <a:buSzPct val="100000"/>
            </a:pPr>
            <a:r>
              <a:rPr lang="en-US" sz="3375" b="1" dirty="0">
                <a:solidFill>
                  <a:schemeClr val="tx1">
                    <a:lumMod val="50000"/>
                    <a:lumOff val="50000"/>
                  </a:schemeClr>
                </a:solidFill>
                <a:latin typeface="Titillium Web" panose="00000500000000000000" pitchFamily="2" charset="0"/>
                <a:ea typeface="Sora" pitchFamily="34" charset="-122"/>
              </a:rPr>
              <a:t>IT Infrastructure</a:t>
            </a:r>
            <a:endParaRPr lang="en-US" sz="3375" dirty="0">
              <a:solidFill>
                <a:schemeClr val="tx1">
                  <a:lumMod val="50000"/>
                  <a:lumOff val="50000"/>
                </a:schemeClr>
              </a:solidFill>
              <a:latin typeface="Titillium Web" panose="00000500000000000000" pitchFamily="2" charset="0"/>
            </a:endParaRPr>
          </a:p>
        </p:txBody>
      </p:sp>
      <p:sp>
        <p:nvSpPr>
          <p:cNvPr id="23" name="Rectangle 22">
            <a:extLst>
              <a:ext uri="{FF2B5EF4-FFF2-40B4-BE49-F238E27FC236}">
                <a16:creationId xmlns:a16="http://schemas.microsoft.com/office/drawing/2014/main" id="{1FC6ABE8-8FF5-5921-A7CD-545DFB72A078}"/>
              </a:ext>
            </a:extLst>
          </p:cNvPr>
          <p:cNvSpPr/>
          <p:nvPr/>
        </p:nvSpPr>
        <p:spPr>
          <a:xfrm>
            <a:off x="214856" y="865637"/>
            <a:ext cx="585961" cy="1895475"/>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Rectangle 20">
            <a:extLst>
              <a:ext uri="{FF2B5EF4-FFF2-40B4-BE49-F238E27FC236}">
                <a16:creationId xmlns:a16="http://schemas.microsoft.com/office/drawing/2014/main" id="{798172BB-97B7-CF91-74BB-FAB000064749}"/>
              </a:ext>
            </a:extLst>
          </p:cNvPr>
          <p:cNvSpPr/>
          <p:nvPr/>
        </p:nvSpPr>
        <p:spPr>
          <a:xfrm>
            <a:off x="214856" y="865637"/>
            <a:ext cx="1054386" cy="1416053"/>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9405081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FCAFC-4E73-8F0B-13A6-993EB4843060}"/>
            </a:ext>
          </a:extLst>
        </p:cNvPr>
        <p:cNvGrpSpPr/>
        <p:nvPr/>
      </p:nvGrpSpPr>
      <p:grpSpPr>
        <a:xfrm>
          <a:off x="0" y="0"/>
          <a:ext cx="0" cy="0"/>
          <a:chOff x="0" y="0"/>
          <a:chExt cx="0" cy="0"/>
        </a:xfrm>
      </p:grpSpPr>
      <p:pic>
        <p:nvPicPr>
          <p:cNvPr id="5" name="Image 3" descr="preencoded.png">
            <a:extLst>
              <a:ext uri="{FF2B5EF4-FFF2-40B4-BE49-F238E27FC236}">
                <a16:creationId xmlns:a16="http://schemas.microsoft.com/office/drawing/2014/main" id="{DBA57EB6-CDCB-0476-8B76-5F35A82E8788}"/>
              </a:ext>
            </a:extLst>
          </p:cNvPr>
          <p:cNvPicPr>
            <a:picLocks noChangeAspect="1"/>
          </p:cNvPicPr>
          <p:nvPr/>
        </p:nvPicPr>
        <p:blipFill>
          <a:blip r:embed="rId3"/>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D5F4369C-B3B6-9F3E-9B9D-98AFBEBB3D90}"/>
              </a:ext>
            </a:extLst>
          </p:cNvPr>
          <p:cNvSpPr/>
          <p:nvPr/>
        </p:nvSpPr>
        <p:spPr>
          <a:xfrm>
            <a:off x="796962" y="2489775"/>
            <a:ext cx="4794819" cy="6597074"/>
          </a:xfrm>
          <a:prstGeom prst="rect">
            <a:avLst/>
          </a:prstGeom>
          <a:noFill/>
          <a:ln/>
        </p:spPr>
        <p:txBody>
          <a:bodyPr wrap="square" lIns="0" tIns="0" rIns="0" bIns="0" rtlCol="0" anchor="ctr"/>
          <a:lstStyle/>
          <a:p>
            <a:pPr marL="0" indent="0" algn="l">
              <a:lnSpc>
                <a:spcPts val="1600"/>
              </a:lnSpc>
              <a:spcBef>
                <a:spcPts val="1200"/>
              </a:spcBef>
              <a:spcAft>
                <a:spcPts val="600"/>
              </a:spcAft>
              <a:buNone/>
            </a:pPr>
            <a:r>
              <a:rPr lang="en-US" sz="1200" dirty="0">
                <a:solidFill>
                  <a:srgbClr val="1D1D1D"/>
                </a:solidFill>
                <a:latin typeface="Titillium Web" panose="00000500000000000000" pitchFamily="2" charset="0"/>
                <a:ea typeface="Titillium Web" pitchFamily="34" charset="-122"/>
                <a:cs typeface="Titillium Web" pitchFamily="34" charset="-120"/>
              </a:rPr>
              <a:t>{{introduction5}}</a:t>
            </a:r>
          </a:p>
        </p:txBody>
      </p:sp>
      <p:sp>
        <p:nvSpPr>
          <p:cNvPr id="9" name="Text 1">
            <a:extLst>
              <a:ext uri="{FF2B5EF4-FFF2-40B4-BE49-F238E27FC236}">
                <a16:creationId xmlns:a16="http://schemas.microsoft.com/office/drawing/2014/main" id="{A2FCDDF7-E435-0ED0-5094-8A4B0BD804CF}"/>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0" name="Text 2">
            <a:extLst>
              <a:ext uri="{FF2B5EF4-FFF2-40B4-BE49-F238E27FC236}">
                <a16:creationId xmlns:a16="http://schemas.microsoft.com/office/drawing/2014/main" id="{80FC8A04-2D4E-DAD5-94F2-69110F682BB9}"/>
              </a:ext>
            </a:extLst>
          </p:cNvPr>
          <p:cNvSpPr/>
          <p:nvPr/>
        </p:nvSpPr>
        <p:spPr>
          <a:xfrm>
            <a:off x="796962" y="1868292"/>
            <a:ext cx="3960442" cy="476250"/>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cs typeface="Sora" pitchFamily="34" charset="-120"/>
              </a:rPr>
              <a:t>5.1 Introduction</a:t>
            </a:r>
            <a:endParaRPr lang="en-US" sz="2800" dirty="0">
              <a:latin typeface="Titillium Web" panose="00000500000000000000" pitchFamily="2" charset="0"/>
            </a:endParaRPr>
          </a:p>
        </p:txBody>
      </p:sp>
      <p:sp>
        <p:nvSpPr>
          <p:cNvPr id="11" name="Text 3">
            <a:extLst>
              <a:ext uri="{FF2B5EF4-FFF2-40B4-BE49-F238E27FC236}">
                <a16:creationId xmlns:a16="http://schemas.microsoft.com/office/drawing/2014/main" id="{8669C2B2-3B34-D40D-D476-354BEAB1993A}"/>
              </a:ext>
            </a:extLst>
          </p:cNvPr>
          <p:cNvSpPr/>
          <p:nvPr/>
        </p:nvSpPr>
        <p:spPr>
          <a:xfrm>
            <a:off x="7209558" y="9559385"/>
            <a:ext cx="228600" cy="180975"/>
          </a:xfrm>
          <a:prstGeom prst="rect">
            <a:avLst/>
          </a:prstGeom>
          <a:noFill/>
          <a:ln/>
        </p:spPr>
        <p:txBody>
          <a:bodyPr wrap="square" lIns="0" tIns="0" rIns="0" bIns="0" rtlCol="0" anchor="ctr"/>
          <a:lstStyle/>
          <a:p>
            <a:pPr>
              <a:lnSpc>
                <a:spcPct val="79650"/>
              </a:lnSpc>
            </a:pPr>
            <a:r>
              <a:rPr lang="en-US" sz="1200" b="1" dirty="0">
                <a:solidFill>
                  <a:srgbClr val="2B2B35"/>
                </a:solidFill>
                <a:latin typeface="Titillium Web" panose="00000500000000000000" pitchFamily="2" charset="0"/>
                <a:ea typeface="Roboto Condensed" pitchFamily="34" charset="-122"/>
                <a:cs typeface="Roboto Condensed" pitchFamily="34" charset="-120"/>
              </a:rPr>
              <a:t>30</a:t>
            </a:r>
            <a:endParaRPr lang="en-US" sz="1800" dirty="0">
              <a:latin typeface="Titillium Web" panose="00000500000000000000" pitchFamily="2" charset="0"/>
            </a:endParaRPr>
          </a:p>
          <a:p>
            <a:pPr marL="0" indent="0" algn="l">
              <a:lnSpc>
                <a:spcPct val="79650"/>
              </a:lnSpc>
              <a:buNone/>
            </a:pPr>
            <a:endParaRPr lang="en-US" sz="1200" dirty="0">
              <a:latin typeface="Titillium Web" panose="00000500000000000000" pitchFamily="2" charset="0"/>
            </a:endParaRPr>
          </a:p>
        </p:txBody>
      </p:sp>
      <p:sp>
        <p:nvSpPr>
          <p:cNvPr id="12" name="Text 4">
            <a:extLst>
              <a:ext uri="{FF2B5EF4-FFF2-40B4-BE49-F238E27FC236}">
                <a16:creationId xmlns:a16="http://schemas.microsoft.com/office/drawing/2014/main" id="{84EDB00C-1372-ECCC-1334-CBC712D32920}"/>
              </a:ext>
            </a:extLst>
          </p:cNvPr>
          <p:cNvSpPr/>
          <p:nvPr/>
        </p:nvSpPr>
        <p:spPr>
          <a:xfrm>
            <a:off x="895634" y="684512"/>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1BA29DD9-BDB7-C11D-9804-4E7B3A5D4928}"/>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7</a:t>
            </a:r>
            <a:endParaRPr lang="en-US" sz="1200" dirty="0">
              <a:latin typeface="Titillium Web" panose="00000500000000000000" pitchFamily="2" charset="0"/>
            </a:endParaRPr>
          </a:p>
        </p:txBody>
      </p:sp>
      <p:grpSp>
        <p:nvGrpSpPr>
          <p:cNvPr id="14" name="Group 13">
            <a:extLst>
              <a:ext uri="{FF2B5EF4-FFF2-40B4-BE49-F238E27FC236}">
                <a16:creationId xmlns:a16="http://schemas.microsoft.com/office/drawing/2014/main" id="{B796CCA5-4311-885B-B169-8D96ECF2F0B6}"/>
              </a:ext>
            </a:extLst>
          </p:cNvPr>
          <p:cNvGrpSpPr/>
          <p:nvPr/>
        </p:nvGrpSpPr>
        <p:grpSpPr>
          <a:xfrm>
            <a:off x="5999045" y="7636297"/>
            <a:ext cx="1314450" cy="1449210"/>
            <a:chOff x="5999045" y="7636297"/>
            <a:chExt cx="1314450" cy="1449210"/>
          </a:xfrm>
        </p:grpSpPr>
        <p:sp>
          <p:nvSpPr>
            <p:cNvPr id="15" name="Text 4">
              <a:extLst>
                <a:ext uri="{FF2B5EF4-FFF2-40B4-BE49-F238E27FC236}">
                  <a16:creationId xmlns:a16="http://schemas.microsoft.com/office/drawing/2014/main" id="{5209C409-8C2B-4855-DED4-31F785D6EA36}"/>
                </a:ext>
              </a:extLst>
            </p:cNvPr>
            <p:cNvSpPr/>
            <p:nvPr/>
          </p:nvSpPr>
          <p:spPr>
            <a:xfrm>
              <a:off x="5999045" y="81711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6" name="Image 4" descr="preencoded.png">
              <a:extLst>
                <a:ext uri="{FF2B5EF4-FFF2-40B4-BE49-F238E27FC236}">
                  <a16:creationId xmlns:a16="http://schemas.microsoft.com/office/drawing/2014/main" id="{8ECD3295-2D71-0F6D-03AE-4A95CC28DC1B}"/>
                </a:ext>
              </a:extLst>
            </p:cNvPr>
            <p:cNvPicPr>
              <a:picLocks noChangeAspect="1"/>
            </p:cNvPicPr>
            <p:nvPr/>
          </p:nvPicPr>
          <p:blipFill>
            <a:blip r:embed="rId4"/>
            <a:stretch>
              <a:fillRect/>
            </a:stretch>
          </p:blipFill>
          <p:spPr>
            <a:xfrm>
              <a:off x="6799145" y="7636297"/>
              <a:ext cx="514350" cy="400050"/>
            </a:xfrm>
            <a:prstGeom prst="rect">
              <a:avLst/>
            </a:prstGeom>
          </p:spPr>
        </p:pic>
      </p:grpSp>
      <p:grpSp>
        <p:nvGrpSpPr>
          <p:cNvPr id="3" name="Group 2">
            <a:extLst>
              <a:ext uri="{FF2B5EF4-FFF2-40B4-BE49-F238E27FC236}">
                <a16:creationId xmlns:a16="http://schemas.microsoft.com/office/drawing/2014/main" id="{9FC01470-1A07-B53F-C20A-33D933B02EF7}"/>
              </a:ext>
            </a:extLst>
          </p:cNvPr>
          <p:cNvGrpSpPr/>
          <p:nvPr/>
        </p:nvGrpSpPr>
        <p:grpSpPr>
          <a:xfrm>
            <a:off x="5591781" y="1412484"/>
            <a:ext cx="1382886" cy="1387866"/>
            <a:chOff x="5591781" y="1412484"/>
            <a:chExt cx="1382886" cy="1387866"/>
          </a:xfrm>
        </p:grpSpPr>
        <p:sp>
          <p:nvSpPr>
            <p:cNvPr id="17" name="Rectangle 16">
              <a:extLst>
                <a:ext uri="{FF2B5EF4-FFF2-40B4-BE49-F238E27FC236}">
                  <a16:creationId xmlns:a16="http://schemas.microsoft.com/office/drawing/2014/main" id="{6FAF70B0-799F-0BE4-E97E-3D082C0A1D6D}"/>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8" name="Picture 17">
              <a:extLst>
                <a:ext uri="{FF2B5EF4-FFF2-40B4-BE49-F238E27FC236}">
                  <a16:creationId xmlns:a16="http://schemas.microsoft.com/office/drawing/2014/main" id="{6C8F028A-A223-59D4-0E88-9F58DD54CE0C}"/>
                </a:ext>
              </a:extLst>
            </p:cNvPr>
            <p:cNvPicPr>
              <a:picLocks noChangeAspect="1"/>
            </p:cNvPicPr>
            <p:nvPr/>
          </p:nvPicPr>
          <p:blipFill>
            <a:blip r:embed="rId5"/>
            <a:srcRect l="10092" r="10092"/>
            <a:stretch/>
          </p:blipFill>
          <p:spPr>
            <a:xfrm>
              <a:off x="5591781" y="1712378"/>
              <a:ext cx="1158067" cy="762487"/>
            </a:xfrm>
            <a:prstGeom prst="rect">
              <a:avLst/>
            </a:prstGeom>
          </p:spPr>
        </p:pic>
        <p:sp>
          <p:nvSpPr>
            <p:cNvPr id="21" name="Rectangle 20">
              <a:extLst>
                <a:ext uri="{FF2B5EF4-FFF2-40B4-BE49-F238E27FC236}">
                  <a16:creationId xmlns:a16="http://schemas.microsoft.com/office/drawing/2014/main" id="{2164F4F2-2A73-E1F8-1F86-D947AE60991C}"/>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2" name="Flowchart: Connector 1">
            <a:extLst>
              <a:ext uri="{FF2B5EF4-FFF2-40B4-BE49-F238E27FC236}">
                <a16:creationId xmlns:a16="http://schemas.microsoft.com/office/drawing/2014/main" id="{2047B615-CB41-1D75-0A31-164719033569}"/>
              </a:ext>
            </a:extLst>
          </p:cNvPr>
          <p:cNvSpPr/>
          <p:nvPr/>
        </p:nvSpPr>
        <p:spPr>
          <a:xfrm>
            <a:off x="7057671" y="933069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12815637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7D6BE-2A42-92CA-9353-7D8A28BE6C3B}"/>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1B64FC1E-4E16-C9D6-AC90-7E2775D4334B}"/>
              </a:ext>
            </a:extLst>
          </p:cNvPr>
          <p:cNvPicPr>
            <a:picLocks noChangeAspect="1"/>
          </p:cNvPicPr>
          <p:nvPr/>
        </p:nvPicPr>
        <p:blipFill>
          <a:blip r:embed="rId3"/>
          <a:stretch>
            <a:fillRect/>
          </a:stretch>
        </p:blipFill>
        <p:spPr>
          <a:xfrm>
            <a:off x="0" y="0"/>
            <a:ext cx="7772400" cy="10058400"/>
          </a:xfrm>
          <a:prstGeom prst="rect">
            <a:avLst/>
          </a:prstGeom>
        </p:spPr>
      </p:pic>
      <p:pic>
        <p:nvPicPr>
          <p:cNvPr id="5" name="Image 3" descr="preencoded.png">
            <a:extLst>
              <a:ext uri="{FF2B5EF4-FFF2-40B4-BE49-F238E27FC236}">
                <a16:creationId xmlns:a16="http://schemas.microsoft.com/office/drawing/2014/main" id="{C1D8E1CF-8E22-A0EC-1BC5-3BCB15690436}"/>
              </a:ext>
            </a:extLst>
          </p:cNvPr>
          <p:cNvPicPr>
            <a:picLocks noChangeAspect="1"/>
          </p:cNvPicPr>
          <p:nvPr/>
        </p:nvPicPr>
        <p:blipFill>
          <a:blip r:embed="rId4"/>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94D5D510-CDB8-A8DF-98B2-2D1F5538A94E}"/>
              </a:ext>
            </a:extLst>
          </p:cNvPr>
          <p:cNvSpPr/>
          <p:nvPr/>
        </p:nvSpPr>
        <p:spPr>
          <a:xfrm>
            <a:off x="796962" y="2474865"/>
            <a:ext cx="4794819" cy="6093336"/>
          </a:xfrm>
          <a:prstGeom prst="rect">
            <a:avLst/>
          </a:prstGeom>
          <a:noFill/>
          <a:ln/>
        </p:spPr>
        <p:txBody>
          <a:bodyPr wrap="square" lIns="0" tIns="0" rIns="0" bIns="0" rtlCol="0" anchor="ctr"/>
          <a:lstStyle/>
          <a:p>
            <a:pPr algn="l">
              <a:lnSpc>
                <a:spcPts val="1600"/>
              </a:lnSpc>
              <a:spcBef>
                <a:spcPts val="1200"/>
              </a:spcBef>
              <a:spcAft>
                <a:spcPts val="600"/>
              </a:spcAft>
            </a:pPr>
            <a:r>
              <a:rPr lang="en-US" sz="1200" dirty="0">
                <a:solidFill>
                  <a:srgbClr val="1D1D1D"/>
                </a:solidFill>
                <a:latin typeface="Titillium Web" panose="00000500000000000000" pitchFamily="2" charset="0"/>
                <a:ea typeface="Titillium Web" pitchFamily="34" charset="-122"/>
                <a:cs typeface="Titillium Web" pitchFamily="34" charset="-120"/>
              </a:rPr>
              <a:t>{{itInfsDocSummary}}</a:t>
            </a:r>
          </a:p>
          <a:p>
            <a:pPr algn="l">
              <a:lnSpc>
                <a:spcPts val="1600"/>
              </a:lnSpc>
              <a:spcBef>
                <a:spcPts val="1200"/>
              </a:spcBef>
              <a:spcAft>
                <a:spcPts val="600"/>
              </a:spcAft>
            </a:pPr>
            <a:r>
              <a:rPr lang="en-US" sz="1200" b="1" dirty="0">
                <a:solidFill>
                  <a:srgbClr val="1D1D1D"/>
                </a:solidFill>
                <a:latin typeface="Titillium Web" panose="00000500000000000000" pitchFamily="2" charset="0"/>
                <a:ea typeface="Titillium Web" pitchFamily="34" charset="-122"/>
                <a:cs typeface="Titillium Web" pitchFamily="34" charset="-120"/>
              </a:rPr>
              <a:t>Documents Received:</a:t>
            </a:r>
          </a:p>
          <a:p>
            <a:pPr algn="l">
              <a:lnSpc>
                <a:spcPts val="1600"/>
              </a:lnSpc>
              <a:spcBef>
                <a:spcPts val="1200"/>
              </a:spcBef>
              <a:spcAft>
                <a:spcPts val="600"/>
              </a:spcAft>
            </a:pPr>
            <a:r>
              <a:rPr lang="en-US" sz="1200" dirty="0">
                <a:solidFill>
                  <a:srgbClr val="1D1D1D"/>
                </a:solidFill>
                <a:latin typeface="Titillium Web" panose="00000500000000000000" pitchFamily="2" charset="0"/>
                <a:ea typeface="Titillium Web" pitchFamily="34" charset="-122"/>
                <a:cs typeface="Titillium Web" pitchFamily="34" charset="-120"/>
              </a:rPr>
              <a:t>{{itInfsDocsReceive}}</a:t>
            </a:r>
          </a:p>
          <a:p>
            <a:pPr algn="l">
              <a:lnSpc>
                <a:spcPts val="1600"/>
              </a:lnSpc>
              <a:spcBef>
                <a:spcPts val="1200"/>
              </a:spcBef>
              <a:spcAft>
                <a:spcPts val="600"/>
              </a:spcAft>
            </a:pPr>
            <a:r>
              <a:rPr lang="en-US" sz="1200" b="1" dirty="0">
                <a:solidFill>
                  <a:srgbClr val="1D1D1D"/>
                </a:solidFill>
                <a:latin typeface="Titillium Web" panose="00000500000000000000" pitchFamily="2" charset="0"/>
                <a:ea typeface="Titillium Web" pitchFamily="34" charset="-122"/>
                <a:cs typeface="Titillium Web" pitchFamily="34" charset="-120"/>
              </a:rPr>
              <a:t>Not Received:</a:t>
            </a:r>
          </a:p>
          <a:p>
            <a:pPr algn="l">
              <a:lnSpc>
                <a:spcPts val="1600"/>
              </a:lnSpc>
              <a:spcBef>
                <a:spcPts val="1200"/>
              </a:spcBef>
              <a:spcAft>
                <a:spcPts val="600"/>
              </a:spcAft>
            </a:pPr>
            <a:r>
              <a:rPr lang="en-US" sz="1200" dirty="0">
                <a:solidFill>
                  <a:srgbClr val="1D1D1D"/>
                </a:solidFill>
                <a:latin typeface="Titillium Web" panose="00000500000000000000" pitchFamily="2" charset="0"/>
                <a:ea typeface="Titillium Web" pitchFamily="34" charset="-122"/>
                <a:cs typeface="Titillium Web" pitchFamily="34" charset="-120"/>
              </a:rPr>
              <a:t>{{itInfsDocsNotReceive}}</a:t>
            </a:r>
          </a:p>
          <a:p>
            <a:pPr algn="l">
              <a:lnSpc>
                <a:spcPts val="1600"/>
              </a:lnSpc>
              <a:spcBef>
                <a:spcPts val="1200"/>
              </a:spcBef>
              <a:spcAft>
                <a:spcPts val="600"/>
              </a:spcAft>
            </a:pPr>
            <a:r>
              <a:rPr lang="en-US" sz="1200" dirty="0">
                <a:solidFill>
                  <a:srgbClr val="1D1D1D"/>
                </a:solidFill>
                <a:latin typeface="Titillium Web" panose="00000500000000000000" pitchFamily="2" charset="0"/>
                <a:ea typeface="Titillium Web" pitchFamily="34" charset="-122"/>
                <a:cs typeface="Titillium Web" pitchFamily="34" charset="-120"/>
              </a:rPr>
              <a:t>{{fitInfsDocConclusion}}</a:t>
            </a:r>
          </a:p>
        </p:txBody>
      </p:sp>
      <p:sp>
        <p:nvSpPr>
          <p:cNvPr id="9" name="Text 1">
            <a:extLst>
              <a:ext uri="{FF2B5EF4-FFF2-40B4-BE49-F238E27FC236}">
                <a16:creationId xmlns:a16="http://schemas.microsoft.com/office/drawing/2014/main" id="{2BABDFA5-C0C4-71C1-030D-DEFDCEB09AA8}"/>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0" name="Text 2">
            <a:extLst>
              <a:ext uri="{FF2B5EF4-FFF2-40B4-BE49-F238E27FC236}">
                <a16:creationId xmlns:a16="http://schemas.microsoft.com/office/drawing/2014/main" id="{DE54A381-FEFD-7609-BAD8-98DC8B07E268}"/>
              </a:ext>
            </a:extLst>
          </p:cNvPr>
          <p:cNvSpPr/>
          <p:nvPr/>
        </p:nvSpPr>
        <p:spPr>
          <a:xfrm>
            <a:off x="779594" y="1868292"/>
            <a:ext cx="4109704" cy="476250"/>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cs typeface="Sora" pitchFamily="34" charset="-120"/>
              </a:rPr>
              <a:t>5.2 Documentation</a:t>
            </a:r>
            <a:endParaRPr lang="en-US" sz="2800" dirty="0">
              <a:latin typeface="Titillium Web" panose="00000500000000000000" pitchFamily="2" charset="0"/>
            </a:endParaRPr>
          </a:p>
        </p:txBody>
      </p:sp>
      <p:sp>
        <p:nvSpPr>
          <p:cNvPr id="11" name="Text 3">
            <a:extLst>
              <a:ext uri="{FF2B5EF4-FFF2-40B4-BE49-F238E27FC236}">
                <a16:creationId xmlns:a16="http://schemas.microsoft.com/office/drawing/2014/main" id="{300B0137-C3F6-9235-847A-809D81857FD5}"/>
              </a:ext>
            </a:extLst>
          </p:cNvPr>
          <p:cNvSpPr/>
          <p:nvPr/>
        </p:nvSpPr>
        <p:spPr>
          <a:xfrm>
            <a:off x="7209558" y="9559385"/>
            <a:ext cx="228600" cy="180975"/>
          </a:xfrm>
          <a:prstGeom prst="rect">
            <a:avLst/>
          </a:prstGeom>
          <a:noFill/>
          <a:ln/>
        </p:spPr>
        <p:txBody>
          <a:bodyPr wrap="square" lIns="0" tIns="0" rIns="0" bIns="0" rtlCol="0" anchor="ctr"/>
          <a:lstStyle/>
          <a:p>
            <a:pPr>
              <a:lnSpc>
                <a:spcPct val="79650"/>
              </a:lnSpc>
            </a:pPr>
            <a:r>
              <a:rPr lang="en-US" sz="1200" b="1" dirty="0">
                <a:solidFill>
                  <a:srgbClr val="2B2B35"/>
                </a:solidFill>
                <a:latin typeface="Titillium Web" panose="00000500000000000000" pitchFamily="2" charset="0"/>
                <a:ea typeface="Roboto Condensed" pitchFamily="34" charset="-122"/>
                <a:cs typeface="Roboto Condensed" pitchFamily="34" charset="-120"/>
              </a:rPr>
              <a:t>31</a:t>
            </a:r>
            <a:endParaRPr lang="en-US" sz="1800" dirty="0">
              <a:latin typeface="Titillium Web" panose="00000500000000000000" pitchFamily="2" charset="0"/>
            </a:endParaRPr>
          </a:p>
        </p:txBody>
      </p:sp>
      <p:sp>
        <p:nvSpPr>
          <p:cNvPr id="12" name="Text 4">
            <a:extLst>
              <a:ext uri="{FF2B5EF4-FFF2-40B4-BE49-F238E27FC236}">
                <a16:creationId xmlns:a16="http://schemas.microsoft.com/office/drawing/2014/main" id="{26D7E286-44D8-801F-918C-EE5417C3CB88}"/>
              </a:ext>
            </a:extLst>
          </p:cNvPr>
          <p:cNvSpPr/>
          <p:nvPr/>
        </p:nvSpPr>
        <p:spPr>
          <a:xfrm>
            <a:off x="895634" y="684512"/>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E126BF31-478C-8B70-E829-3E5632783BB0}"/>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7</a:t>
            </a:r>
            <a:endParaRPr lang="en-US" sz="1200" dirty="0">
              <a:latin typeface="Titillium Web" panose="00000500000000000000" pitchFamily="2" charset="0"/>
            </a:endParaRPr>
          </a:p>
        </p:txBody>
      </p:sp>
      <p:grpSp>
        <p:nvGrpSpPr>
          <p:cNvPr id="14" name="Group 13">
            <a:extLst>
              <a:ext uri="{FF2B5EF4-FFF2-40B4-BE49-F238E27FC236}">
                <a16:creationId xmlns:a16="http://schemas.microsoft.com/office/drawing/2014/main" id="{4982059E-3A3E-9136-E27E-A88F77EAF4D2}"/>
              </a:ext>
            </a:extLst>
          </p:cNvPr>
          <p:cNvGrpSpPr/>
          <p:nvPr/>
        </p:nvGrpSpPr>
        <p:grpSpPr>
          <a:xfrm>
            <a:off x="5999045" y="7407697"/>
            <a:ext cx="1314450" cy="1449210"/>
            <a:chOff x="5999045" y="7407697"/>
            <a:chExt cx="1314450" cy="1449210"/>
          </a:xfrm>
        </p:grpSpPr>
        <p:sp>
          <p:nvSpPr>
            <p:cNvPr id="15" name="Text 4">
              <a:extLst>
                <a:ext uri="{FF2B5EF4-FFF2-40B4-BE49-F238E27FC236}">
                  <a16:creationId xmlns:a16="http://schemas.microsoft.com/office/drawing/2014/main" id="{30267ED9-8E96-AF2B-A8A5-BCB33AA58DC1}"/>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6" name="Image 4" descr="preencoded.png">
              <a:extLst>
                <a:ext uri="{FF2B5EF4-FFF2-40B4-BE49-F238E27FC236}">
                  <a16:creationId xmlns:a16="http://schemas.microsoft.com/office/drawing/2014/main" id="{F90FCEC6-CA60-B8E1-A196-A027EA503BB3}"/>
                </a:ext>
              </a:extLst>
            </p:cNvPr>
            <p:cNvPicPr>
              <a:picLocks noChangeAspect="1"/>
            </p:cNvPicPr>
            <p:nvPr/>
          </p:nvPicPr>
          <p:blipFill>
            <a:blip r:embed="rId5"/>
            <a:stretch>
              <a:fillRect/>
            </a:stretch>
          </p:blipFill>
          <p:spPr>
            <a:xfrm>
              <a:off x="6799145" y="7407697"/>
              <a:ext cx="514350" cy="400050"/>
            </a:xfrm>
            <a:prstGeom prst="rect">
              <a:avLst/>
            </a:prstGeom>
          </p:spPr>
        </p:pic>
      </p:grpSp>
      <p:grpSp>
        <p:nvGrpSpPr>
          <p:cNvPr id="3" name="Group 2">
            <a:extLst>
              <a:ext uri="{FF2B5EF4-FFF2-40B4-BE49-F238E27FC236}">
                <a16:creationId xmlns:a16="http://schemas.microsoft.com/office/drawing/2014/main" id="{D073041A-8B46-2833-0E90-03A16A73D9FE}"/>
              </a:ext>
            </a:extLst>
          </p:cNvPr>
          <p:cNvGrpSpPr/>
          <p:nvPr/>
        </p:nvGrpSpPr>
        <p:grpSpPr>
          <a:xfrm>
            <a:off x="5591781" y="1412484"/>
            <a:ext cx="1382886" cy="1387866"/>
            <a:chOff x="5591781" y="1412484"/>
            <a:chExt cx="1382886" cy="1387866"/>
          </a:xfrm>
        </p:grpSpPr>
        <p:sp>
          <p:nvSpPr>
            <p:cNvPr id="17" name="Rectangle 16">
              <a:extLst>
                <a:ext uri="{FF2B5EF4-FFF2-40B4-BE49-F238E27FC236}">
                  <a16:creationId xmlns:a16="http://schemas.microsoft.com/office/drawing/2014/main" id="{B98761A9-83A2-E8CA-F62B-815B2653A548}"/>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8" name="Picture 17">
              <a:extLst>
                <a:ext uri="{FF2B5EF4-FFF2-40B4-BE49-F238E27FC236}">
                  <a16:creationId xmlns:a16="http://schemas.microsoft.com/office/drawing/2014/main" id="{3ADEF423-4609-F7E2-B5B8-87DC965048AF}"/>
                </a:ext>
              </a:extLst>
            </p:cNvPr>
            <p:cNvPicPr>
              <a:picLocks noChangeAspect="1"/>
            </p:cNvPicPr>
            <p:nvPr/>
          </p:nvPicPr>
          <p:blipFill>
            <a:blip r:embed="rId6"/>
            <a:srcRect l="10092" r="10092"/>
            <a:stretch/>
          </p:blipFill>
          <p:spPr>
            <a:xfrm>
              <a:off x="5591781" y="1712378"/>
              <a:ext cx="1158067" cy="762487"/>
            </a:xfrm>
            <a:prstGeom prst="rect">
              <a:avLst/>
            </a:prstGeom>
          </p:spPr>
        </p:pic>
        <p:sp>
          <p:nvSpPr>
            <p:cNvPr id="21" name="Rectangle 20">
              <a:extLst>
                <a:ext uri="{FF2B5EF4-FFF2-40B4-BE49-F238E27FC236}">
                  <a16:creationId xmlns:a16="http://schemas.microsoft.com/office/drawing/2014/main" id="{275B2AD5-9087-8F79-2CB6-71F736457260}"/>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4" name="Flowchart: Connector 3">
            <a:extLst>
              <a:ext uri="{FF2B5EF4-FFF2-40B4-BE49-F238E27FC236}">
                <a16:creationId xmlns:a16="http://schemas.microsoft.com/office/drawing/2014/main" id="{AB143A1A-1E5D-1C2E-F8A4-B69CA756CAE2}"/>
              </a:ext>
            </a:extLst>
          </p:cNvPr>
          <p:cNvSpPr/>
          <p:nvPr/>
        </p:nvSpPr>
        <p:spPr>
          <a:xfrm>
            <a:off x="7044971" y="939038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6742317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A69FE-7844-DBCE-21B3-299CF96F65B3}"/>
            </a:ext>
          </a:extLst>
        </p:cNvPr>
        <p:cNvGrpSpPr/>
        <p:nvPr/>
      </p:nvGrpSpPr>
      <p:grpSpPr>
        <a:xfrm>
          <a:off x="0" y="0"/>
          <a:ext cx="0" cy="0"/>
          <a:chOff x="0" y="0"/>
          <a:chExt cx="0" cy="0"/>
        </a:xfrm>
      </p:grpSpPr>
      <p:pic>
        <p:nvPicPr>
          <p:cNvPr id="5" name="Image 3" descr="preencoded.png">
            <a:extLst>
              <a:ext uri="{FF2B5EF4-FFF2-40B4-BE49-F238E27FC236}">
                <a16:creationId xmlns:a16="http://schemas.microsoft.com/office/drawing/2014/main" id="{67959CC1-91C7-D750-A8DB-96AC213D817C}"/>
              </a:ext>
            </a:extLst>
          </p:cNvPr>
          <p:cNvPicPr>
            <a:picLocks noChangeAspect="1"/>
          </p:cNvPicPr>
          <p:nvPr/>
        </p:nvPicPr>
        <p:blipFill>
          <a:blip r:embed="rId3"/>
          <a:stretch>
            <a:fillRect/>
          </a:stretch>
        </p:blipFill>
        <p:spPr>
          <a:xfrm>
            <a:off x="796962" y="919932"/>
            <a:ext cx="6177705" cy="190500"/>
          </a:xfrm>
          <a:prstGeom prst="rect">
            <a:avLst/>
          </a:prstGeom>
        </p:spPr>
      </p:pic>
      <p:sp>
        <p:nvSpPr>
          <p:cNvPr id="6" name="Text 0">
            <a:extLst>
              <a:ext uri="{FF2B5EF4-FFF2-40B4-BE49-F238E27FC236}">
                <a16:creationId xmlns:a16="http://schemas.microsoft.com/office/drawing/2014/main" id="{A8BD0C51-A558-4711-E83C-DE7B480EAC5B}"/>
              </a:ext>
            </a:extLst>
          </p:cNvPr>
          <p:cNvSpPr/>
          <p:nvPr/>
        </p:nvSpPr>
        <p:spPr>
          <a:xfrm>
            <a:off x="807232" y="1957904"/>
            <a:ext cx="3986816" cy="358779"/>
          </a:xfrm>
          <a:prstGeom prst="rect">
            <a:avLst/>
          </a:prstGeom>
          <a:noFill/>
          <a:ln/>
        </p:spPr>
        <p:txBody>
          <a:bodyPr wrap="square" lIns="0" tIns="0" rIns="0" bIns="0" rtlCol="0" anchor="ctr"/>
          <a:lstStyle/>
          <a:p>
            <a:pPr marL="0" indent="0" algn="l">
              <a:lnSpc>
                <a:spcPct val="79650"/>
              </a:lnSpc>
              <a:buNone/>
            </a:pPr>
            <a:r>
              <a:rPr lang="en-US" sz="2800" b="1" dirty="0">
                <a:solidFill>
                  <a:srgbClr val="1D1D1D"/>
                </a:solidFill>
                <a:latin typeface="Titillium Web" panose="00000500000000000000" pitchFamily="2" charset="0"/>
                <a:ea typeface="Sora" pitchFamily="34" charset="-122"/>
                <a:cs typeface="Sora" pitchFamily="34" charset="-120"/>
              </a:rPr>
              <a:t>5.3 Preliminary Findings</a:t>
            </a:r>
          </a:p>
        </p:txBody>
      </p:sp>
      <p:sp>
        <p:nvSpPr>
          <p:cNvPr id="7" name="Text 1">
            <a:extLst>
              <a:ext uri="{FF2B5EF4-FFF2-40B4-BE49-F238E27FC236}">
                <a16:creationId xmlns:a16="http://schemas.microsoft.com/office/drawing/2014/main" id="{2063BD61-ADDF-ECC8-79C5-960517067933}"/>
              </a:ext>
            </a:extLst>
          </p:cNvPr>
          <p:cNvSpPr/>
          <p:nvPr/>
        </p:nvSpPr>
        <p:spPr>
          <a:xfrm>
            <a:off x="897313" y="3188437"/>
            <a:ext cx="4608136" cy="1733550"/>
          </a:xfrm>
          <a:prstGeom prst="rect">
            <a:avLst/>
          </a:prstGeom>
          <a:noFill/>
          <a:ln/>
        </p:spPr>
        <p:txBody>
          <a:bodyPr wrap="square" lIns="0" tIns="0" rIns="0" bIns="0" rtlCol="0" anchor="ctr"/>
          <a:lstStyle/>
          <a:p>
            <a:pPr marL="0" indent="0" algn="l">
              <a:lnSpc>
                <a:spcPts val="1600"/>
              </a:lnSpc>
              <a:spcBef>
                <a:spcPts val="600"/>
              </a:spcBef>
              <a:spcAft>
                <a:spcPts val="600"/>
              </a:spcAft>
              <a:buNone/>
            </a:pPr>
            <a:r>
              <a:rPr lang="en-US" sz="1600" b="1" dirty="0">
                <a:solidFill>
                  <a:srgbClr val="1D1D1D"/>
                </a:solidFill>
                <a:latin typeface="Titillium Web" pitchFamily="34" charset="0"/>
                <a:ea typeface="Titillium Web" pitchFamily="34" charset="-122"/>
                <a:cs typeface="Titillium Web" pitchFamily="34" charset="-120"/>
              </a:rPr>
              <a:t> </a:t>
            </a:r>
            <a:r>
              <a:rPr lang="en-US" sz="1200" dirty="0">
                <a:solidFill>
                  <a:srgbClr val="000000"/>
                </a:solidFill>
              </a:rPr>
              <a:t> </a:t>
            </a:r>
            <a:endParaRPr lang="en-US" sz="1200" dirty="0"/>
          </a:p>
        </p:txBody>
      </p:sp>
      <p:sp>
        <p:nvSpPr>
          <p:cNvPr id="8" name="Text 2">
            <a:extLst>
              <a:ext uri="{FF2B5EF4-FFF2-40B4-BE49-F238E27FC236}">
                <a16:creationId xmlns:a16="http://schemas.microsoft.com/office/drawing/2014/main" id="{57DE0226-F09F-DA96-A2E4-6E8C9631561A}"/>
              </a:ext>
            </a:extLst>
          </p:cNvPr>
          <p:cNvSpPr/>
          <p:nvPr/>
        </p:nvSpPr>
        <p:spPr>
          <a:xfrm>
            <a:off x="807232" y="677036"/>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9" name="Text 3">
            <a:extLst>
              <a:ext uri="{FF2B5EF4-FFF2-40B4-BE49-F238E27FC236}">
                <a16:creationId xmlns:a16="http://schemas.microsoft.com/office/drawing/2014/main" id="{BBCA6175-C5ED-2B5B-55C8-8AF828F6D2BA}"/>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itchFamily="34" charset="0"/>
                <a:ea typeface="Titillium Web" pitchFamily="34" charset="-122"/>
                <a:cs typeface="Titillium Web" pitchFamily="34" charset="-120"/>
              </a:rPr>
              <a:t>{{</a:t>
            </a:r>
            <a:r>
              <a:rPr lang="en-US" sz="1350" i="1" dirty="0" err="1">
                <a:solidFill>
                  <a:srgbClr val="1D1D1D"/>
                </a:solidFill>
                <a:latin typeface="Titillium Web" pitchFamily="34" charset="0"/>
                <a:ea typeface="Titillium Web" pitchFamily="34" charset="-122"/>
                <a:cs typeface="Titillium Web" pitchFamily="34" charset="-120"/>
              </a:rPr>
              <a:t>currentMonthYear</a:t>
            </a:r>
            <a:r>
              <a:rPr lang="en-US" sz="1350" i="1" dirty="0">
                <a:solidFill>
                  <a:srgbClr val="1D1D1D"/>
                </a:solidFill>
                <a:latin typeface="Titillium Web" pitchFamily="34" charset="0"/>
                <a:ea typeface="Titillium Web" pitchFamily="34" charset="-122"/>
                <a:cs typeface="Titillium Web" pitchFamily="34" charset="-120"/>
              </a:rPr>
              <a:t>}}</a:t>
            </a:r>
            <a:endParaRPr lang="en-US" sz="1350" dirty="0"/>
          </a:p>
        </p:txBody>
      </p:sp>
      <p:sp>
        <p:nvSpPr>
          <p:cNvPr id="12" name="Text 4">
            <a:extLst>
              <a:ext uri="{FF2B5EF4-FFF2-40B4-BE49-F238E27FC236}">
                <a16:creationId xmlns:a16="http://schemas.microsoft.com/office/drawing/2014/main" id="{98D7EC52-7CAC-1F17-5A61-9EB6B4DDD685}"/>
              </a:ext>
            </a:extLst>
          </p:cNvPr>
          <p:cNvSpPr/>
          <p:nvPr/>
        </p:nvSpPr>
        <p:spPr>
          <a:xfrm>
            <a:off x="897310" y="7263240"/>
            <a:ext cx="6416250" cy="398810"/>
          </a:xfrm>
          <a:prstGeom prst="rect">
            <a:avLst/>
          </a:prstGeom>
          <a:noFill/>
          <a:ln/>
        </p:spPr>
        <p:txBody>
          <a:bodyPr wrap="square" lIns="0" tIns="0" rIns="0" bIns="0" rtlCol="0" anchor="ctr"/>
          <a:lstStyle/>
          <a:p>
            <a:pPr marL="0" indent="0" algn="l">
              <a:lnSpc>
                <a:spcPct val="79650"/>
              </a:lnSpc>
              <a:buNone/>
            </a:pPr>
            <a:r>
              <a:rPr lang="en-US" sz="1425" b="1" dirty="0">
                <a:solidFill>
                  <a:srgbClr val="2B2B35"/>
                </a:solidFill>
                <a:latin typeface="Titillium Web" panose="00000500000000000000" pitchFamily="2" charset="0"/>
                <a:ea typeface="Roboto Condensed" pitchFamily="34" charset="-122"/>
                <a:cs typeface="Roboto Condensed" pitchFamily="34" charset="-120"/>
              </a:rPr>
              <a:t>Table 4</a:t>
            </a:r>
            <a:r>
              <a:rPr lang="en-US" sz="1425" dirty="0">
                <a:solidFill>
                  <a:srgbClr val="2B2B35"/>
                </a:solidFill>
                <a:latin typeface="Titillium Web" panose="00000500000000000000" pitchFamily="2" charset="0"/>
                <a:ea typeface="Roboto Condensed" pitchFamily="34" charset="-122"/>
                <a:cs typeface="Roboto Condensed" pitchFamily="34" charset="-120"/>
              </a:rPr>
              <a:t>: Technology Systems Assessment</a:t>
            </a:r>
          </a:p>
          <a:p>
            <a:pPr marL="0" indent="0" algn="l">
              <a:lnSpc>
                <a:spcPct val="79650"/>
              </a:lnSpc>
              <a:buNone/>
            </a:pPr>
            <a:endParaRPr lang="en-US" sz="1425" dirty="0"/>
          </a:p>
        </p:txBody>
      </p:sp>
      <p:sp>
        <p:nvSpPr>
          <p:cNvPr id="13" name="Text 5">
            <a:extLst>
              <a:ext uri="{FF2B5EF4-FFF2-40B4-BE49-F238E27FC236}">
                <a16:creationId xmlns:a16="http://schemas.microsoft.com/office/drawing/2014/main" id="{F2D48F29-B6D1-41C2-19EA-B972D996886C}"/>
              </a:ext>
            </a:extLst>
          </p:cNvPr>
          <p:cNvSpPr/>
          <p:nvPr/>
        </p:nvSpPr>
        <p:spPr>
          <a:xfrm>
            <a:off x="7419975" y="9829800"/>
            <a:ext cx="352425"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itchFamily="34" charset="0"/>
                <a:ea typeface="Titillium Web" pitchFamily="34" charset="-122"/>
                <a:cs typeface="Titillium Web" pitchFamily="34" charset="-120"/>
              </a:rPr>
              <a:t>19</a:t>
            </a:r>
            <a:endParaRPr lang="en-US" sz="1200" dirty="0"/>
          </a:p>
        </p:txBody>
      </p:sp>
      <p:graphicFrame>
        <p:nvGraphicFramePr>
          <p:cNvPr id="11" name="Table 10">
            <a:extLst>
              <a:ext uri="{FF2B5EF4-FFF2-40B4-BE49-F238E27FC236}">
                <a16:creationId xmlns:a16="http://schemas.microsoft.com/office/drawing/2014/main" id="{2BCF4F72-525A-F6D6-E317-598852E4F326}"/>
              </a:ext>
            </a:extLst>
          </p:cNvPr>
          <p:cNvGraphicFramePr>
            <a:graphicFrameLocks noGrp="1"/>
          </p:cNvGraphicFramePr>
          <p:nvPr>
            <p:extLst>
              <p:ext uri="{D42A27DB-BD31-4B8C-83A1-F6EECF244321}">
                <p14:modId xmlns:p14="http://schemas.microsoft.com/office/powerpoint/2010/main" val="1096089183"/>
              </p:ext>
            </p:extLst>
          </p:nvPr>
        </p:nvGraphicFramePr>
        <p:xfrm>
          <a:off x="897312" y="3850494"/>
          <a:ext cx="6416250" cy="3116964"/>
        </p:xfrm>
        <a:graphic>
          <a:graphicData uri="http://schemas.openxmlformats.org/drawingml/2006/table">
            <a:tbl>
              <a:tblPr firstRow="1" firstCol="1" bandRow="1">
                <a:tableStyleId>{7E9639D4-E3E2-4D34-9284-5A2195B3D0D7}</a:tableStyleId>
              </a:tblPr>
              <a:tblGrid>
                <a:gridCol w="3208125">
                  <a:extLst>
                    <a:ext uri="{9D8B030D-6E8A-4147-A177-3AD203B41FA5}">
                      <a16:colId xmlns:a16="http://schemas.microsoft.com/office/drawing/2014/main" val="2584825975"/>
                    </a:ext>
                  </a:extLst>
                </a:gridCol>
                <a:gridCol w="3208125">
                  <a:extLst>
                    <a:ext uri="{9D8B030D-6E8A-4147-A177-3AD203B41FA5}">
                      <a16:colId xmlns:a16="http://schemas.microsoft.com/office/drawing/2014/main" val="3192845578"/>
                    </a:ext>
                  </a:extLst>
                </a:gridCol>
              </a:tblGrid>
              <a:tr h="519494">
                <a:tc>
                  <a:txBody>
                    <a:bodyPr/>
                    <a:lstStyle/>
                    <a:p>
                      <a:pPr algn="l">
                        <a:lnSpc>
                          <a:spcPct val="115000"/>
                        </a:lnSpc>
                        <a:spcBef>
                          <a:spcPts val="1200"/>
                        </a:spcBef>
                        <a:spcAft>
                          <a:spcPts val="1000"/>
                        </a:spcAft>
                        <a:buNone/>
                      </a:pPr>
                      <a:r>
                        <a:rPr lang="en-ZA" sz="1100" kern="0" dirty="0">
                          <a:effectLst/>
                          <a:latin typeface="Titillium Web" panose="00000500000000000000" pitchFamily="2" charset="0"/>
                        </a:rPr>
                        <a:t>Technology Indicator</a:t>
                      </a:r>
                      <a:endParaRPr lang="en-ZA" sz="11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50000"/>
                      </a:schemeClr>
                    </a:solidFill>
                  </a:tcPr>
                </a:tc>
                <a:tc>
                  <a:txBody>
                    <a:bodyPr/>
                    <a:lstStyle/>
                    <a:p>
                      <a:pPr algn="l">
                        <a:lnSpc>
                          <a:spcPct val="115000"/>
                        </a:lnSpc>
                        <a:spcBef>
                          <a:spcPts val="1200"/>
                        </a:spcBef>
                        <a:spcAft>
                          <a:spcPts val="1000"/>
                        </a:spcAft>
                        <a:buNone/>
                      </a:pPr>
                      <a:r>
                        <a:rPr lang="en-ZA" sz="1100" kern="0" dirty="0">
                          <a:effectLst/>
                          <a:latin typeface="Titillium Web" panose="00000500000000000000" pitchFamily="2" charset="0"/>
                        </a:rPr>
                        <a:t>Findings</a:t>
                      </a:r>
                      <a:endParaRPr lang="en-ZA" sz="11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362585456"/>
                  </a:ext>
                </a:extLst>
              </a:tr>
              <a:tr h="519494">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CRM Deployment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US" sz="1000" dirty="0" err="1">
                          <a:latin typeface="Titillium Web" panose="00000500000000000000" pitchFamily="2" charset="0"/>
                        </a:rPr>
                        <a:t>crmDeployment</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8900684"/>
                  </a:ext>
                </a:extLst>
              </a:tr>
              <a:tr h="519494">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Accounting System</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US" sz="1000" dirty="0" err="1">
                          <a:latin typeface="Titillium Web" panose="00000500000000000000" pitchFamily="2" charset="0"/>
                        </a:rPr>
                        <a:t>accountingSystem</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2920183"/>
                  </a:ext>
                </a:extLst>
              </a:tr>
              <a:tr h="519494">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Cybersecurity Measures</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ZA" sz="1000" kern="1200" dirty="0" err="1">
                          <a:solidFill>
                            <a:schemeClr val="tx1"/>
                          </a:solidFill>
                          <a:latin typeface="Titillium Web" panose="00000500000000000000" pitchFamily="2" charset="0"/>
                          <a:ea typeface="+mn-ea"/>
                          <a:cs typeface="+mn-cs"/>
                        </a:rPr>
                        <a:t>cybersecurityMeasures</a:t>
                      </a:r>
                      <a:r>
                        <a:rPr lang="en-US" sz="1000" dirty="0">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1560235"/>
                  </a:ext>
                </a:extLst>
              </a:tr>
              <a:tr h="519494">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Workflow Digitization</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ZA" sz="1000" kern="1200" dirty="0" err="1">
                          <a:solidFill>
                            <a:schemeClr val="tx1"/>
                          </a:solidFill>
                          <a:latin typeface="Titillium Web" panose="00000500000000000000" pitchFamily="2" charset="0"/>
                          <a:ea typeface="+mn-ea"/>
                          <a:cs typeface="+mn-cs"/>
                        </a:rPr>
                        <a:t>workflowDigitisation</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5511590"/>
                  </a:ext>
                </a:extLst>
              </a:tr>
              <a:tr h="519494">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IT Strategy and Scalability Plan</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US" sz="1000" dirty="0" err="1">
                          <a:latin typeface="Titillium Web" panose="00000500000000000000" pitchFamily="2" charset="0"/>
                        </a:rPr>
                        <a:t>iTinfsPrelimFindsItStratnScale</a:t>
                      </a:r>
                      <a:r>
                        <a:rPr lang="en-US" sz="1000" dirty="0">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4952547"/>
                  </a:ext>
                </a:extLst>
              </a:tr>
            </a:tbl>
          </a:graphicData>
        </a:graphic>
      </p:graphicFrame>
      <p:sp>
        <p:nvSpPr>
          <p:cNvPr id="14" name="TextBox 13">
            <a:extLst>
              <a:ext uri="{FF2B5EF4-FFF2-40B4-BE49-F238E27FC236}">
                <a16:creationId xmlns:a16="http://schemas.microsoft.com/office/drawing/2014/main" id="{0407D983-1B62-49C1-8CE0-D4AB3FFE8D32}"/>
              </a:ext>
            </a:extLst>
          </p:cNvPr>
          <p:cNvSpPr txBox="1"/>
          <p:nvPr/>
        </p:nvSpPr>
        <p:spPr>
          <a:xfrm>
            <a:off x="796961" y="2508289"/>
            <a:ext cx="4794819" cy="286873"/>
          </a:xfrm>
          <a:prstGeom prst="rect">
            <a:avLst/>
          </a:prstGeom>
          <a:noFill/>
        </p:spPr>
        <p:txBody>
          <a:bodyPr wrap="square" rtlCol="0">
            <a:spAutoFit/>
          </a:bodyPr>
          <a:lstStyle/>
          <a:p>
            <a:pPr>
              <a:lnSpc>
                <a:spcPts val="1600"/>
              </a:lnSpc>
              <a:spcBef>
                <a:spcPts val="600"/>
              </a:spcBef>
              <a:spcAft>
                <a:spcPts val="600"/>
              </a:spcAft>
            </a:pPr>
            <a:r>
              <a:rPr lang="en-US" sz="1200" dirty="0">
                <a:latin typeface="Titillium Web" panose="00000500000000000000" pitchFamily="2" charset="0"/>
              </a:rPr>
              <a:t>{{</a:t>
            </a:r>
            <a:r>
              <a:rPr lang="en-US" sz="1200" dirty="0" err="1">
                <a:latin typeface="Titillium Web" panose="00000500000000000000" pitchFamily="2" charset="0"/>
              </a:rPr>
              <a:t>iTinfsPrelimFinds</a:t>
            </a:r>
            <a:r>
              <a:rPr lang="en-US" sz="1200" dirty="0">
                <a:latin typeface="Titillium Web" panose="00000500000000000000" pitchFamily="2" charset="0"/>
              </a:rPr>
              <a:t>}}</a:t>
            </a:r>
            <a:endParaRPr lang="en-ZA" sz="1200" dirty="0">
              <a:latin typeface="Titillium Web" panose="00000500000000000000" pitchFamily="2" charset="0"/>
            </a:endParaRPr>
          </a:p>
        </p:txBody>
      </p:sp>
      <p:grpSp>
        <p:nvGrpSpPr>
          <p:cNvPr id="10" name="Group 9">
            <a:extLst>
              <a:ext uri="{FF2B5EF4-FFF2-40B4-BE49-F238E27FC236}">
                <a16:creationId xmlns:a16="http://schemas.microsoft.com/office/drawing/2014/main" id="{C05074A8-D327-B46D-92A6-1766BD3811E4}"/>
              </a:ext>
            </a:extLst>
          </p:cNvPr>
          <p:cNvGrpSpPr/>
          <p:nvPr/>
        </p:nvGrpSpPr>
        <p:grpSpPr>
          <a:xfrm>
            <a:off x="6075245" y="7941097"/>
            <a:ext cx="1314450" cy="1449210"/>
            <a:chOff x="6075245" y="7407697"/>
            <a:chExt cx="1314450" cy="1449210"/>
          </a:xfrm>
        </p:grpSpPr>
        <p:sp>
          <p:nvSpPr>
            <p:cNvPr id="15" name="Text 4">
              <a:extLst>
                <a:ext uri="{FF2B5EF4-FFF2-40B4-BE49-F238E27FC236}">
                  <a16:creationId xmlns:a16="http://schemas.microsoft.com/office/drawing/2014/main" id="{94A17FC4-C61D-224C-BD4F-BBDAFDE4F292}"/>
                </a:ext>
              </a:extLst>
            </p:cNvPr>
            <p:cNvSpPr/>
            <p:nvPr/>
          </p:nvSpPr>
          <p:spPr>
            <a:xfrm>
              <a:off x="60752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6" name="Image 4" descr="preencoded.png">
              <a:extLst>
                <a:ext uri="{FF2B5EF4-FFF2-40B4-BE49-F238E27FC236}">
                  <a16:creationId xmlns:a16="http://schemas.microsoft.com/office/drawing/2014/main" id="{B1E407CA-D39D-4E5C-1089-A6DCFF5E062C}"/>
                </a:ext>
              </a:extLst>
            </p:cNvPr>
            <p:cNvPicPr>
              <a:picLocks noChangeAspect="1"/>
            </p:cNvPicPr>
            <p:nvPr/>
          </p:nvPicPr>
          <p:blipFill>
            <a:blip r:embed="rId4"/>
            <a:stretch>
              <a:fillRect/>
            </a:stretch>
          </p:blipFill>
          <p:spPr>
            <a:xfrm>
              <a:off x="6875345" y="7407697"/>
              <a:ext cx="514350" cy="400050"/>
            </a:xfrm>
            <a:prstGeom prst="rect">
              <a:avLst/>
            </a:prstGeom>
          </p:spPr>
        </p:pic>
      </p:grpSp>
      <p:grpSp>
        <p:nvGrpSpPr>
          <p:cNvPr id="3" name="Group 2">
            <a:extLst>
              <a:ext uri="{FF2B5EF4-FFF2-40B4-BE49-F238E27FC236}">
                <a16:creationId xmlns:a16="http://schemas.microsoft.com/office/drawing/2014/main" id="{407D6B74-14D7-D7D2-0829-BA0B95FE0C1E}"/>
              </a:ext>
            </a:extLst>
          </p:cNvPr>
          <p:cNvGrpSpPr/>
          <p:nvPr/>
        </p:nvGrpSpPr>
        <p:grpSpPr>
          <a:xfrm>
            <a:off x="5591781" y="1412484"/>
            <a:ext cx="1382886" cy="1387866"/>
            <a:chOff x="5591781" y="1412484"/>
            <a:chExt cx="1382886" cy="1387866"/>
          </a:xfrm>
        </p:grpSpPr>
        <p:sp>
          <p:nvSpPr>
            <p:cNvPr id="19" name="Rectangle 18">
              <a:extLst>
                <a:ext uri="{FF2B5EF4-FFF2-40B4-BE49-F238E27FC236}">
                  <a16:creationId xmlns:a16="http://schemas.microsoft.com/office/drawing/2014/main" id="{B30E8987-09B0-58A0-A5B7-47C17FB54A6A}"/>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0" name="Picture 19">
              <a:extLst>
                <a:ext uri="{FF2B5EF4-FFF2-40B4-BE49-F238E27FC236}">
                  <a16:creationId xmlns:a16="http://schemas.microsoft.com/office/drawing/2014/main" id="{5FDC06BB-66FE-5097-201E-03DB069C0279}"/>
                </a:ext>
              </a:extLst>
            </p:cNvPr>
            <p:cNvPicPr>
              <a:picLocks noChangeAspect="1"/>
            </p:cNvPicPr>
            <p:nvPr/>
          </p:nvPicPr>
          <p:blipFill>
            <a:blip r:embed="rId5"/>
            <a:srcRect l="10092" r="10092"/>
            <a:stretch/>
          </p:blipFill>
          <p:spPr>
            <a:xfrm>
              <a:off x="5591781" y="1712378"/>
              <a:ext cx="1158067" cy="762487"/>
            </a:xfrm>
            <a:prstGeom prst="rect">
              <a:avLst/>
            </a:prstGeom>
          </p:spPr>
        </p:pic>
        <p:sp>
          <p:nvSpPr>
            <p:cNvPr id="21" name="Rectangle 20">
              <a:extLst>
                <a:ext uri="{FF2B5EF4-FFF2-40B4-BE49-F238E27FC236}">
                  <a16:creationId xmlns:a16="http://schemas.microsoft.com/office/drawing/2014/main" id="{AFC43033-A2BB-86A6-992B-1BCAF6216DB4}"/>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Tree>
    <p:extLst>
      <p:ext uri="{BB962C8B-B14F-4D97-AF65-F5344CB8AC3E}">
        <p14:creationId xmlns:p14="http://schemas.microsoft.com/office/powerpoint/2010/main" val="22468561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27048-7F99-4C74-4506-15092F4D371D}"/>
            </a:ext>
          </a:extLst>
        </p:cNvPr>
        <p:cNvGrpSpPr/>
        <p:nvPr/>
      </p:nvGrpSpPr>
      <p:grpSpPr>
        <a:xfrm>
          <a:off x="0" y="0"/>
          <a:ext cx="0" cy="0"/>
          <a:chOff x="0" y="0"/>
          <a:chExt cx="0" cy="0"/>
        </a:xfrm>
      </p:grpSpPr>
      <p:pic>
        <p:nvPicPr>
          <p:cNvPr id="4" name="Image 2" descr="preencoded.png">
            <a:extLst>
              <a:ext uri="{FF2B5EF4-FFF2-40B4-BE49-F238E27FC236}">
                <a16:creationId xmlns:a16="http://schemas.microsoft.com/office/drawing/2014/main" id="{60856ECE-16F5-7EF9-779B-9FED844E312F}"/>
              </a:ext>
            </a:extLst>
          </p:cNvPr>
          <p:cNvPicPr>
            <a:picLocks noChangeAspect="1"/>
          </p:cNvPicPr>
          <p:nvPr/>
        </p:nvPicPr>
        <p:blipFill>
          <a:blip r:embed="rId3"/>
          <a:stretch>
            <a:fillRect/>
          </a:stretch>
        </p:blipFill>
        <p:spPr>
          <a:xfrm>
            <a:off x="807232" y="1488519"/>
            <a:ext cx="85725" cy="981075"/>
          </a:xfrm>
          <a:prstGeom prst="rect">
            <a:avLst/>
          </a:prstGeom>
        </p:spPr>
      </p:pic>
      <p:pic>
        <p:nvPicPr>
          <p:cNvPr id="5" name="Image 3" descr="preencoded.png">
            <a:extLst>
              <a:ext uri="{FF2B5EF4-FFF2-40B4-BE49-F238E27FC236}">
                <a16:creationId xmlns:a16="http://schemas.microsoft.com/office/drawing/2014/main" id="{4968DC61-DFF3-7875-34B6-A02018AA08BE}"/>
              </a:ext>
            </a:extLst>
          </p:cNvPr>
          <p:cNvPicPr>
            <a:picLocks noChangeAspect="1"/>
          </p:cNvPicPr>
          <p:nvPr/>
        </p:nvPicPr>
        <p:blipFill>
          <a:blip r:embed="rId4"/>
          <a:stretch>
            <a:fillRect/>
          </a:stretch>
        </p:blipFill>
        <p:spPr>
          <a:xfrm>
            <a:off x="796962" y="919932"/>
            <a:ext cx="6177705" cy="190500"/>
          </a:xfrm>
          <a:prstGeom prst="rect">
            <a:avLst/>
          </a:prstGeom>
        </p:spPr>
      </p:pic>
      <p:sp>
        <p:nvSpPr>
          <p:cNvPr id="6" name="Text 0">
            <a:extLst>
              <a:ext uri="{FF2B5EF4-FFF2-40B4-BE49-F238E27FC236}">
                <a16:creationId xmlns:a16="http://schemas.microsoft.com/office/drawing/2014/main" id="{4E6A34BE-D9F1-4B44-A53A-8789C67C9674}"/>
              </a:ext>
            </a:extLst>
          </p:cNvPr>
          <p:cNvSpPr/>
          <p:nvPr/>
        </p:nvSpPr>
        <p:spPr>
          <a:xfrm>
            <a:off x="929953" y="1640368"/>
            <a:ext cx="4108229" cy="805567"/>
          </a:xfrm>
          <a:prstGeom prst="rect">
            <a:avLst/>
          </a:prstGeom>
          <a:noFill/>
          <a:ln/>
        </p:spPr>
        <p:txBody>
          <a:bodyPr wrap="square" lIns="0" tIns="0" rIns="0" bIns="0" rtlCol="0" anchor="ctr"/>
          <a:lstStyle/>
          <a:p>
            <a:pPr marL="0" indent="0" algn="l">
              <a:buNone/>
            </a:pPr>
            <a:r>
              <a:rPr lang="en-US" sz="2800" b="1" dirty="0">
                <a:solidFill>
                  <a:srgbClr val="1D1D1D"/>
                </a:solidFill>
                <a:latin typeface="Titillium Web" panose="00000500000000000000" pitchFamily="2" charset="0"/>
                <a:ea typeface="Sora" pitchFamily="34" charset="-122"/>
                <a:cs typeface="Sora" pitchFamily="34" charset="-120"/>
              </a:rPr>
              <a:t>5.4 Digital Systems Score</a:t>
            </a:r>
          </a:p>
        </p:txBody>
      </p:sp>
      <p:sp>
        <p:nvSpPr>
          <p:cNvPr id="7" name="Text 1">
            <a:extLst>
              <a:ext uri="{FF2B5EF4-FFF2-40B4-BE49-F238E27FC236}">
                <a16:creationId xmlns:a16="http://schemas.microsoft.com/office/drawing/2014/main" id="{7CBFCC5D-F32F-367B-3DCE-8966EF730958}"/>
              </a:ext>
            </a:extLst>
          </p:cNvPr>
          <p:cNvSpPr/>
          <p:nvPr/>
        </p:nvSpPr>
        <p:spPr>
          <a:xfrm>
            <a:off x="897313" y="3188437"/>
            <a:ext cx="4608136" cy="1733550"/>
          </a:xfrm>
          <a:prstGeom prst="rect">
            <a:avLst/>
          </a:prstGeom>
          <a:noFill/>
          <a:ln/>
        </p:spPr>
        <p:txBody>
          <a:bodyPr wrap="square" lIns="0" tIns="0" rIns="0" bIns="0" rtlCol="0" anchor="ctr"/>
          <a:lstStyle/>
          <a:p>
            <a:pPr marL="0" indent="0" algn="l">
              <a:spcBef>
                <a:spcPts val="600"/>
              </a:spcBef>
              <a:spcAft>
                <a:spcPts val="600"/>
              </a:spcAft>
              <a:buNone/>
            </a:pPr>
            <a:r>
              <a:rPr lang="en-US" sz="1600" b="1" dirty="0">
                <a:solidFill>
                  <a:srgbClr val="1D1D1D"/>
                </a:solidFill>
                <a:latin typeface="Titillium Web" panose="00000500000000000000" pitchFamily="2" charset="0"/>
                <a:ea typeface="Titillium Web" pitchFamily="34" charset="-122"/>
                <a:cs typeface="Titillium Web" pitchFamily="34" charset="-120"/>
              </a:rPr>
              <a:t> </a:t>
            </a:r>
            <a:r>
              <a:rPr lang="en-US" sz="1200" dirty="0">
                <a:solidFill>
                  <a:srgbClr val="000000"/>
                </a:solidFill>
                <a:latin typeface="Titillium Web" panose="00000500000000000000" pitchFamily="2" charset="0"/>
              </a:rPr>
              <a:t> </a:t>
            </a:r>
            <a:endParaRPr lang="en-US" sz="1200" dirty="0">
              <a:latin typeface="Titillium Web" panose="00000500000000000000" pitchFamily="2" charset="0"/>
            </a:endParaRPr>
          </a:p>
        </p:txBody>
      </p:sp>
      <p:sp>
        <p:nvSpPr>
          <p:cNvPr id="8" name="Text 2">
            <a:extLst>
              <a:ext uri="{FF2B5EF4-FFF2-40B4-BE49-F238E27FC236}">
                <a16:creationId xmlns:a16="http://schemas.microsoft.com/office/drawing/2014/main" id="{B42B120F-7F24-34C5-F4E4-007035970733}"/>
              </a:ext>
            </a:extLst>
          </p:cNvPr>
          <p:cNvSpPr/>
          <p:nvPr/>
        </p:nvSpPr>
        <p:spPr>
          <a:xfrm>
            <a:off x="807232" y="677036"/>
            <a:ext cx="2705100" cy="209550"/>
          </a:xfrm>
          <a:prstGeom prst="rect">
            <a:avLst/>
          </a:prstGeom>
          <a:noFill/>
          <a:ln/>
        </p:spPr>
        <p:txBody>
          <a:bodyPr wrap="square" lIns="0" tIns="0" rIns="0" bIns="0" rtlCol="0" anchor="ctr"/>
          <a:lstStyle/>
          <a:p>
            <a:pPr marL="0" indent="0" algn="l">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9" name="Text 3">
            <a:extLst>
              <a:ext uri="{FF2B5EF4-FFF2-40B4-BE49-F238E27FC236}">
                <a16:creationId xmlns:a16="http://schemas.microsoft.com/office/drawing/2014/main" id="{12342477-A926-47AE-A64C-6DD010E50896}"/>
              </a:ext>
            </a:extLst>
          </p:cNvPr>
          <p:cNvSpPr/>
          <p:nvPr/>
        </p:nvSpPr>
        <p:spPr>
          <a:xfrm>
            <a:off x="5187639" y="677036"/>
            <a:ext cx="1771650" cy="209550"/>
          </a:xfrm>
          <a:prstGeom prst="rect">
            <a:avLst/>
          </a:prstGeom>
          <a:noFill/>
          <a:ln/>
        </p:spPr>
        <p:txBody>
          <a:bodyPr wrap="square" lIns="0" tIns="0" rIns="0" bIns="0" rtlCol="0" anchor="ctr"/>
          <a:lstStyle/>
          <a:p>
            <a:pPr marL="0" indent="0" algn="r">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FF729556-1C67-7E39-7D85-B7401D51C81B}"/>
              </a:ext>
            </a:extLst>
          </p:cNvPr>
          <p:cNvSpPr/>
          <p:nvPr/>
        </p:nvSpPr>
        <p:spPr>
          <a:xfrm>
            <a:off x="7419975" y="9829800"/>
            <a:ext cx="352425"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19</a:t>
            </a:r>
            <a:endParaRPr lang="en-US" sz="1200" dirty="0">
              <a:latin typeface="Titillium Web" panose="00000500000000000000" pitchFamily="2" charset="0"/>
            </a:endParaRPr>
          </a:p>
        </p:txBody>
      </p:sp>
      <p:grpSp>
        <p:nvGrpSpPr>
          <p:cNvPr id="61" name="Group 60">
            <a:extLst>
              <a:ext uri="{FF2B5EF4-FFF2-40B4-BE49-F238E27FC236}">
                <a16:creationId xmlns:a16="http://schemas.microsoft.com/office/drawing/2014/main" id="{DE9C4540-F279-0339-D78F-4F7B30166C04}"/>
              </a:ext>
            </a:extLst>
          </p:cNvPr>
          <p:cNvGrpSpPr/>
          <p:nvPr/>
        </p:nvGrpSpPr>
        <p:grpSpPr>
          <a:xfrm>
            <a:off x="256735" y="3363160"/>
            <a:ext cx="4979684" cy="6442137"/>
            <a:chOff x="256735" y="3363160"/>
            <a:chExt cx="4979684" cy="6442137"/>
          </a:xfrm>
        </p:grpSpPr>
        <p:grpSp>
          <p:nvGrpSpPr>
            <p:cNvPr id="11" name="Group 10">
              <a:extLst>
                <a:ext uri="{FF2B5EF4-FFF2-40B4-BE49-F238E27FC236}">
                  <a16:creationId xmlns:a16="http://schemas.microsoft.com/office/drawing/2014/main" id="{0D8040AD-3E66-EA11-D113-550C5EDB9624}"/>
                </a:ext>
              </a:extLst>
            </p:cNvPr>
            <p:cNvGrpSpPr/>
            <p:nvPr/>
          </p:nvGrpSpPr>
          <p:grpSpPr>
            <a:xfrm>
              <a:off x="256735" y="3363160"/>
              <a:ext cx="4979684" cy="6440990"/>
              <a:chOff x="1650861" y="1521118"/>
              <a:chExt cx="3318131" cy="6440990"/>
            </a:xfrm>
          </p:grpSpPr>
          <p:pic>
            <p:nvPicPr>
              <p:cNvPr id="16" name="Image 10" descr="preencoded.png">
                <a:extLst>
                  <a:ext uri="{FF2B5EF4-FFF2-40B4-BE49-F238E27FC236}">
                    <a16:creationId xmlns:a16="http://schemas.microsoft.com/office/drawing/2014/main" id="{6527A5A6-3F94-EE59-D676-B0ADE480A89C}"/>
                  </a:ext>
                </a:extLst>
              </p:cNvPr>
              <p:cNvPicPr>
                <a:picLocks noChangeAspect="1"/>
              </p:cNvPicPr>
              <p:nvPr/>
            </p:nvPicPr>
            <p:blipFill>
              <a:blip r:embed="rId5"/>
              <a:stretch>
                <a:fillRect/>
              </a:stretch>
            </p:blipFill>
            <p:spPr>
              <a:xfrm>
                <a:off x="1658790" y="1521119"/>
                <a:ext cx="706291" cy="1174114"/>
              </a:xfrm>
              <a:prstGeom prst="rect">
                <a:avLst/>
              </a:prstGeom>
            </p:spPr>
          </p:pic>
          <p:pic>
            <p:nvPicPr>
              <p:cNvPr id="32" name="Image 26" descr="preencoded.png">
                <a:extLst>
                  <a:ext uri="{FF2B5EF4-FFF2-40B4-BE49-F238E27FC236}">
                    <a16:creationId xmlns:a16="http://schemas.microsoft.com/office/drawing/2014/main" id="{F98A2489-E966-4454-7E65-F29CCE87F149}"/>
                  </a:ext>
                </a:extLst>
              </p:cNvPr>
              <p:cNvPicPr>
                <a:picLocks noChangeAspect="1"/>
              </p:cNvPicPr>
              <p:nvPr/>
            </p:nvPicPr>
            <p:blipFill>
              <a:blip r:embed="rId5"/>
              <a:stretch>
                <a:fillRect/>
              </a:stretch>
            </p:blipFill>
            <p:spPr>
              <a:xfrm>
                <a:off x="1658791" y="6787994"/>
                <a:ext cx="706291" cy="1174114"/>
              </a:xfrm>
              <a:prstGeom prst="rect">
                <a:avLst/>
              </a:prstGeom>
            </p:spPr>
          </p:pic>
          <p:sp>
            <p:nvSpPr>
              <p:cNvPr id="35" name="Text 1">
                <a:extLst>
                  <a:ext uri="{FF2B5EF4-FFF2-40B4-BE49-F238E27FC236}">
                    <a16:creationId xmlns:a16="http://schemas.microsoft.com/office/drawing/2014/main" id="{02DAC723-8982-25DE-942F-68581AB903E1}"/>
                  </a:ext>
                </a:extLst>
              </p:cNvPr>
              <p:cNvSpPr/>
              <p:nvPr/>
            </p:nvSpPr>
            <p:spPr>
              <a:xfrm>
                <a:off x="1650861" y="1521118"/>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ea typeface="Arial" pitchFamily="34" charset="-122"/>
                    <a:cs typeface="Arial" pitchFamily="34" charset="-120"/>
                  </a:rPr>
                  <a:t>13.8 %</a:t>
                </a:r>
                <a:endParaRPr lang="en-US" sz="1600" dirty="0">
                  <a:latin typeface="Titillium Web" panose="00000500000000000000" pitchFamily="2" charset="0"/>
                </a:endParaRPr>
              </a:p>
            </p:txBody>
          </p:sp>
          <p:sp>
            <p:nvSpPr>
              <p:cNvPr id="36" name="Text 2">
                <a:extLst>
                  <a:ext uri="{FF2B5EF4-FFF2-40B4-BE49-F238E27FC236}">
                    <a16:creationId xmlns:a16="http://schemas.microsoft.com/office/drawing/2014/main" id="{09F2E646-5E7C-6E07-6505-3707366FBD5A}"/>
                  </a:ext>
                </a:extLst>
              </p:cNvPr>
              <p:cNvSpPr/>
              <p:nvPr/>
            </p:nvSpPr>
            <p:spPr>
              <a:xfrm>
                <a:off x="2507686" y="1581836"/>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cs typeface="Arial" pitchFamily="34" charset="-120"/>
                  </a:rPr>
                  <a:t>System Architecture</a:t>
                </a:r>
                <a:endParaRPr lang="en-US" sz="1600" dirty="0">
                  <a:latin typeface="Titillium Web" panose="00000500000000000000" pitchFamily="2" charset="0"/>
                </a:endParaRPr>
              </a:p>
            </p:txBody>
          </p:sp>
          <p:sp>
            <p:nvSpPr>
              <p:cNvPr id="37" name="Text 3">
                <a:extLst>
                  <a:ext uri="{FF2B5EF4-FFF2-40B4-BE49-F238E27FC236}">
                    <a16:creationId xmlns:a16="http://schemas.microsoft.com/office/drawing/2014/main" id="{F83CE5FE-DC00-7491-583A-A4FAA1E18D6E}"/>
                  </a:ext>
                </a:extLst>
              </p:cNvPr>
              <p:cNvSpPr/>
              <p:nvPr/>
            </p:nvSpPr>
            <p:spPr>
              <a:xfrm>
                <a:off x="2507686" y="1922716"/>
                <a:ext cx="2461306" cy="584068"/>
              </a:xfrm>
              <a:prstGeom prst="rect">
                <a:avLst/>
              </a:prstGeom>
              <a:noFill/>
              <a:ln/>
            </p:spPr>
            <p:txBody>
              <a:bodyPr wrap="square" lIns="0" tIns="0" rIns="0" bIns="0" rtlCol="0" anchor="ctr"/>
              <a:lstStyle/>
              <a:p>
                <a:r>
                  <a:rPr lang="en-US" sz="1100" b="1" dirty="0">
                    <a:latin typeface="Titillium Web" panose="00000500000000000000" pitchFamily="2" charset="0"/>
                    <a:ea typeface="Arial" pitchFamily="34" charset="-122"/>
                    <a:cs typeface="Arial" pitchFamily="34" charset="-120"/>
                  </a:rPr>
                  <a:t>Weight:</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systemArchWeight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systemArchContributeWeight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systemArchJustify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sp>
            <p:nvSpPr>
              <p:cNvPr id="38" name="Text 4">
                <a:extLst>
                  <a:ext uri="{FF2B5EF4-FFF2-40B4-BE49-F238E27FC236}">
                    <a16:creationId xmlns:a16="http://schemas.microsoft.com/office/drawing/2014/main" id="{74B6B1B7-705A-52BD-4965-65F2E42D1AEB}"/>
                  </a:ext>
                </a:extLst>
              </p:cNvPr>
              <p:cNvSpPr/>
              <p:nvPr/>
            </p:nvSpPr>
            <p:spPr>
              <a:xfrm>
                <a:off x="1650861" y="2837836"/>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cs typeface="Arial" pitchFamily="34" charset="-120"/>
                  </a:rPr>
                  <a:t>7%</a:t>
                </a:r>
                <a:endParaRPr lang="en-US" sz="1600" dirty="0">
                  <a:latin typeface="Titillium Web" panose="00000500000000000000" pitchFamily="2" charset="0"/>
                </a:endParaRPr>
              </a:p>
            </p:txBody>
          </p:sp>
          <p:sp>
            <p:nvSpPr>
              <p:cNvPr id="39" name="Text 5">
                <a:extLst>
                  <a:ext uri="{FF2B5EF4-FFF2-40B4-BE49-F238E27FC236}">
                    <a16:creationId xmlns:a16="http://schemas.microsoft.com/office/drawing/2014/main" id="{045D4814-333A-3A8B-D223-E8D52C35B6A2}"/>
                  </a:ext>
                </a:extLst>
              </p:cNvPr>
              <p:cNvSpPr/>
              <p:nvPr/>
            </p:nvSpPr>
            <p:spPr>
              <a:xfrm>
                <a:off x="2507686" y="2912203"/>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cs typeface="Arial" pitchFamily="34" charset="-120"/>
                  </a:rPr>
                  <a:t>Cybersecurity &amp; Compliance</a:t>
                </a:r>
                <a:endParaRPr lang="en-US" sz="1600" dirty="0">
                  <a:latin typeface="Titillium Web" panose="00000500000000000000" pitchFamily="2" charset="0"/>
                </a:endParaRPr>
              </a:p>
            </p:txBody>
          </p:sp>
          <p:sp>
            <p:nvSpPr>
              <p:cNvPr id="40" name="Text 6">
                <a:extLst>
                  <a:ext uri="{FF2B5EF4-FFF2-40B4-BE49-F238E27FC236}">
                    <a16:creationId xmlns:a16="http://schemas.microsoft.com/office/drawing/2014/main" id="{FC2E383D-DF88-C965-802B-512195C68042}"/>
                  </a:ext>
                </a:extLst>
              </p:cNvPr>
              <p:cNvSpPr/>
              <p:nvPr/>
            </p:nvSpPr>
            <p:spPr>
              <a:xfrm>
                <a:off x="2507686" y="3239435"/>
                <a:ext cx="2329214" cy="570420"/>
              </a:xfrm>
              <a:prstGeom prst="rect">
                <a:avLst/>
              </a:prstGeom>
              <a:noFill/>
              <a:ln/>
            </p:spPr>
            <p:txBody>
              <a:bodyPr wrap="square" lIns="0" tIns="0" rIns="0" bIns="0" rtlCol="0" anchor="ctr"/>
              <a:lstStyle/>
              <a:p>
                <a:r>
                  <a:rPr lang="en-US" sz="1100" b="1" dirty="0">
                    <a:latin typeface="Titillium Web" panose="00000500000000000000" pitchFamily="2" charset="0"/>
                    <a:ea typeface="Arial" pitchFamily="34" charset="-122"/>
                    <a:cs typeface="Arial" pitchFamily="34" charset="-120"/>
                  </a:rPr>
                  <a:t>Weight</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cybersecWeight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cybersecCompContributePercent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cybersecCompJustify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sp>
            <p:nvSpPr>
              <p:cNvPr id="41" name="Text 7">
                <a:extLst>
                  <a:ext uri="{FF2B5EF4-FFF2-40B4-BE49-F238E27FC236}">
                    <a16:creationId xmlns:a16="http://schemas.microsoft.com/office/drawing/2014/main" id="{032BC847-0ADE-B9F7-1E67-0F9230F9CB6D}"/>
                  </a:ext>
                </a:extLst>
              </p:cNvPr>
              <p:cNvSpPr/>
              <p:nvPr/>
            </p:nvSpPr>
            <p:spPr>
              <a:xfrm>
                <a:off x="1650861" y="4154555"/>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ea typeface="Arial" pitchFamily="34" charset="-122"/>
                    <a:cs typeface="Arial" pitchFamily="34" charset="-120"/>
                  </a:rPr>
                  <a:t>4%</a:t>
                </a:r>
                <a:endParaRPr lang="en-US" sz="1600" dirty="0">
                  <a:latin typeface="Titillium Web" panose="00000500000000000000" pitchFamily="2" charset="0"/>
                </a:endParaRPr>
              </a:p>
            </p:txBody>
          </p:sp>
          <p:sp>
            <p:nvSpPr>
              <p:cNvPr id="42" name="Text 8">
                <a:extLst>
                  <a:ext uri="{FF2B5EF4-FFF2-40B4-BE49-F238E27FC236}">
                    <a16:creationId xmlns:a16="http://schemas.microsoft.com/office/drawing/2014/main" id="{A05D9D5E-8174-73E1-6C33-47FB0DC82244}"/>
                  </a:ext>
                </a:extLst>
              </p:cNvPr>
              <p:cNvSpPr/>
              <p:nvPr/>
            </p:nvSpPr>
            <p:spPr>
              <a:xfrm>
                <a:off x="2507686" y="4215273"/>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cs typeface="Arial" pitchFamily="34" charset="-120"/>
                  </a:rPr>
                  <a:t>Data Protection &amp; Recovery</a:t>
                </a:r>
                <a:endParaRPr lang="en-US" sz="1600" dirty="0">
                  <a:latin typeface="Titillium Web" panose="00000500000000000000" pitchFamily="2" charset="0"/>
                </a:endParaRPr>
              </a:p>
            </p:txBody>
          </p:sp>
          <p:sp>
            <p:nvSpPr>
              <p:cNvPr id="43" name="Text 9">
                <a:extLst>
                  <a:ext uri="{FF2B5EF4-FFF2-40B4-BE49-F238E27FC236}">
                    <a16:creationId xmlns:a16="http://schemas.microsoft.com/office/drawing/2014/main" id="{27CD2710-39B9-35B5-99D6-4806A5EB5575}"/>
                  </a:ext>
                </a:extLst>
              </p:cNvPr>
              <p:cNvSpPr/>
              <p:nvPr/>
            </p:nvSpPr>
            <p:spPr>
              <a:xfrm>
                <a:off x="2507686" y="4556154"/>
                <a:ext cx="2329214" cy="570420"/>
              </a:xfrm>
              <a:prstGeom prst="rect">
                <a:avLst/>
              </a:prstGeom>
              <a:noFill/>
              <a:ln/>
            </p:spPr>
            <p:txBody>
              <a:bodyPr wrap="square" lIns="0" tIns="0" rIns="0" bIns="0" rtlCol="0" anchor="ctr"/>
              <a:lstStyle/>
              <a:p>
                <a:r>
                  <a:rPr lang="en-US" sz="1100" b="1" dirty="0">
                    <a:latin typeface="Titillium Web" panose="00000500000000000000" pitchFamily="2" charset="0"/>
                    <a:ea typeface="Arial" pitchFamily="34" charset="-122"/>
                    <a:cs typeface="Arial" pitchFamily="34" charset="-120"/>
                  </a:rPr>
                  <a:t>Weight</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dataProtectWeight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dataProtectContributionPercent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dataProtectJustify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sp>
            <p:nvSpPr>
              <p:cNvPr id="44" name="Text 10">
                <a:extLst>
                  <a:ext uri="{FF2B5EF4-FFF2-40B4-BE49-F238E27FC236}">
                    <a16:creationId xmlns:a16="http://schemas.microsoft.com/office/drawing/2014/main" id="{9FFE6A1A-ADBC-A281-BF58-9299587CD2F3}"/>
                  </a:ext>
                </a:extLst>
              </p:cNvPr>
              <p:cNvSpPr/>
              <p:nvPr/>
            </p:nvSpPr>
            <p:spPr>
              <a:xfrm>
                <a:off x="1650861" y="5471274"/>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cs typeface="Arial" pitchFamily="34" charset="-120"/>
                  </a:rPr>
                  <a:t>8%</a:t>
                </a:r>
                <a:endParaRPr lang="en-US" sz="1600" dirty="0">
                  <a:latin typeface="Titillium Web" panose="00000500000000000000" pitchFamily="2" charset="0"/>
                </a:endParaRPr>
              </a:p>
            </p:txBody>
          </p:sp>
          <p:sp>
            <p:nvSpPr>
              <p:cNvPr id="45" name="Text 11">
                <a:extLst>
                  <a:ext uri="{FF2B5EF4-FFF2-40B4-BE49-F238E27FC236}">
                    <a16:creationId xmlns:a16="http://schemas.microsoft.com/office/drawing/2014/main" id="{3F19B672-F354-C772-6601-AD9F34F0C7D9}"/>
                  </a:ext>
                </a:extLst>
              </p:cNvPr>
              <p:cNvSpPr/>
              <p:nvPr/>
            </p:nvSpPr>
            <p:spPr>
              <a:xfrm>
                <a:off x="2507686" y="5531992"/>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cs typeface="Arial" pitchFamily="34" charset="-120"/>
                  </a:rPr>
                  <a:t>Platform Usage Monitoring </a:t>
                </a:r>
                <a:endParaRPr lang="en-US" sz="1600" dirty="0">
                  <a:latin typeface="Titillium Web" panose="00000500000000000000" pitchFamily="2" charset="0"/>
                </a:endParaRPr>
              </a:p>
            </p:txBody>
          </p:sp>
          <p:sp>
            <p:nvSpPr>
              <p:cNvPr id="46" name="Text 12">
                <a:extLst>
                  <a:ext uri="{FF2B5EF4-FFF2-40B4-BE49-F238E27FC236}">
                    <a16:creationId xmlns:a16="http://schemas.microsoft.com/office/drawing/2014/main" id="{0DCC7DCB-B89B-34E5-5A0A-5CD36E79BBFA}"/>
                  </a:ext>
                </a:extLst>
              </p:cNvPr>
              <p:cNvSpPr/>
              <p:nvPr/>
            </p:nvSpPr>
            <p:spPr>
              <a:xfrm>
                <a:off x="2507686" y="5872872"/>
                <a:ext cx="2329214" cy="570420"/>
              </a:xfrm>
              <a:prstGeom prst="rect">
                <a:avLst/>
              </a:prstGeom>
              <a:noFill/>
              <a:ln/>
            </p:spPr>
            <p:txBody>
              <a:bodyPr wrap="square" lIns="0" tIns="0" rIns="0" bIns="0" rtlCol="0" anchor="ctr"/>
              <a:lstStyle/>
              <a:p>
                <a:r>
                  <a:rPr lang="en-US" sz="1100" b="1" dirty="0">
                    <a:latin typeface="Titillium Web" panose="00000500000000000000" pitchFamily="2" charset="0"/>
                    <a:ea typeface="Arial" pitchFamily="34" charset="-122"/>
                    <a:cs typeface="Arial" pitchFamily="34" charset="-120"/>
                  </a:rPr>
                  <a:t>Weight</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platformUsageWeight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platformUsageContribute</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platformUsageJustify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sp>
            <p:nvSpPr>
              <p:cNvPr id="47" name="Text 13">
                <a:extLst>
                  <a:ext uri="{FF2B5EF4-FFF2-40B4-BE49-F238E27FC236}">
                    <a16:creationId xmlns:a16="http://schemas.microsoft.com/office/drawing/2014/main" id="{768E3D3C-CB10-892F-B2F4-B2B526C08CA3}"/>
                  </a:ext>
                </a:extLst>
              </p:cNvPr>
              <p:cNvSpPr/>
              <p:nvPr/>
            </p:nvSpPr>
            <p:spPr>
              <a:xfrm>
                <a:off x="1650861" y="6787993"/>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ea typeface="Arial" pitchFamily="34" charset="-122"/>
                    <a:cs typeface="Arial" pitchFamily="34" charset="-120"/>
                  </a:rPr>
                  <a:t>4.5%</a:t>
                </a:r>
                <a:endParaRPr lang="en-US" sz="1600" dirty="0">
                  <a:latin typeface="Titillium Web" panose="00000500000000000000" pitchFamily="2" charset="0"/>
                </a:endParaRPr>
              </a:p>
            </p:txBody>
          </p:sp>
          <p:sp>
            <p:nvSpPr>
              <p:cNvPr id="48" name="Text 14">
                <a:extLst>
                  <a:ext uri="{FF2B5EF4-FFF2-40B4-BE49-F238E27FC236}">
                    <a16:creationId xmlns:a16="http://schemas.microsoft.com/office/drawing/2014/main" id="{8416D6D0-D0F1-F687-E035-6094B9EAD165}"/>
                  </a:ext>
                </a:extLst>
              </p:cNvPr>
              <p:cNvSpPr/>
              <p:nvPr/>
            </p:nvSpPr>
            <p:spPr>
              <a:xfrm>
                <a:off x="2507686" y="6848711"/>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cs typeface="Arial" pitchFamily="34" charset="-120"/>
                  </a:rPr>
                  <a:t>Governance &amp; Accountability</a:t>
                </a:r>
                <a:endParaRPr lang="en-US" sz="1600" dirty="0">
                  <a:latin typeface="Titillium Web" panose="00000500000000000000" pitchFamily="2" charset="0"/>
                </a:endParaRPr>
              </a:p>
            </p:txBody>
          </p:sp>
          <p:sp>
            <p:nvSpPr>
              <p:cNvPr id="49" name="Text 15">
                <a:extLst>
                  <a:ext uri="{FF2B5EF4-FFF2-40B4-BE49-F238E27FC236}">
                    <a16:creationId xmlns:a16="http://schemas.microsoft.com/office/drawing/2014/main" id="{62E8A262-929B-F82D-AF4F-6B6B2AC0C39C}"/>
                  </a:ext>
                </a:extLst>
              </p:cNvPr>
              <p:cNvSpPr/>
              <p:nvPr/>
            </p:nvSpPr>
            <p:spPr>
              <a:xfrm>
                <a:off x="2507686" y="7189591"/>
                <a:ext cx="2461306" cy="570420"/>
              </a:xfrm>
              <a:prstGeom prst="rect">
                <a:avLst/>
              </a:prstGeom>
              <a:noFill/>
              <a:ln/>
            </p:spPr>
            <p:txBody>
              <a:bodyPr wrap="square" lIns="0" tIns="0" rIns="0" bIns="0" rtlCol="0" anchor="ctr"/>
              <a:lstStyle/>
              <a:p>
                <a:r>
                  <a:rPr lang="en-US" sz="1100" b="1" dirty="0">
                    <a:latin typeface="Titillium Web" panose="00000500000000000000" pitchFamily="2" charset="0"/>
                    <a:ea typeface="Arial" pitchFamily="34" charset="-122"/>
                    <a:cs typeface="Arial" pitchFamily="34" charset="-120"/>
                  </a:rPr>
                  <a:t>Weight: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ItgovAccountWeight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ItgovAccountContributePercent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ItgovAccountJustify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grpSp>
        <p:sp>
          <p:nvSpPr>
            <p:cNvPr id="55" name="Rectangle 54">
              <a:extLst>
                <a:ext uri="{FF2B5EF4-FFF2-40B4-BE49-F238E27FC236}">
                  <a16:creationId xmlns:a16="http://schemas.microsoft.com/office/drawing/2014/main" id="{B4CF922D-7FCD-F9D2-F2A0-1742FCB6423D}"/>
                </a:ext>
              </a:extLst>
            </p:cNvPr>
            <p:cNvSpPr/>
            <p:nvPr/>
          </p:nvSpPr>
          <p:spPr>
            <a:xfrm>
              <a:off x="268636" y="3370206"/>
              <a:ext cx="1059966" cy="117411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rgbClr val="FFFFFF"/>
                  </a:solidFill>
                  <a:latin typeface="Titillium Web" panose="00000500000000000000" pitchFamily="2" charset="0"/>
                  <a:cs typeface="Arial" pitchFamily="34" charset="-120"/>
                </a:rPr>
                <a:t>{{</a:t>
              </a:r>
              <a:r>
                <a:rPr lang="en-US" sz="1800" b="1" dirty="0" err="1">
                  <a:solidFill>
                    <a:srgbClr val="FFFFFF"/>
                  </a:solidFill>
                  <a:latin typeface="Titillium Web" panose="00000500000000000000" pitchFamily="2" charset="0"/>
                  <a:cs typeface="Arial" pitchFamily="34" charset="-120"/>
                </a:rPr>
                <a:t>systemArchPercent</a:t>
              </a:r>
              <a:r>
                <a:rPr lang="en-US" sz="1800" b="1" dirty="0">
                  <a:solidFill>
                    <a:srgbClr val="FFFFFF"/>
                  </a:solidFill>
                  <a:latin typeface="Titillium Web" panose="00000500000000000000" pitchFamily="2" charset="0"/>
                  <a:cs typeface="Arial" pitchFamily="34" charset="-120"/>
                </a:rPr>
                <a:t>} %</a:t>
              </a:r>
              <a:endParaRPr lang="en-US" sz="1800" dirty="0">
                <a:latin typeface="Titillium Web" panose="00000500000000000000" pitchFamily="2" charset="0"/>
              </a:endParaRPr>
            </a:p>
          </p:txBody>
        </p:sp>
        <p:sp>
          <p:nvSpPr>
            <p:cNvPr id="57" name="Rectangle 56">
              <a:extLst>
                <a:ext uri="{FF2B5EF4-FFF2-40B4-BE49-F238E27FC236}">
                  <a16:creationId xmlns:a16="http://schemas.microsoft.com/office/drawing/2014/main" id="{C83DADE8-18BF-1944-4499-5BF52D80F05A}"/>
                </a:ext>
              </a:extLst>
            </p:cNvPr>
            <p:cNvSpPr/>
            <p:nvPr/>
          </p:nvSpPr>
          <p:spPr>
            <a:xfrm>
              <a:off x="268636" y="4669994"/>
              <a:ext cx="1059966" cy="116990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rgbClr val="FFFFFF"/>
                  </a:solidFill>
                  <a:latin typeface="Titillium Web" panose="00000500000000000000" pitchFamily="2" charset="0"/>
                  <a:cs typeface="Arial" pitchFamily="34" charset="-120"/>
                </a:rPr>
                <a:t>{{</a:t>
              </a:r>
              <a:r>
                <a:rPr lang="en-US" sz="1800" b="1" dirty="0" err="1">
                  <a:solidFill>
                    <a:srgbClr val="FFFFFF"/>
                  </a:solidFill>
                  <a:latin typeface="Titillium Web" panose="00000500000000000000" pitchFamily="2" charset="0"/>
                  <a:cs typeface="Arial" pitchFamily="34" charset="-120"/>
                </a:rPr>
                <a:t>cybersecCompPercent</a:t>
              </a:r>
              <a:r>
                <a:rPr lang="en-US" sz="1800" b="1" dirty="0">
                  <a:solidFill>
                    <a:srgbClr val="FFFFFF"/>
                  </a:solidFill>
                  <a:latin typeface="Titillium Web" panose="00000500000000000000" pitchFamily="2" charset="0"/>
                  <a:cs typeface="Arial" pitchFamily="34" charset="-120"/>
                </a:rPr>
                <a:t>}} %</a:t>
              </a:r>
              <a:endParaRPr lang="en-US" sz="1800" dirty="0">
                <a:latin typeface="Titillium Web" panose="00000500000000000000" pitchFamily="2" charset="0"/>
              </a:endParaRPr>
            </a:p>
          </p:txBody>
        </p:sp>
        <p:sp>
          <p:nvSpPr>
            <p:cNvPr id="58" name="Rectangle 57">
              <a:extLst>
                <a:ext uri="{FF2B5EF4-FFF2-40B4-BE49-F238E27FC236}">
                  <a16:creationId xmlns:a16="http://schemas.microsoft.com/office/drawing/2014/main" id="{91D18B14-97E5-E927-9DAB-52B833BF644D}"/>
                </a:ext>
              </a:extLst>
            </p:cNvPr>
            <p:cNvSpPr/>
            <p:nvPr/>
          </p:nvSpPr>
          <p:spPr>
            <a:xfrm>
              <a:off x="268636" y="5990281"/>
              <a:ext cx="1059966" cy="1180431"/>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latin typeface="Titillium Web" panose="00000500000000000000" pitchFamily="2" charset="0"/>
                  <a:cs typeface="Arial" pitchFamily="34" charset="-120"/>
                </a:rPr>
                <a:t>{{</a:t>
              </a:r>
              <a:r>
                <a:rPr lang="en-US" b="1" dirty="0" err="1">
                  <a:solidFill>
                    <a:srgbClr val="FFFFFF"/>
                  </a:solidFill>
                  <a:latin typeface="Titillium Web" panose="00000500000000000000" pitchFamily="2" charset="0"/>
                  <a:cs typeface="Arial" pitchFamily="34" charset="-120"/>
                </a:rPr>
                <a:t>dataProtectPercent</a:t>
              </a:r>
              <a:r>
                <a:rPr lang="en-US" b="1" dirty="0">
                  <a:solidFill>
                    <a:srgbClr val="FFFFFF"/>
                  </a:solidFill>
                  <a:latin typeface="Titillium Web" panose="00000500000000000000" pitchFamily="2" charset="0"/>
                  <a:cs typeface="Arial" pitchFamily="34" charset="-120"/>
                </a:rPr>
                <a:t>}} %</a:t>
              </a:r>
              <a:endParaRPr lang="en-US" sz="1800" dirty="0">
                <a:latin typeface="Titillium Web" panose="00000500000000000000" pitchFamily="2" charset="0"/>
              </a:endParaRPr>
            </a:p>
          </p:txBody>
        </p:sp>
        <p:sp>
          <p:nvSpPr>
            <p:cNvPr id="59" name="Rectangle 58">
              <a:extLst>
                <a:ext uri="{FF2B5EF4-FFF2-40B4-BE49-F238E27FC236}">
                  <a16:creationId xmlns:a16="http://schemas.microsoft.com/office/drawing/2014/main" id="{5EFC3DAE-B490-6587-282E-67BA3EC6A063}"/>
                </a:ext>
              </a:extLst>
            </p:cNvPr>
            <p:cNvSpPr/>
            <p:nvPr/>
          </p:nvSpPr>
          <p:spPr>
            <a:xfrm>
              <a:off x="270858" y="7316631"/>
              <a:ext cx="1059966" cy="1156708"/>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rgbClr val="FFFFFF"/>
                  </a:solidFill>
                  <a:latin typeface="Titillium Web" panose="00000500000000000000" pitchFamily="2" charset="0"/>
                  <a:cs typeface="Arial" pitchFamily="34" charset="-120"/>
                </a:rPr>
                <a:t>{{</a:t>
              </a:r>
              <a:r>
                <a:rPr lang="en-US" sz="1800" b="1" dirty="0" err="1">
                  <a:solidFill>
                    <a:srgbClr val="FFFFFF"/>
                  </a:solidFill>
                  <a:latin typeface="Titillium Web" panose="00000500000000000000" pitchFamily="2" charset="0"/>
                  <a:cs typeface="Arial" pitchFamily="34" charset="-120"/>
                </a:rPr>
                <a:t>platformUsagePercent</a:t>
              </a:r>
              <a:r>
                <a:rPr lang="en-US" sz="1800" b="1" dirty="0">
                  <a:solidFill>
                    <a:srgbClr val="FFFFFF"/>
                  </a:solidFill>
                  <a:latin typeface="Titillium Web" panose="00000500000000000000" pitchFamily="2" charset="0"/>
                  <a:cs typeface="Arial" pitchFamily="34" charset="-120"/>
                </a:rPr>
                <a:t>}} %</a:t>
              </a:r>
              <a:endParaRPr lang="en-US" sz="1800" dirty="0">
                <a:latin typeface="Titillium Web" panose="00000500000000000000" pitchFamily="2" charset="0"/>
              </a:endParaRPr>
            </a:p>
          </p:txBody>
        </p:sp>
        <p:sp>
          <p:nvSpPr>
            <p:cNvPr id="60" name="Rectangle 59">
              <a:extLst>
                <a:ext uri="{FF2B5EF4-FFF2-40B4-BE49-F238E27FC236}">
                  <a16:creationId xmlns:a16="http://schemas.microsoft.com/office/drawing/2014/main" id="{928AACDC-68AB-9FD4-D30B-645F02194669}"/>
                </a:ext>
              </a:extLst>
            </p:cNvPr>
            <p:cNvSpPr/>
            <p:nvPr/>
          </p:nvSpPr>
          <p:spPr>
            <a:xfrm>
              <a:off x="268636" y="8631182"/>
              <a:ext cx="1059966" cy="117411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rgbClr val="FFFFFF"/>
                  </a:solidFill>
                  <a:latin typeface="Titillium Web" panose="00000500000000000000" pitchFamily="2" charset="0"/>
                  <a:cs typeface="Arial" pitchFamily="34" charset="-120"/>
                </a:rPr>
                <a:t>{{</a:t>
              </a:r>
              <a:r>
                <a:rPr lang="en-US" sz="1800" b="1" dirty="0" err="1">
                  <a:solidFill>
                    <a:srgbClr val="FFFFFF"/>
                  </a:solidFill>
                  <a:latin typeface="Titillium Web" panose="00000500000000000000" pitchFamily="2" charset="0"/>
                  <a:cs typeface="Arial" pitchFamily="34" charset="-120"/>
                </a:rPr>
                <a:t>ItGoveAccountPercent</a:t>
              </a:r>
              <a:r>
                <a:rPr lang="en-US" sz="1800" b="1" dirty="0">
                  <a:solidFill>
                    <a:srgbClr val="FFFFFF"/>
                  </a:solidFill>
                  <a:latin typeface="Titillium Web" panose="00000500000000000000" pitchFamily="2" charset="0"/>
                  <a:cs typeface="Arial" pitchFamily="34" charset="-120"/>
                </a:rPr>
                <a:t>}} %</a:t>
              </a:r>
              <a:endParaRPr lang="en-US" sz="1800" dirty="0">
                <a:latin typeface="Titillium Web" panose="00000500000000000000" pitchFamily="2" charset="0"/>
              </a:endParaRPr>
            </a:p>
          </p:txBody>
        </p:sp>
      </p:grpSp>
      <p:grpSp>
        <p:nvGrpSpPr>
          <p:cNvPr id="3" name="Group 2">
            <a:extLst>
              <a:ext uri="{FF2B5EF4-FFF2-40B4-BE49-F238E27FC236}">
                <a16:creationId xmlns:a16="http://schemas.microsoft.com/office/drawing/2014/main" id="{C4D7B699-F871-1D20-2399-4EBA26F95CD7}"/>
              </a:ext>
            </a:extLst>
          </p:cNvPr>
          <p:cNvGrpSpPr/>
          <p:nvPr/>
        </p:nvGrpSpPr>
        <p:grpSpPr>
          <a:xfrm>
            <a:off x="5591781" y="1412484"/>
            <a:ext cx="1382886" cy="1387866"/>
            <a:chOff x="5591781" y="1412484"/>
            <a:chExt cx="1382886" cy="1387866"/>
          </a:xfrm>
        </p:grpSpPr>
        <p:sp>
          <p:nvSpPr>
            <p:cNvPr id="15" name="Rectangle 14">
              <a:extLst>
                <a:ext uri="{FF2B5EF4-FFF2-40B4-BE49-F238E27FC236}">
                  <a16:creationId xmlns:a16="http://schemas.microsoft.com/office/drawing/2014/main" id="{3E308FEA-C969-8ECB-2495-686AEE2B7D71}"/>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7" name="Picture 16">
              <a:extLst>
                <a:ext uri="{FF2B5EF4-FFF2-40B4-BE49-F238E27FC236}">
                  <a16:creationId xmlns:a16="http://schemas.microsoft.com/office/drawing/2014/main" id="{362E9458-6A6E-1A72-1CFA-60071878003E}"/>
                </a:ext>
              </a:extLst>
            </p:cNvPr>
            <p:cNvPicPr>
              <a:picLocks noChangeAspect="1"/>
            </p:cNvPicPr>
            <p:nvPr/>
          </p:nvPicPr>
          <p:blipFill>
            <a:blip r:embed="rId6"/>
            <a:srcRect l="10092" r="10092"/>
            <a:stretch/>
          </p:blipFill>
          <p:spPr>
            <a:xfrm>
              <a:off x="5591781" y="1712378"/>
              <a:ext cx="1158067" cy="762487"/>
            </a:xfrm>
            <a:prstGeom prst="rect">
              <a:avLst/>
            </a:prstGeom>
          </p:spPr>
        </p:pic>
        <p:sp>
          <p:nvSpPr>
            <p:cNvPr id="18" name="Rectangle 17">
              <a:extLst>
                <a:ext uri="{FF2B5EF4-FFF2-40B4-BE49-F238E27FC236}">
                  <a16:creationId xmlns:a16="http://schemas.microsoft.com/office/drawing/2014/main" id="{9BEC1199-E2A5-06FE-31F5-5833D60B96E3}"/>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12" name="Rectangle 11">
            <a:extLst>
              <a:ext uri="{FF2B5EF4-FFF2-40B4-BE49-F238E27FC236}">
                <a16:creationId xmlns:a16="http://schemas.microsoft.com/office/drawing/2014/main" id="{6E2BD290-886E-5039-5600-FABD4C676DBB}"/>
              </a:ext>
            </a:extLst>
          </p:cNvPr>
          <p:cNvSpPr/>
          <p:nvPr/>
        </p:nvSpPr>
        <p:spPr>
          <a:xfrm>
            <a:off x="5591781" y="3358037"/>
            <a:ext cx="1382886" cy="6447258"/>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 name="TextBox 13">
            <a:extLst>
              <a:ext uri="{FF2B5EF4-FFF2-40B4-BE49-F238E27FC236}">
                <a16:creationId xmlns:a16="http://schemas.microsoft.com/office/drawing/2014/main" id="{59018F7D-AA6B-A11A-B836-F05B524112AA}"/>
              </a:ext>
            </a:extLst>
          </p:cNvPr>
          <p:cNvSpPr txBox="1"/>
          <p:nvPr/>
        </p:nvSpPr>
        <p:spPr>
          <a:xfrm rot="16200000">
            <a:off x="3078658" y="6104612"/>
            <a:ext cx="6447259" cy="954107"/>
          </a:xfrm>
          <a:prstGeom prst="rect">
            <a:avLst/>
          </a:prstGeom>
          <a:noFill/>
        </p:spPr>
        <p:txBody>
          <a:bodyPr wrap="square" rtlCol="0" anchor="ctr">
            <a:spAutoFit/>
          </a:bodyPr>
          <a:lstStyle/>
          <a:p>
            <a:pPr algn="ctr"/>
            <a:r>
              <a:rPr lang="en-GB" sz="2800" b="1" dirty="0">
                <a:solidFill>
                  <a:schemeClr val="bg1"/>
                </a:solidFill>
                <a:latin typeface="Titillium Web" panose="00000500000000000000" pitchFamily="2" charset="0"/>
              </a:rPr>
              <a:t>Digital Systems Domain Score {{</a:t>
            </a:r>
            <a:r>
              <a:rPr lang="en-GB" sz="2800" b="1" dirty="0" err="1">
                <a:solidFill>
                  <a:schemeClr val="bg1"/>
                </a:solidFill>
                <a:latin typeface="Titillium Web" panose="00000500000000000000" pitchFamily="2" charset="0"/>
              </a:rPr>
              <a:t>totalItScoreContributePercent</a:t>
            </a:r>
            <a:r>
              <a:rPr lang="en-GB" sz="2800" b="1" dirty="0">
                <a:solidFill>
                  <a:schemeClr val="bg1"/>
                </a:solidFill>
                <a:latin typeface="Titillium Web" panose="00000500000000000000" pitchFamily="2" charset="0"/>
              </a:rPr>
              <a:t>}}%</a:t>
            </a:r>
            <a:endParaRPr lang="en-ZA" sz="2800" b="1" dirty="0">
              <a:solidFill>
                <a:schemeClr val="bg1"/>
              </a:solidFill>
              <a:latin typeface="Titillium Web" panose="00000500000000000000" pitchFamily="2" charset="0"/>
            </a:endParaRPr>
          </a:p>
        </p:txBody>
      </p:sp>
      <p:sp>
        <p:nvSpPr>
          <p:cNvPr id="19" name="Rectangle 18">
            <a:extLst>
              <a:ext uri="{FF2B5EF4-FFF2-40B4-BE49-F238E27FC236}">
                <a16:creationId xmlns:a16="http://schemas.microsoft.com/office/drawing/2014/main" id="{386C016D-0813-3ABD-FDCC-F66FFA695B56}"/>
              </a:ext>
            </a:extLst>
          </p:cNvPr>
          <p:cNvSpPr/>
          <p:nvPr/>
        </p:nvSpPr>
        <p:spPr>
          <a:xfrm>
            <a:off x="5732486" y="3518353"/>
            <a:ext cx="1108134" cy="6150828"/>
          </a:xfrm>
          <a:prstGeom prst="rect">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ext 1">
            <a:extLst>
              <a:ext uri="{FF2B5EF4-FFF2-40B4-BE49-F238E27FC236}">
                <a16:creationId xmlns:a16="http://schemas.microsoft.com/office/drawing/2014/main" id="{AA52006D-869B-B928-AB4D-677C8C67A1A2}"/>
              </a:ext>
            </a:extLst>
          </p:cNvPr>
          <p:cNvSpPr/>
          <p:nvPr/>
        </p:nvSpPr>
        <p:spPr>
          <a:xfrm>
            <a:off x="1315584" y="2485298"/>
            <a:ext cx="4276197" cy="545172"/>
          </a:xfrm>
          <a:prstGeom prst="rect">
            <a:avLst/>
          </a:prstGeom>
          <a:noFill/>
          <a:ln/>
        </p:spPr>
        <p:txBody>
          <a:bodyPr wrap="square" lIns="0" tIns="0" rIns="0" bIns="0" rtlCol="0" anchor="ctr"/>
          <a:lstStyle/>
          <a:p>
            <a:pPr marL="0" indent="0" algn="l">
              <a:lnSpc>
                <a:spcPts val="1600"/>
              </a:lnSpc>
              <a:spcBef>
                <a:spcPts val="600"/>
              </a:spcBef>
              <a:buNone/>
            </a:pPr>
            <a:r>
              <a:rPr lang="en-US" sz="1200" dirty="0">
                <a:solidFill>
                  <a:srgbClr val="1D1D1D"/>
                </a:solidFill>
                <a:latin typeface="Titillium Web" pitchFamily="34" charset="0"/>
                <a:ea typeface="Titillium Web" pitchFamily="34" charset="-122"/>
                <a:cs typeface="Titillium Web" pitchFamily="34" charset="-120"/>
              </a:rPr>
              <a:t>The score for this Domain was obtained by scoring the top five priorities of this domain and adding up their scores. This Domain has a 0.25 weighting (out of 1.0) towards total company score. </a:t>
            </a:r>
          </a:p>
        </p:txBody>
      </p:sp>
    </p:spTree>
    <p:extLst>
      <p:ext uri="{BB962C8B-B14F-4D97-AF65-F5344CB8AC3E}">
        <p14:creationId xmlns:p14="http://schemas.microsoft.com/office/powerpoint/2010/main" val="30707681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34F7F-D24B-9B3F-E01A-F34941D51A6B}"/>
            </a:ext>
          </a:extLst>
        </p:cNvPr>
        <p:cNvGrpSpPr/>
        <p:nvPr/>
      </p:nvGrpSpPr>
      <p:grpSpPr>
        <a:xfrm>
          <a:off x="0" y="0"/>
          <a:ext cx="0" cy="0"/>
          <a:chOff x="0" y="0"/>
          <a:chExt cx="0" cy="0"/>
        </a:xfrm>
      </p:grpSpPr>
      <p:pic>
        <p:nvPicPr>
          <p:cNvPr id="5" name="Image 3" descr="preencoded.png">
            <a:extLst>
              <a:ext uri="{FF2B5EF4-FFF2-40B4-BE49-F238E27FC236}">
                <a16:creationId xmlns:a16="http://schemas.microsoft.com/office/drawing/2014/main" id="{6BAAF16C-FBBA-59CD-90E9-330FDEC4559D}"/>
              </a:ext>
            </a:extLst>
          </p:cNvPr>
          <p:cNvPicPr>
            <a:picLocks noChangeAspect="1"/>
          </p:cNvPicPr>
          <p:nvPr/>
        </p:nvPicPr>
        <p:blipFill>
          <a:blip r:embed="rId3"/>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4D5A2510-A115-B99D-ADC3-63554B7B51CF}"/>
              </a:ext>
            </a:extLst>
          </p:cNvPr>
          <p:cNvSpPr/>
          <p:nvPr/>
        </p:nvSpPr>
        <p:spPr>
          <a:xfrm>
            <a:off x="796962" y="2523125"/>
            <a:ext cx="4794819" cy="6302834"/>
          </a:xfrm>
          <a:prstGeom prst="rect">
            <a:avLst/>
          </a:prstGeom>
          <a:noFill/>
          <a:ln/>
        </p:spPr>
        <p:txBody>
          <a:bodyPr wrap="square" lIns="0" tIns="0" rIns="0" bIns="0" rtlCol="0" anchor="ctr"/>
          <a:lstStyle/>
          <a:p>
            <a:pPr marL="0" indent="0" algn="l">
              <a:lnSpc>
                <a:spcPts val="1600"/>
              </a:lnSpc>
              <a:spcBef>
                <a:spcPts val="1200"/>
              </a:spcBef>
              <a:spcAft>
                <a:spcPts val="600"/>
              </a:spcAft>
              <a:buNone/>
            </a:pPr>
            <a:r>
              <a:rPr lang="en-US" sz="1200" dirty="0">
                <a:solidFill>
                  <a:srgbClr val="1D1D1D"/>
                </a:solidFill>
                <a:latin typeface="Titillium Web" panose="00000500000000000000" pitchFamily="2" charset="0"/>
                <a:ea typeface="Titillium Web" pitchFamily="34" charset="-122"/>
                <a:cs typeface="Titillium Web" pitchFamily="34" charset="-120"/>
              </a:rPr>
              <a:t>{{</a:t>
            </a:r>
            <a:r>
              <a:rPr lang="en-US" sz="1200" dirty="0" err="1">
                <a:solidFill>
                  <a:srgbClr val="1D1D1D"/>
                </a:solidFill>
                <a:latin typeface="Titillium Web" panose="00000500000000000000" pitchFamily="2" charset="0"/>
                <a:ea typeface="Titillium Web" pitchFamily="34" charset="-122"/>
                <a:cs typeface="Titillium Web" pitchFamily="34" charset="-120"/>
              </a:rPr>
              <a:t>itInfsInterpretation</a:t>
            </a:r>
            <a:r>
              <a:rPr lang="en-US" sz="1200" dirty="0">
                <a:solidFill>
                  <a:srgbClr val="1D1D1D"/>
                </a:solidFill>
                <a:latin typeface="Titillium Web" panose="00000500000000000000" pitchFamily="2" charset="0"/>
                <a:ea typeface="Titillium Web" pitchFamily="34" charset="-122"/>
                <a:cs typeface="Titillium Web" pitchFamily="34" charset="-120"/>
              </a:rPr>
              <a:t>}}</a:t>
            </a:r>
          </a:p>
        </p:txBody>
      </p:sp>
      <p:sp>
        <p:nvSpPr>
          <p:cNvPr id="9" name="Text 1">
            <a:extLst>
              <a:ext uri="{FF2B5EF4-FFF2-40B4-BE49-F238E27FC236}">
                <a16:creationId xmlns:a16="http://schemas.microsoft.com/office/drawing/2014/main" id="{D19A675F-9E5F-66DF-9FD9-C6BF8EFCD43B}"/>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0" name="Text 2">
            <a:extLst>
              <a:ext uri="{FF2B5EF4-FFF2-40B4-BE49-F238E27FC236}">
                <a16:creationId xmlns:a16="http://schemas.microsoft.com/office/drawing/2014/main" id="{A1577C54-35D4-4E46-A3D7-3DEEFE9C1403}"/>
              </a:ext>
            </a:extLst>
          </p:cNvPr>
          <p:cNvSpPr/>
          <p:nvPr/>
        </p:nvSpPr>
        <p:spPr>
          <a:xfrm>
            <a:off x="796962" y="1855496"/>
            <a:ext cx="3676650" cy="476250"/>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rPr>
              <a:t>5.5 Interpretation</a:t>
            </a:r>
            <a:endParaRPr lang="en-US" sz="2800" dirty="0">
              <a:latin typeface="Titillium Web" panose="00000500000000000000" pitchFamily="2" charset="0"/>
            </a:endParaRPr>
          </a:p>
        </p:txBody>
      </p:sp>
      <p:sp>
        <p:nvSpPr>
          <p:cNvPr id="11" name="Text 3">
            <a:extLst>
              <a:ext uri="{FF2B5EF4-FFF2-40B4-BE49-F238E27FC236}">
                <a16:creationId xmlns:a16="http://schemas.microsoft.com/office/drawing/2014/main" id="{9048D061-9ADB-91E6-02D5-EC093C9026DA}"/>
              </a:ext>
            </a:extLst>
          </p:cNvPr>
          <p:cNvSpPr/>
          <p:nvPr/>
        </p:nvSpPr>
        <p:spPr>
          <a:xfrm>
            <a:off x="7209558" y="9559385"/>
            <a:ext cx="228600" cy="180975"/>
          </a:xfrm>
          <a:prstGeom prst="rect">
            <a:avLst/>
          </a:prstGeom>
          <a:noFill/>
          <a:ln/>
        </p:spPr>
        <p:txBody>
          <a:bodyPr wrap="square" lIns="0" tIns="0" rIns="0" bIns="0" rtlCol="0" anchor="ctr"/>
          <a:lstStyle/>
          <a:p>
            <a:pPr>
              <a:lnSpc>
                <a:spcPct val="79650"/>
              </a:lnSpc>
            </a:pPr>
            <a:r>
              <a:rPr lang="en-US" sz="1200" b="1" dirty="0">
                <a:solidFill>
                  <a:srgbClr val="2B2B35"/>
                </a:solidFill>
                <a:latin typeface="Titillium Web" panose="00000500000000000000" pitchFamily="2" charset="0"/>
                <a:ea typeface="Roboto Condensed" pitchFamily="34" charset="-122"/>
                <a:cs typeface="Roboto Condensed" pitchFamily="34" charset="-120"/>
              </a:rPr>
              <a:t>34</a:t>
            </a:r>
            <a:endParaRPr lang="en-US" sz="1800" dirty="0">
              <a:latin typeface="Titillium Web" panose="00000500000000000000" pitchFamily="2" charset="0"/>
            </a:endParaRPr>
          </a:p>
        </p:txBody>
      </p:sp>
      <p:sp>
        <p:nvSpPr>
          <p:cNvPr id="12" name="Text 4">
            <a:extLst>
              <a:ext uri="{FF2B5EF4-FFF2-40B4-BE49-F238E27FC236}">
                <a16:creationId xmlns:a16="http://schemas.microsoft.com/office/drawing/2014/main" id="{1F160739-4F3C-7521-4F26-0814CBFDC11D}"/>
              </a:ext>
            </a:extLst>
          </p:cNvPr>
          <p:cNvSpPr/>
          <p:nvPr/>
        </p:nvSpPr>
        <p:spPr>
          <a:xfrm>
            <a:off x="895634" y="684512"/>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8650893C-44B1-1D43-9AC8-1D31F230FDCF}"/>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7</a:t>
            </a:r>
            <a:endParaRPr lang="en-US" sz="1200" dirty="0">
              <a:latin typeface="Titillium Web" panose="00000500000000000000" pitchFamily="2" charset="0"/>
            </a:endParaRPr>
          </a:p>
        </p:txBody>
      </p:sp>
      <p:grpSp>
        <p:nvGrpSpPr>
          <p:cNvPr id="14" name="Group 13">
            <a:extLst>
              <a:ext uri="{FF2B5EF4-FFF2-40B4-BE49-F238E27FC236}">
                <a16:creationId xmlns:a16="http://schemas.microsoft.com/office/drawing/2014/main" id="{B446779C-8F01-227B-3F1A-9DC1F2D41FAA}"/>
              </a:ext>
            </a:extLst>
          </p:cNvPr>
          <p:cNvGrpSpPr/>
          <p:nvPr/>
        </p:nvGrpSpPr>
        <p:grpSpPr>
          <a:xfrm>
            <a:off x="5999045" y="7407697"/>
            <a:ext cx="1314450" cy="1449210"/>
            <a:chOff x="5999045" y="7407697"/>
            <a:chExt cx="1314450" cy="1449210"/>
          </a:xfrm>
        </p:grpSpPr>
        <p:sp>
          <p:nvSpPr>
            <p:cNvPr id="15" name="Text 4">
              <a:extLst>
                <a:ext uri="{FF2B5EF4-FFF2-40B4-BE49-F238E27FC236}">
                  <a16:creationId xmlns:a16="http://schemas.microsoft.com/office/drawing/2014/main" id="{F446A89C-F63B-6602-2A47-6A09A8DED86B}"/>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6" name="Image 4" descr="preencoded.png">
              <a:extLst>
                <a:ext uri="{FF2B5EF4-FFF2-40B4-BE49-F238E27FC236}">
                  <a16:creationId xmlns:a16="http://schemas.microsoft.com/office/drawing/2014/main" id="{9011BA22-7DFE-EB29-2BC1-780485D241A8}"/>
                </a:ext>
              </a:extLst>
            </p:cNvPr>
            <p:cNvPicPr>
              <a:picLocks noChangeAspect="1"/>
            </p:cNvPicPr>
            <p:nvPr/>
          </p:nvPicPr>
          <p:blipFill>
            <a:blip r:embed="rId4"/>
            <a:stretch>
              <a:fillRect/>
            </a:stretch>
          </p:blipFill>
          <p:spPr>
            <a:xfrm>
              <a:off x="6799145" y="7407697"/>
              <a:ext cx="514350" cy="400050"/>
            </a:xfrm>
            <a:prstGeom prst="rect">
              <a:avLst/>
            </a:prstGeom>
          </p:spPr>
        </p:pic>
      </p:grpSp>
      <p:grpSp>
        <p:nvGrpSpPr>
          <p:cNvPr id="3" name="Group 2">
            <a:extLst>
              <a:ext uri="{FF2B5EF4-FFF2-40B4-BE49-F238E27FC236}">
                <a16:creationId xmlns:a16="http://schemas.microsoft.com/office/drawing/2014/main" id="{7D8EC598-FF15-4A74-E3DD-8B4C4692FAA2}"/>
              </a:ext>
            </a:extLst>
          </p:cNvPr>
          <p:cNvGrpSpPr/>
          <p:nvPr/>
        </p:nvGrpSpPr>
        <p:grpSpPr>
          <a:xfrm>
            <a:off x="5591781" y="1412484"/>
            <a:ext cx="1382886" cy="1387866"/>
            <a:chOff x="5591781" y="1412484"/>
            <a:chExt cx="1382886" cy="1387866"/>
          </a:xfrm>
        </p:grpSpPr>
        <p:sp>
          <p:nvSpPr>
            <p:cNvPr id="17" name="Rectangle 16">
              <a:extLst>
                <a:ext uri="{FF2B5EF4-FFF2-40B4-BE49-F238E27FC236}">
                  <a16:creationId xmlns:a16="http://schemas.microsoft.com/office/drawing/2014/main" id="{90367F8D-FC78-912C-15FE-C90E2B7538BF}"/>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0" name="Picture 19">
              <a:extLst>
                <a:ext uri="{FF2B5EF4-FFF2-40B4-BE49-F238E27FC236}">
                  <a16:creationId xmlns:a16="http://schemas.microsoft.com/office/drawing/2014/main" id="{EC9BA84D-A05A-502E-E438-815153048C9C}"/>
                </a:ext>
              </a:extLst>
            </p:cNvPr>
            <p:cNvPicPr>
              <a:picLocks noChangeAspect="1"/>
            </p:cNvPicPr>
            <p:nvPr/>
          </p:nvPicPr>
          <p:blipFill>
            <a:blip r:embed="rId5"/>
            <a:srcRect l="10092" r="10092"/>
            <a:stretch/>
          </p:blipFill>
          <p:spPr>
            <a:xfrm>
              <a:off x="5591781" y="1712378"/>
              <a:ext cx="1158067" cy="762487"/>
            </a:xfrm>
            <a:prstGeom prst="rect">
              <a:avLst/>
            </a:prstGeom>
          </p:spPr>
        </p:pic>
        <p:sp>
          <p:nvSpPr>
            <p:cNvPr id="21" name="Rectangle 20">
              <a:extLst>
                <a:ext uri="{FF2B5EF4-FFF2-40B4-BE49-F238E27FC236}">
                  <a16:creationId xmlns:a16="http://schemas.microsoft.com/office/drawing/2014/main" id="{EDD01626-58B2-C911-DF06-5C9D7A04FFEE}"/>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6" name="Flowchart: Connector 5">
            <a:extLst>
              <a:ext uri="{FF2B5EF4-FFF2-40B4-BE49-F238E27FC236}">
                <a16:creationId xmlns:a16="http://schemas.microsoft.com/office/drawing/2014/main" id="{BB7EA976-FBDE-59FF-F3CC-002FAD2BAD95}"/>
              </a:ext>
            </a:extLst>
          </p:cNvPr>
          <p:cNvSpPr/>
          <p:nvPr/>
        </p:nvSpPr>
        <p:spPr>
          <a:xfrm>
            <a:off x="7046241" y="939038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0499009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6C538-1F4C-39B6-2CF4-0BE14CB160CF}"/>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1C2302FC-8617-C921-50F9-6D0DBF9775D9}"/>
              </a:ext>
            </a:extLst>
          </p:cNvPr>
          <p:cNvPicPr>
            <a:picLocks noChangeAspect="1"/>
          </p:cNvPicPr>
          <p:nvPr/>
        </p:nvPicPr>
        <p:blipFill>
          <a:blip r:embed="rId3"/>
          <a:stretch>
            <a:fillRect/>
          </a:stretch>
        </p:blipFill>
        <p:spPr>
          <a:xfrm>
            <a:off x="0" y="0"/>
            <a:ext cx="7772400" cy="10058400"/>
          </a:xfrm>
          <a:prstGeom prst="rect">
            <a:avLst/>
          </a:prstGeom>
        </p:spPr>
      </p:pic>
      <p:pic>
        <p:nvPicPr>
          <p:cNvPr id="5" name="Image 3" descr="preencoded.png">
            <a:extLst>
              <a:ext uri="{FF2B5EF4-FFF2-40B4-BE49-F238E27FC236}">
                <a16:creationId xmlns:a16="http://schemas.microsoft.com/office/drawing/2014/main" id="{DF5EFDFE-104E-CF87-0CE7-11C7A8563C67}"/>
              </a:ext>
            </a:extLst>
          </p:cNvPr>
          <p:cNvPicPr>
            <a:picLocks noChangeAspect="1"/>
          </p:cNvPicPr>
          <p:nvPr/>
        </p:nvPicPr>
        <p:blipFill>
          <a:blip r:embed="rId4"/>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641842EE-EDD8-EB7E-965E-15C8049CE5A1}"/>
              </a:ext>
            </a:extLst>
          </p:cNvPr>
          <p:cNvSpPr/>
          <p:nvPr/>
        </p:nvSpPr>
        <p:spPr>
          <a:xfrm>
            <a:off x="807233" y="2030364"/>
            <a:ext cx="4380406" cy="335160"/>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cs typeface="Sora" pitchFamily="34" charset="-120"/>
              </a:rPr>
              <a:t>5.6 Priorities</a:t>
            </a:r>
          </a:p>
        </p:txBody>
      </p:sp>
      <p:sp>
        <p:nvSpPr>
          <p:cNvPr id="9" name="Text 1">
            <a:extLst>
              <a:ext uri="{FF2B5EF4-FFF2-40B4-BE49-F238E27FC236}">
                <a16:creationId xmlns:a16="http://schemas.microsoft.com/office/drawing/2014/main" id="{24D91F9B-EA26-B8BB-B721-7CF6F9F7BE20}"/>
              </a:ext>
            </a:extLst>
          </p:cNvPr>
          <p:cNvSpPr/>
          <p:nvPr/>
        </p:nvSpPr>
        <p:spPr>
          <a:xfrm>
            <a:off x="796962" y="2474865"/>
            <a:ext cx="4794819" cy="5646053"/>
          </a:xfrm>
          <a:prstGeom prst="rect">
            <a:avLst/>
          </a:prstGeom>
          <a:noFill/>
          <a:ln/>
        </p:spPr>
        <p:txBody>
          <a:bodyPr wrap="square" lIns="0" tIns="0" rIns="0" bIns="0" rtlCol="0" anchor="ctr"/>
          <a:lstStyle/>
          <a:p>
            <a:pPr marL="0" indent="0" algn="l">
              <a:lnSpc>
                <a:spcPts val="1600"/>
              </a:lnSpc>
              <a:spcBef>
                <a:spcPts val="1200"/>
              </a:spcBef>
              <a:spcAft>
                <a:spcPts val="600"/>
              </a:spcAft>
              <a:buNone/>
            </a:pPr>
            <a:r>
              <a:rPr lang="en-ZA" sz="1200" dirty="0">
                <a:solidFill>
                  <a:srgbClr val="1D1D1D"/>
                </a:solidFill>
                <a:latin typeface="Titillium Web" pitchFamily="34" charset="0"/>
                <a:ea typeface="Titillium Web" pitchFamily="34" charset="-122"/>
                <a:cs typeface="Titillium Web" pitchFamily="34" charset="-120"/>
              </a:rPr>
              <a:t>{{</a:t>
            </a:r>
            <a:r>
              <a:rPr lang="en-ZA" sz="1200" dirty="0" err="1">
                <a:solidFill>
                  <a:srgbClr val="1D1D1D"/>
                </a:solidFill>
                <a:latin typeface="Titillium Web" pitchFamily="34" charset="0"/>
                <a:ea typeface="Titillium Web" pitchFamily="34" charset="-122"/>
                <a:cs typeface="Titillium Web" pitchFamily="34" charset="-120"/>
              </a:rPr>
              <a:t>itInfsPriorities</a:t>
            </a:r>
            <a:r>
              <a:rPr lang="en-ZA" sz="1200" dirty="0">
                <a:solidFill>
                  <a:srgbClr val="1D1D1D"/>
                </a:solidFill>
                <a:latin typeface="Titillium Web" pitchFamily="34" charset="0"/>
                <a:ea typeface="Titillium Web" pitchFamily="34" charset="-122"/>
                <a:cs typeface="Titillium Web" pitchFamily="34" charset="-120"/>
              </a:rPr>
              <a:t>}}</a:t>
            </a:r>
            <a:endParaRPr lang="en-US" sz="1200" dirty="0">
              <a:solidFill>
                <a:srgbClr val="1D1D1D"/>
              </a:solidFill>
              <a:latin typeface="Titillium Web" pitchFamily="34" charset="0"/>
              <a:ea typeface="Titillium Web" pitchFamily="34" charset="-122"/>
              <a:cs typeface="Titillium Web" pitchFamily="34" charset="-120"/>
            </a:endParaRPr>
          </a:p>
        </p:txBody>
      </p:sp>
      <p:sp>
        <p:nvSpPr>
          <p:cNvPr id="10" name="Text 2">
            <a:extLst>
              <a:ext uri="{FF2B5EF4-FFF2-40B4-BE49-F238E27FC236}">
                <a16:creationId xmlns:a16="http://schemas.microsoft.com/office/drawing/2014/main" id="{7105FF57-E9DD-8477-746D-918188344DA0}"/>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itchFamily="34" charset="0"/>
                <a:ea typeface="Titillium Web" pitchFamily="34" charset="-122"/>
                <a:cs typeface="Titillium Web" pitchFamily="34" charset="-120"/>
              </a:rPr>
              <a:t>{{</a:t>
            </a:r>
            <a:r>
              <a:rPr lang="en-US" sz="1350" i="1" dirty="0" err="1">
                <a:solidFill>
                  <a:srgbClr val="1D1D1D"/>
                </a:solidFill>
                <a:latin typeface="Titillium Web" pitchFamily="34" charset="0"/>
                <a:ea typeface="Titillium Web" pitchFamily="34" charset="-122"/>
                <a:cs typeface="Titillium Web" pitchFamily="34" charset="-120"/>
              </a:rPr>
              <a:t>currentMonthYear</a:t>
            </a:r>
            <a:r>
              <a:rPr lang="en-US" sz="1350" i="1" dirty="0">
                <a:solidFill>
                  <a:srgbClr val="1D1D1D"/>
                </a:solidFill>
                <a:latin typeface="Titillium Web" pitchFamily="34" charset="0"/>
                <a:ea typeface="Titillium Web" pitchFamily="34" charset="-122"/>
                <a:cs typeface="Titillium Web" pitchFamily="34" charset="-120"/>
              </a:rPr>
              <a:t>}}</a:t>
            </a:r>
            <a:endParaRPr lang="en-US" sz="1350" dirty="0"/>
          </a:p>
        </p:txBody>
      </p:sp>
      <p:sp>
        <p:nvSpPr>
          <p:cNvPr id="11" name="Text 3">
            <a:extLst>
              <a:ext uri="{FF2B5EF4-FFF2-40B4-BE49-F238E27FC236}">
                <a16:creationId xmlns:a16="http://schemas.microsoft.com/office/drawing/2014/main" id="{36D66CCF-5294-B92D-0DAB-981F17E670B5}"/>
              </a:ext>
            </a:extLst>
          </p:cNvPr>
          <p:cNvSpPr/>
          <p:nvPr/>
        </p:nvSpPr>
        <p:spPr>
          <a:xfrm>
            <a:off x="2694708" y="7363872"/>
            <a:ext cx="4514850" cy="2286000"/>
          </a:xfrm>
          <a:prstGeom prst="rect">
            <a:avLst/>
          </a:prstGeom>
          <a:noFill/>
          <a:ln/>
        </p:spPr>
        <p:txBody>
          <a:bodyPr wrap="square" lIns="0" tIns="0" rIns="0" bIns="0" rtlCol="0" anchor="ctr"/>
          <a:lstStyle/>
          <a:p>
            <a:pPr marL="0" indent="0" algn="l">
              <a:lnSpc>
                <a:spcPct val="105600"/>
              </a:lnSpc>
              <a:buNone/>
            </a:pPr>
            <a:endParaRPr lang="en-US" sz="1050" dirty="0"/>
          </a:p>
        </p:txBody>
      </p:sp>
      <p:sp>
        <p:nvSpPr>
          <p:cNvPr id="12" name="Text 4">
            <a:extLst>
              <a:ext uri="{FF2B5EF4-FFF2-40B4-BE49-F238E27FC236}">
                <a16:creationId xmlns:a16="http://schemas.microsoft.com/office/drawing/2014/main" id="{4B0CD529-FFB2-6794-BFE4-30DF03A277F3}"/>
              </a:ext>
            </a:extLst>
          </p:cNvPr>
          <p:cNvSpPr/>
          <p:nvPr/>
        </p:nvSpPr>
        <p:spPr>
          <a:xfrm>
            <a:off x="7209558" y="9559385"/>
            <a:ext cx="228600" cy="180975"/>
          </a:xfrm>
          <a:prstGeom prst="rect">
            <a:avLst/>
          </a:prstGeom>
          <a:noFill/>
          <a:ln/>
        </p:spPr>
        <p:txBody>
          <a:bodyPr wrap="square" lIns="0" tIns="0" rIns="0" bIns="0" rtlCol="0" anchor="ctr"/>
          <a:lstStyle/>
          <a:p>
            <a:pPr marL="0" indent="0" algn="l">
              <a:lnSpc>
                <a:spcPct val="79650"/>
              </a:lnSpc>
              <a:buNone/>
            </a:pPr>
            <a:r>
              <a:rPr lang="en-US" sz="1000" b="1" dirty="0">
                <a:solidFill>
                  <a:srgbClr val="2B2B35"/>
                </a:solidFill>
                <a:latin typeface="Titillium Web" panose="00000500000000000000" pitchFamily="2" charset="0"/>
                <a:ea typeface="Roboto Condensed" pitchFamily="34" charset="-122"/>
                <a:cs typeface="Roboto Condensed" pitchFamily="34" charset="-120"/>
              </a:rPr>
              <a:t>35</a:t>
            </a:r>
            <a:endParaRPr lang="en-US" sz="1000" b="1" dirty="0">
              <a:latin typeface="Titillium Web" panose="00000500000000000000" pitchFamily="2" charset="0"/>
            </a:endParaRPr>
          </a:p>
        </p:txBody>
      </p:sp>
      <p:sp>
        <p:nvSpPr>
          <p:cNvPr id="13" name="Text 5">
            <a:extLst>
              <a:ext uri="{FF2B5EF4-FFF2-40B4-BE49-F238E27FC236}">
                <a16:creationId xmlns:a16="http://schemas.microsoft.com/office/drawing/2014/main" id="{4B787672-70A0-B5F3-DE87-B8E266A8806B}"/>
              </a:ext>
            </a:extLst>
          </p:cNvPr>
          <p:cNvSpPr/>
          <p:nvPr/>
        </p:nvSpPr>
        <p:spPr>
          <a:xfrm>
            <a:off x="807232" y="677036"/>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itchFamily="34" charset="0"/>
                <a:ea typeface="Titillium Web" pitchFamily="34" charset="-122"/>
                <a:cs typeface="Titillium Web" pitchFamily="34" charset="-120"/>
              </a:rPr>
              <a:t>As-is Scenario Analysis</a:t>
            </a:r>
            <a:endParaRPr lang="en-US" sz="1350" dirty="0"/>
          </a:p>
        </p:txBody>
      </p:sp>
      <p:sp>
        <p:nvSpPr>
          <p:cNvPr id="14" name="Text 6">
            <a:extLst>
              <a:ext uri="{FF2B5EF4-FFF2-40B4-BE49-F238E27FC236}">
                <a16:creationId xmlns:a16="http://schemas.microsoft.com/office/drawing/2014/main" id="{40D1F0A9-5B9B-22A1-1229-25C95C83988A}"/>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itchFamily="34" charset="0"/>
                <a:ea typeface="Titillium Web" pitchFamily="34" charset="-122"/>
                <a:cs typeface="Titillium Web" pitchFamily="34" charset="-120"/>
              </a:rPr>
              <a:t>3</a:t>
            </a:r>
            <a:endParaRPr lang="en-US" sz="1200" dirty="0"/>
          </a:p>
        </p:txBody>
      </p:sp>
      <p:grpSp>
        <p:nvGrpSpPr>
          <p:cNvPr id="3" name="Group 2">
            <a:extLst>
              <a:ext uri="{FF2B5EF4-FFF2-40B4-BE49-F238E27FC236}">
                <a16:creationId xmlns:a16="http://schemas.microsoft.com/office/drawing/2014/main" id="{E7B264D1-411C-C92D-41E6-4BDB6AA902B9}"/>
              </a:ext>
            </a:extLst>
          </p:cNvPr>
          <p:cNvGrpSpPr/>
          <p:nvPr/>
        </p:nvGrpSpPr>
        <p:grpSpPr>
          <a:xfrm>
            <a:off x="5999045" y="7407697"/>
            <a:ext cx="1314450" cy="1449210"/>
            <a:chOff x="5999045" y="7407697"/>
            <a:chExt cx="1314450" cy="1449210"/>
          </a:xfrm>
        </p:grpSpPr>
        <p:sp>
          <p:nvSpPr>
            <p:cNvPr id="15" name="Text 4">
              <a:extLst>
                <a:ext uri="{FF2B5EF4-FFF2-40B4-BE49-F238E27FC236}">
                  <a16:creationId xmlns:a16="http://schemas.microsoft.com/office/drawing/2014/main" id="{A227C7DB-5D2B-2F3B-A0A4-FC6B1AD37210}"/>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6" name="Image 4" descr="preencoded.png">
              <a:extLst>
                <a:ext uri="{FF2B5EF4-FFF2-40B4-BE49-F238E27FC236}">
                  <a16:creationId xmlns:a16="http://schemas.microsoft.com/office/drawing/2014/main" id="{6BEA40A0-37A9-F33B-EF3A-2DE4F767F3DB}"/>
                </a:ext>
              </a:extLst>
            </p:cNvPr>
            <p:cNvPicPr>
              <a:picLocks noChangeAspect="1"/>
            </p:cNvPicPr>
            <p:nvPr/>
          </p:nvPicPr>
          <p:blipFill>
            <a:blip r:embed="rId5"/>
            <a:stretch>
              <a:fillRect/>
            </a:stretch>
          </p:blipFill>
          <p:spPr>
            <a:xfrm>
              <a:off x="6799145" y="7407697"/>
              <a:ext cx="514350" cy="400050"/>
            </a:xfrm>
            <a:prstGeom prst="rect">
              <a:avLst/>
            </a:prstGeom>
          </p:spPr>
        </p:pic>
      </p:grpSp>
      <p:grpSp>
        <p:nvGrpSpPr>
          <p:cNvPr id="19" name="Group 18">
            <a:extLst>
              <a:ext uri="{FF2B5EF4-FFF2-40B4-BE49-F238E27FC236}">
                <a16:creationId xmlns:a16="http://schemas.microsoft.com/office/drawing/2014/main" id="{279DC5E1-9E16-3383-C17A-77614635FF30}"/>
              </a:ext>
            </a:extLst>
          </p:cNvPr>
          <p:cNvGrpSpPr/>
          <p:nvPr/>
        </p:nvGrpSpPr>
        <p:grpSpPr>
          <a:xfrm>
            <a:off x="5591781" y="1412484"/>
            <a:ext cx="1382886" cy="1387866"/>
            <a:chOff x="5591781" y="1412484"/>
            <a:chExt cx="1382886" cy="1387866"/>
          </a:xfrm>
        </p:grpSpPr>
        <p:sp>
          <p:nvSpPr>
            <p:cNvPr id="20" name="Rectangle 19">
              <a:extLst>
                <a:ext uri="{FF2B5EF4-FFF2-40B4-BE49-F238E27FC236}">
                  <a16:creationId xmlns:a16="http://schemas.microsoft.com/office/drawing/2014/main" id="{A111C8E0-902E-B568-891B-B4674D7FEB5A}"/>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1" name="Picture 20">
              <a:extLst>
                <a:ext uri="{FF2B5EF4-FFF2-40B4-BE49-F238E27FC236}">
                  <a16:creationId xmlns:a16="http://schemas.microsoft.com/office/drawing/2014/main" id="{AACC76C9-D7B9-70CC-FC64-FA93287D2752}"/>
                </a:ext>
              </a:extLst>
            </p:cNvPr>
            <p:cNvPicPr>
              <a:picLocks noChangeAspect="1"/>
            </p:cNvPicPr>
            <p:nvPr/>
          </p:nvPicPr>
          <p:blipFill>
            <a:blip r:embed="rId6"/>
            <a:srcRect l="10092" r="10092"/>
            <a:stretch/>
          </p:blipFill>
          <p:spPr>
            <a:xfrm>
              <a:off x="5591781" y="1712378"/>
              <a:ext cx="1158067" cy="762487"/>
            </a:xfrm>
            <a:prstGeom prst="rect">
              <a:avLst/>
            </a:prstGeom>
          </p:spPr>
        </p:pic>
        <p:sp>
          <p:nvSpPr>
            <p:cNvPr id="22" name="Rectangle 21">
              <a:extLst>
                <a:ext uri="{FF2B5EF4-FFF2-40B4-BE49-F238E27FC236}">
                  <a16:creationId xmlns:a16="http://schemas.microsoft.com/office/drawing/2014/main" id="{167AF944-C8E0-BCD9-6D0F-5424ACBA547C}"/>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6" name="Flowchart: Connector 5">
            <a:extLst>
              <a:ext uri="{FF2B5EF4-FFF2-40B4-BE49-F238E27FC236}">
                <a16:creationId xmlns:a16="http://schemas.microsoft.com/office/drawing/2014/main" id="{3FB4BDF0-F974-3751-7B84-EFFB8F27A4F6}"/>
              </a:ext>
            </a:extLst>
          </p:cNvPr>
          <p:cNvSpPr/>
          <p:nvPr/>
        </p:nvSpPr>
        <p:spPr>
          <a:xfrm>
            <a:off x="7044971" y="939165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10063819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8ABAE-9AD6-DFD4-CBB6-23AD15C032E1}"/>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322E4457-E514-4C86-AC62-2FC27FAF4683}"/>
              </a:ext>
            </a:extLst>
          </p:cNvPr>
          <p:cNvSpPr/>
          <p:nvPr/>
        </p:nvSpPr>
        <p:spPr>
          <a:xfrm>
            <a:off x="214856" y="865637"/>
            <a:ext cx="585961" cy="1895475"/>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5" name="Image 3">
            <a:extLst>
              <a:ext uri="{FF2B5EF4-FFF2-40B4-BE49-F238E27FC236}">
                <a16:creationId xmlns:a16="http://schemas.microsoft.com/office/drawing/2014/main" id="{40C4ECB9-1E4E-D08E-DA91-2B68123100B4}"/>
              </a:ext>
            </a:extLst>
          </p:cNvPr>
          <p:cNvPicPr>
            <a:picLocks noChangeAspect="1"/>
          </p:cNvPicPr>
          <p:nvPr/>
        </p:nvPicPr>
        <p:blipFill>
          <a:blip r:embed="rId3"/>
          <a:srcRect/>
          <a:stretch/>
        </p:blipFill>
        <p:spPr>
          <a:xfrm>
            <a:off x="1" y="4219575"/>
            <a:ext cx="7772398" cy="4076699"/>
          </a:xfrm>
          <a:prstGeom prst="rect">
            <a:avLst/>
          </a:prstGeom>
        </p:spPr>
      </p:pic>
      <p:pic>
        <p:nvPicPr>
          <p:cNvPr id="6" name="Image 4" descr="preencoded.png">
            <a:extLst>
              <a:ext uri="{FF2B5EF4-FFF2-40B4-BE49-F238E27FC236}">
                <a16:creationId xmlns:a16="http://schemas.microsoft.com/office/drawing/2014/main" id="{D0F02F37-B8B2-3D74-37AA-51F71D59C5A7}"/>
              </a:ext>
            </a:extLst>
          </p:cNvPr>
          <p:cNvPicPr>
            <a:picLocks noChangeAspect="1"/>
          </p:cNvPicPr>
          <p:nvPr/>
        </p:nvPicPr>
        <p:blipFill>
          <a:blip r:embed="rId4"/>
          <a:stretch>
            <a:fillRect/>
          </a:stretch>
        </p:blipFill>
        <p:spPr>
          <a:xfrm>
            <a:off x="4862751" y="6575308"/>
            <a:ext cx="1752600" cy="1752600"/>
          </a:xfrm>
          <a:prstGeom prst="rect">
            <a:avLst/>
          </a:prstGeom>
        </p:spPr>
      </p:pic>
      <p:pic>
        <p:nvPicPr>
          <p:cNvPr id="7" name="Image 5" descr="preencoded.png">
            <a:extLst>
              <a:ext uri="{FF2B5EF4-FFF2-40B4-BE49-F238E27FC236}">
                <a16:creationId xmlns:a16="http://schemas.microsoft.com/office/drawing/2014/main" id="{C5972F8F-E5AD-31EB-9B3C-5B5E6949EADA}"/>
              </a:ext>
            </a:extLst>
          </p:cNvPr>
          <p:cNvPicPr>
            <a:picLocks noChangeAspect="1"/>
          </p:cNvPicPr>
          <p:nvPr/>
        </p:nvPicPr>
        <p:blipFill>
          <a:blip r:embed="rId5"/>
          <a:stretch>
            <a:fillRect/>
          </a:stretch>
        </p:blipFill>
        <p:spPr>
          <a:xfrm>
            <a:off x="6607635" y="6575308"/>
            <a:ext cx="1171575" cy="1752600"/>
          </a:xfrm>
          <a:prstGeom prst="rect">
            <a:avLst/>
          </a:prstGeom>
        </p:spPr>
      </p:pic>
      <p:pic>
        <p:nvPicPr>
          <p:cNvPr id="8" name="Image 6" descr="preencoded.png">
            <a:extLst>
              <a:ext uri="{FF2B5EF4-FFF2-40B4-BE49-F238E27FC236}">
                <a16:creationId xmlns:a16="http://schemas.microsoft.com/office/drawing/2014/main" id="{D5BCB708-1B56-294B-4431-56240E07F4FD}"/>
              </a:ext>
            </a:extLst>
          </p:cNvPr>
          <p:cNvPicPr>
            <a:picLocks noChangeAspect="1"/>
          </p:cNvPicPr>
          <p:nvPr/>
        </p:nvPicPr>
        <p:blipFill>
          <a:blip r:embed="rId6"/>
          <a:stretch>
            <a:fillRect/>
          </a:stretch>
        </p:blipFill>
        <p:spPr>
          <a:xfrm>
            <a:off x="551487" y="9286170"/>
            <a:ext cx="6652174" cy="190500"/>
          </a:xfrm>
          <a:prstGeom prst="rect">
            <a:avLst/>
          </a:prstGeom>
        </p:spPr>
      </p:pic>
      <p:sp>
        <p:nvSpPr>
          <p:cNvPr id="14" name="Text 0">
            <a:extLst>
              <a:ext uri="{FF2B5EF4-FFF2-40B4-BE49-F238E27FC236}">
                <a16:creationId xmlns:a16="http://schemas.microsoft.com/office/drawing/2014/main" id="{CFC37544-C3F7-2AC3-F122-DB1EF186288A}"/>
              </a:ext>
            </a:extLst>
          </p:cNvPr>
          <p:cNvSpPr/>
          <p:nvPr/>
        </p:nvSpPr>
        <p:spPr>
          <a:xfrm>
            <a:off x="1252713" y="1042807"/>
            <a:ext cx="4641947" cy="1028700"/>
          </a:xfrm>
          <a:prstGeom prst="rect">
            <a:avLst/>
          </a:prstGeom>
          <a:noFill/>
          <a:ln/>
        </p:spPr>
        <p:txBody>
          <a:bodyPr wrap="square" lIns="0" tIns="0" rIns="0" bIns="0" rtlCol="0" anchor="ctr"/>
          <a:lstStyle/>
          <a:p>
            <a:pPr lvl="1">
              <a:lnSpc>
                <a:spcPts val="7500"/>
              </a:lnSpc>
              <a:buSzPct val="100000"/>
            </a:pPr>
            <a:r>
              <a:rPr lang="en-US" sz="4400" b="1" dirty="0">
                <a:solidFill>
                  <a:srgbClr val="1D1D1D"/>
                </a:solidFill>
                <a:latin typeface="Titillium Web" panose="00000500000000000000" pitchFamily="2" charset="0"/>
                <a:ea typeface="Sora" pitchFamily="34" charset="-122"/>
                <a:cs typeface="Sora" pitchFamily="34" charset="-120"/>
              </a:rPr>
              <a:t>SECTION6</a:t>
            </a:r>
          </a:p>
          <a:p>
            <a:pPr lvl="1">
              <a:lnSpc>
                <a:spcPct val="70000"/>
              </a:lnSpc>
              <a:buSzPct val="100000"/>
            </a:pPr>
            <a:r>
              <a:rPr lang="en-US" sz="3375" b="1" dirty="0">
                <a:solidFill>
                  <a:schemeClr val="tx1">
                    <a:lumMod val="50000"/>
                    <a:lumOff val="50000"/>
                  </a:schemeClr>
                </a:solidFill>
                <a:latin typeface="Titillium Web" panose="00000500000000000000" pitchFamily="2" charset="0"/>
                <a:ea typeface="Sora" pitchFamily="34" charset="-122"/>
              </a:rPr>
              <a:t>Operational Capacity</a:t>
            </a:r>
            <a:endParaRPr lang="en-US" sz="3375" dirty="0">
              <a:solidFill>
                <a:schemeClr val="tx1">
                  <a:lumMod val="50000"/>
                  <a:lumOff val="50000"/>
                </a:schemeClr>
              </a:solidFill>
              <a:latin typeface="Titillium Web" panose="00000500000000000000" pitchFamily="2" charset="0"/>
            </a:endParaRPr>
          </a:p>
        </p:txBody>
      </p:sp>
      <p:sp>
        <p:nvSpPr>
          <p:cNvPr id="23" name="Rectangle 22">
            <a:extLst>
              <a:ext uri="{FF2B5EF4-FFF2-40B4-BE49-F238E27FC236}">
                <a16:creationId xmlns:a16="http://schemas.microsoft.com/office/drawing/2014/main" id="{0845AD4D-8173-7BF4-FBA5-3BC11D350893}"/>
              </a:ext>
            </a:extLst>
          </p:cNvPr>
          <p:cNvSpPr/>
          <p:nvPr/>
        </p:nvSpPr>
        <p:spPr>
          <a:xfrm>
            <a:off x="214856" y="865637"/>
            <a:ext cx="585961" cy="1895475"/>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Rectangle 20">
            <a:extLst>
              <a:ext uri="{FF2B5EF4-FFF2-40B4-BE49-F238E27FC236}">
                <a16:creationId xmlns:a16="http://schemas.microsoft.com/office/drawing/2014/main" id="{241FE452-8E2A-4A74-9F34-66A29FCC3A86}"/>
              </a:ext>
            </a:extLst>
          </p:cNvPr>
          <p:cNvSpPr/>
          <p:nvPr/>
        </p:nvSpPr>
        <p:spPr>
          <a:xfrm>
            <a:off x="214856" y="865637"/>
            <a:ext cx="1054386" cy="1416053"/>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ext 3">
            <a:extLst>
              <a:ext uri="{FF2B5EF4-FFF2-40B4-BE49-F238E27FC236}">
                <a16:creationId xmlns:a16="http://schemas.microsoft.com/office/drawing/2014/main" id="{B385E1FF-FF21-B923-254D-44E667717F51}"/>
              </a:ext>
            </a:extLst>
          </p:cNvPr>
          <p:cNvSpPr/>
          <p:nvPr/>
        </p:nvSpPr>
        <p:spPr>
          <a:xfrm>
            <a:off x="4362917" y="8902446"/>
            <a:ext cx="2838450" cy="228600"/>
          </a:xfrm>
          <a:prstGeom prst="rect">
            <a:avLst/>
          </a:prstGeom>
          <a:noFill/>
          <a:ln/>
        </p:spPr>
        <p:txBody>
          <a:bodyPr wrap="square" lIns="0" tIns="0" rIns="0" bIns="0" rtlCol="0" anchor="ctr"/>
          <a:lstStyle/>
          <a:p>
            <a:pPr algn="r">
              <a:lnSpc>
                <a:spcPct val="99141"/>
              </a:lnSpc>
            </a:pPr>
            <a:r>
              <a:rPr lang="en-US" sz="1200" dirty="0">
                <a:solidFill>
                  <a:srgbClr val="000000"/>
                </a:solidFill>
                <a:latin typeface="Titillium Web" panose="00000500000000000000" pitchFamily="2" charset="0"/>
                <a:ea typeface="Arimo" pitchFamily="34" charset="-122"/>
                <a:cs typeface="Arimo" pitchFamily="34" charset="-120"/>
              </a:rPr>
              <a:t>{{</a:t>
            </a:r>
            <a:r>
              <a:rPr lang="en-US" sz="1200" dirty="0" err="1">
                <a:solidFill>
                  <a:srgbClr val="000000"/>
                </a:solidFill>
                <a:latin typeface="Titillium Web" panose="00000500000000000000" pitchFamily="2" charset="0"/>
                <a:ea typeface="Arimo" pitchFamily="34" charset="-122"/>
                <a:cs typeface="Arimo" pitchFamily="34" charset="-120"/>
              </a:rPr>
              <a:t>emailAddress</a:t>
            </a:r>
            <a:r>
              <a:rPr lang="en-US" sz="1200" dirty="0">
                <a:solidFill>
                  <a:srgbClr val="000000"/>
                </a:solidFill>
                <a:latin typeface="Titillium Web" panose="00000500000000000000" pitchFamily="2" charset="0"/>
                <a:ea typeface="Arimo" pitchFamily="34" charset="-122"/>
                <a:cs typeface="Arimo" pitchFamily="34" charset="-120"/>
              </a:rPr>
              <a:t>}}</a:t>
            </a:r>
            <a:endParaRPr lang="en-US" sz="1200" dirty="0">
              <a:latin typeface="Titillium Web" panose="00000500000000000000" pitchFamily="2" charset="0"/>
            </a:endParaRPr>
          </a:p>
        </p:txBody>
      </p:sp>
    </p:spTree>
    <p:extLst>
      <p:ext uri="{BB962C8B-B14F-4D97-AF65-F5344CB8AC3E}">
        <p14:creationId xmlns:p14="http://schemas.microsoft.com/office/powerpoint/2010/main" val="9674067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11597-3309-3A5D-43C7-4DCD2843D584}"/>
            </a:ext>
          </a:extLst>
        </p:cNvPr>
        <p:cNvGrpSpPr/>
        <p:nvPr/>
      </p:nvGrpSpPr>
      <p:grpSpPr>
        <a:xfrm>
          <a:off x="0" y="0"/>
          <a:ext cx="0" cy="0"/>
          <a:chOff x="0" y="0"/>
          <a:chExt cx="0" cy="0"/>
        </a:xfrm>
      </p:grpSpPr>
      <p:pic>
        <p:nvPicPr>
          <p:cNvPr id="5" name="Image 3" descr="preencoded.png">
            <a:extLst>
              <a:ext uri="{FF2B5EF4-FFF2-40B4-BE49-F238E27FC236}">
                <a16:creationId xmlns:a16="http://schemas.microsoft.com/office/drawing/2014/main" id="{57E3127C-86E6-3238-F9F2-AEE2E4A13F71}"/>
              </a:ext>
            </a:extLst>
          </p:cNvPr>
          <p:cNvPicPr>
            <a:picLocks noChangeAspect="1"/>
          </p:cNvPicPr>
          <p:nvPr/>
        </p:nvPicPr>
        <p:blipFill>
          <a:blip r:embed="rId3"/>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FE036824-2D83-9DBB-11D1-0A0575BDE569}"/>
              </a:ext>
            </a:extLst>
          </p:cNvPr>
          <p:cNvSpPr/>
          <p:nvPr/>
        </p:nvSpPr>
        <p:spPr>
          <a:xfrm>
            <a:off x="796962" y="2450909"/>
            <a:ext cx="4794819" cy="5369276"/>
          </a:xfrm>
          <a:prstGeom prst="rect">
            <a:avLst/>
          </a:prstGeom>
          <a:noFill/>
          <a:ln/>
        </p:spPr>
        <p:txBody>
          <a:bodyPr wrap="square" lIns="0" tIns="0" rIns="0" bIns="0" rtlCol="0" anchor="ctr"/>
          <a:lstStyle/>
          <a:p>
            <a:pPr marL="0" indent="0" algn="l">
              <a:lnSpc>
                <a:spcPts val="1600"/>
              </a:lnSpc>
              <a:spcBef>
                <a:spcPts val="1200"/>
              </a:spcBef>
              <a:spcAft>
                <a:spcPts val="600"/>
              </a:spcAft>
              <a:buNone/>
            </a:pPr>
            <a:r>
              <a:rPr lang="en-US" sz="1200" dirty="0">
                <a:solidFill>
                  <a:srgbClr val="1D1D1D"/>
                </a:solidFill>
                <a:latin typeface="Titillium Web" panose="00000500000000000000" pitchFamily="2" charset="0"/>
                <a:ea typeface="Titillium Web" pitchFamily="34" charset="-122"/>
                <a:cs typeface="Titillium Web" pitchFamily="34" charset="-120"/>
              </a:rPr>
              <a:t>{{introduction6}}</a:t>
            </a:r>
          </a:p>
        </p:txBody>
      </p:sp>
      <p:sp>
        <p:nvSpPr>
          <p:cNvPr id="9" name="Text 1">
            <a:extLst>
              <a:ext uri="{FF2B5EF4-FFF2-40B4-BE49-F238E27FC236}">
                <a16:creationId xmlns:a16="http://schemas.microsoft.com/office/drawing/2014/main" id="{EB9DFD0B-E443-9375-6A99-9EE3C2F4D8C4}"/>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0" name="Text 2">
            <a:extLst>
              <a:ext uri="{FF2B5EF4-FFF2-40B4-BE49-F238E27FC236}">
                <a16:creationId xmlns:a16="http://schemas.microsoft.com/office/drawing/2014/main" id="{ADA4B7D2-8FAA-9A81-1FFB-72C10AB9BBC4}"/>
              </a:ext>
            </a:extLst>
          </p:cNvPr>
          <p:cNvSpPr/>
          <p:nvPr/>
        </p:nvSpPr>
        <p:spPr>
          <a:xfrm>
            <a:off x="796962" y="1890712"/>
            <a:ext cx="3960442" cy="476250"/>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cs typeface="Sora" pitchFamily="34" charset="-120"/>
              </a:rPr>
              <a:t>6.1 Introduction</a:t>
            </a:r>
            <a:endParaRPr lang="en-US" sz="2800" dirty="0">
              <a:latin typeface="Titillium Web" panose="00000500000000000000" pitchFamily="2" charset="0"/>
            </a:endParaRPr>
          </a:p>
        </p:txBody>
      </p:sp>
      <p:sp>
        <p:nvSpPr>
          <p:cNvPr id="11" name="Text 3">
            <a:extLst>
              <a:ext uri="{FF2B5EF4-FFF2-40B4-BE49-F238E27FC236}">
                <a16:creationId xmlns:a16="http://schemas.microsoft.com/office/drawing/2014/main" id="{A304509F-ABF7-3879-70C2-74042DC06717}"/>
              </a:ext>
            </a:extLst>
          </p:cNvPr>
          <p:cNvSpPr/>
          <p:nvPr/>
        </p:nvSpPr>
        <p:spPr>
          <a:xfrm>
            <a:off x="7209558" y="9559385"/>
            <a:ext cx="228600" cy="180975"/>
          </a:xfrm>
          <a:prstGeom prst="rect">
            <a:avLst/>
          </a:prstGeom>
          <a:noFill/>
          <a:ln/>
        </p:spPr>
        <p:txBody>
          <a:bodyPr wrap="square" lIns="0" tIns="0" rIns="0" bIns="0" rtlCol="0" anchor="ctr"/>
          <a:lstStyle/>
          <a:p>
            <a:pPr>
              <a:lnSpc>
                <a:spcPct val="79650"/>
              </a:lnSpc>
            </a:pPr>
            <a:r>
              <a:rPr lang="en-US" sz="1000" b="1" dirty="0">
                <a:solidFill>
                  <a:srgbClr val="2B2B35"/>
                </a:solidFill>
                <a:latin typeface="Titillium Web" panose="00000500000000000000" pitchFamily="2" charset="0"/>
                <a:ea typeface="Roboto Condensed" pitchFamily="34" charset="-122"/>
                <a:cs typeface="Roboto Condensed" pitchFamily="34" charset="-120"/>
              </a:rPr>
              <a:t>37</a:t>
            </a:r>
          </a:p>
          <a:p>
            <a:pPr marL="0" indent="0" algn="l">
              <a:lnSpc>
                <a:spcPct val="79650"/>
              </a:lnSpc>
              <a:buNone/>
            </a:pPr>
            <a:endParaRPr lang="en-US" sz="1200" dirty="0">
              <a:latin typeface="Titillium Web" panose="00000500000000000000" pitchFamily="2" charset="0"/>
            </a:endParaRPr>
          </a:p>
        </p:txBody>
      </p:sp>
      <p:sp>
        <p:nvSpPr>
          <p:cNvPr id="12" name="Text 4">
            <a:extLst>
              <a:ext uri="{FF2B5EF4-FFF2-40B4-BE49-F238E27FC236}">
                <a16:creationId xmlns:a16="http://schemas.microsoft.com/office/drawing/2014/main" id="{5600A22F-5BDD-0480-1F9C-8D5AD2ECF5E8}"/>
              </a:ext>
            </a:extLst>
          </p:cNvPr>
          <p:cNvSpPr/>
          <p:nvPr/>
        </p:nvSpPr>
        <p:spPr>
          <a:xfrm>
            <a:off x="895634" y="684512"/>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EE786C96-FD7D-F330-2E4A-6F2AE972F1E6}"/>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7</a:t>
            </a:r>
            <a:endParaRPr lang="en-US" sz="1200" dirty="0">
              <a:latin typeface="Titillium Web" panose="00000500000000000000" pitchFamily="2" charset="0"/>
            </a:endParaRPr>
          </a:p>
        </p:txBody>
      </p:sp>
      <p:grpSp>
        <p:nvGrpSpPr>
          <p:cNvPr id="14" name="Group 13">
            <a:extLst>
              <a:ext uri="{FF2B5EF4-FFF2-40B4-BE49-F238E27FC236}">
                <a16:creationId xmlns:a16="http://schemas.microsoft.com/office/drawing/2014/main" id="{1AF91999-1F38-7796-C4EC-8DE4760C1706}"/>
              </a:ext>
            </a:extLst>
          </p:cNvPr>
          <p:cNvGrpSpPr/>
          <p:nvPr/>
        </p:nvGrpSpPr>
        <p:grpSpPr>
          <a:xfrm>
            <a:off x="5999045" y="7560097"/>
            <a:ext cx="1314450" cy="1449210"/>
            <a:chOff x="5999045" y="7407697"/>
            <a:chExt cx="1314450" cy="1449210"/>
          </a:xfrm>
        </p:grpSpPr>
        <p:sp>
          <p:nvSpPr>
            <p:cNvPr id="15" name="Text 4">
              <a:extLst>
                <a:ext uri="{FF2B5EF4-FFF2-40B4-BE49-F238E27FC236}">
                  <a16:creationId xmlns:a16="http://schemas.microsoft.com/office/drawing/2014/main" id="{DC8DCC63-30E0-B8A7-6CE1-A508736D404B}"/>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6" name="Image 4" descr="preencoded.png">
              <a:extLst>
                <a:ext uri="{FF2B5EF4-FFF2-40B4-BE49-F238E27FC236}">
                  <a16:creationId xmlns:a16="http://schemas.microsoft.com/office/drawing/2014/main" id="{8C62B1C4-2296-EFD5-A868-4763939BF566}"/>
                </a:ext>
              </a:extLst>
            </p:cNvPr>
            <p:cNvPicPr>
              <a:picLocks noChangeAspect="1"/>
            </p:cNvPicPr>
            <p:nvPr/>
          </p:nvPicPr>
          <p:blipFill>
            <a:blip r:embed="rId4"/>
            <a:stretch>
              <a:fillRect/>
            </a:stretch>
          </p:blipFill>
          <p:spPr>
            <a:xfrm>
              <a:off x="6799145" y="7407697"/>
              <a:ext cx="514350" cy="400050"/>
            </a:xfrm>
            <a:prstGeom prst="rect">
              <a:avLst/>
            </a:prstGeom>
          </p:spPr>
        </p:pic>
      </p:grpSp>
      <p:grpSp>
        <p:nvGrpSpPr>
          <p:cNvPr id="3" name="Group 2">
            <a:extLst>
              <a:ext uri="{FF2B5EF4-FFF2-40B4-BE49-F238E27FC236}">
                <a16:creationId xmlns:a16="http://schemas.microsoft.com/office/drawing/2014/main" id="{8BD7C29B-C431-1C18-4141-39D83187E75B}"/>
              </a:ext>
            </a:extLst>
          </p:cNvPr>
          <p:cNvGrpSpPr/>
          <p:nvPr/>
        </p:nvGrpSpPr>
        <p:grpSpPr>
          <a:xfrm>
            <a:off x="5591781" y="1412484"/>
            <a:ext cx="1382886" cy="1387866"/>
            <a:chOff x="5591781" y="1412484"/>
            <a:chExt cx="1382886" cy="1387866"/>
          </a:xfrm>
        </p:grpSpPr>
        <p:sp>
          <p:nvSpPr>
            <p:cNvPr id="17" name="Rectangle 16">
              <a:extLst>
                <a:ext uri="{FF2B5EF4-FFF2-40B4-BE49-F238E27FC236}">
                  <a16:creationId xmlns:a16="http://schemas.microsoft.com/office/drawing/2014/main" id="{F74156D1-C223-5F76-9B9F-3726099F2DF1}"/>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0" name="Picture 19">
              <a:extLst>
                <a:ext uri="{FF2B5EF4-FFF2-40B4-BE49-F238E27FC236}">
                  <a16:creationId xmlns:a16="http://schemas.microsoft.com/office/drawing/2014/main" id="{E73BE90C-32C6-51E4-C672-C179ECDF9BAB}"/>
                </a:ext>
              </a:extLst>
            </p:cNvPr>
            <p:cNvPicPr>
              <a:picLocks noChangeAspect="1"/>
            </p:cNvPicPr>
            <p:nvPr/>
          </p:nvPicPr>
          <p:blipFill>
            <a:blip r:embed="rId5"/>
            <a:srcRect l="10092" r="10092"/>
            <a:stretch/>
          </p:blipFill>
          <p:spPr>
            <a:xfrm>
              <a:off x="5591781" y="1712378"/>
              <a:ext cx="1158067" cy="762487"/>
            </a:xfrm>
            <a:prstGeom prst="rect">
              <a:avLst/>
            </a:prstGeom>
          </p:spPr>
        </p:pic>
        <p:sp>
          <p:nvSpPr>
            <p:cNvPr id="21" name="Rectangle 20">
              <a:extLst>
                <a:ext uri="{FF2B5EF4-FFF2-40B4-BE49-F238E27FC236}">
                  <a16:creationId xmlns:a16="http://schemas.microsoft.com/office/drawing/2014/main" id="{DD9C83A4-BF58-3EF3-A14B-9FBBD2671F38}"/>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2" name="Flowchart: Connector 1">
            <a:extLst>
              <a:ext uri="{FF2B5EF4-FFF2-40B4-BE49-F238E27FC236}">
                <a16:creationId xmlns:a16="http://schemas.microsoft.com/office/drawing/2014/main" id="{9F92FFB5-AA64-2CD3-0B1D-5F032BD96477}"/>
              </a:ext>
            </a:extLst>
          </p:cNvPr>
          <p:cNvSpPr/>
          <p:nvPr/>
        </p:nvSpPr>
        <p:spPr>
          <a:xfrm>
            <a:off x="7044971" y="931545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6115141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8E2D8-BE26-C42F-91CE-987CC3C18E47}"/>
            </a:ext>
          </a:extLst>
        </p:cNvPr>
        <p:cNvGrpSpPr/>
        <p:nvPr/>
      </p:nvGrpSpPr>
      <p:grpSpPr>
        <a:xfrm>
          <a:off x="0" y="0"/>
          <a:ext cx="0" cy="0"/>
          <a:chOff x="0" y="0"/>
          <a:chExt cx="0" cy="0"/>
        </a:xfrm>
      </p:grpSpPr>
      <p:pic>
        <p:nvPicPr>
          <p:cNvPr id="5" name="Image 3" descr="preencoded.png">
            <a:extLst>
              <a:ext uri="{FF2B5EF4-FFF2-40B4-BE49-F238E27FC236}">
                <a16:creationId xmlns:a16="http://schemas.microsoft.com/office/drawing/2014/main" id="{3F1D096A-F839-DF95-E12F-B0EF603BF709}"/>
              </a:ext>
            </a:extLst>
          </p:cNvPr>
          <p:cNvPicPr>
            <a:picLocks noChangeAspect="1"/>
          </p:cNvPicPr>
          <p:nvPr/>
        </p:nvPicPr>
        <p:blipFill>
          <a:blip r:embed="rId3"/>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A2B99AB8-F313-ED32-066C-81AC2EB1598F}"/>
              </a:ext>
            </a:extLst>
          </p:cNvPr>
          <p:cNvSpPr/>
          <p:nvPr/>
        </p:nvSpPr>
        <p:spPr>
          <a:xfrm>
            <a:off x="895634" y="2524359"/>
            <a:ext cx="4696147" cy="6857005"/>
          </a:xfrm>
          <a:prstGeom prst="rect">
            <a:avLst/>
          </a:prstGeom>
          <a:noFill/>
          <a:ln/>
        </p:spPr>
        <p:txBody>
          <a:bodyPr wrap="square" lIns="0" tIns="0" rIns="0" bIns="0" rtlCol="0" anchor="ctr"/>
          <a:lstStyle/>
          <a:p>
            <a:pPr algn="l">
              <a:lnSpc>
                <a:spcPts val="1600"/>
              </a:lnSpc>
              <a:spcBef>
                <a:spcPts val="1200"/>
              </a:spcBef>
              <a:spcAft>
                <a:spcPts val="600"/>
              </a:spcAft>
            </a:pPr>
            <a:r>
              <a:rPr lang="en-US" sz="1200" dirty="0">
                <a:solidFill>
                  <a:srgbClr val="1D1D1D"/>
                </a:solidFill>
                <a:latin typeface="Titillium Web" panose="00000500000000000000" pitchFamily="2" charset="0"/>
                <a:ea typeface="Titillium Web" pitchFamily="34" charset="-122"/>
                <a:cs typeface="Titillium Web" pitchFamily="34" charset="-120"/>
              </a:rPr>
              <a:t>{{opCapDocSummary}}</a:t>
            </a:r>
          </a:p>
          <a:p>
            <a:pPr algn="l">
              <a:lnSpc>
                <a:spcPts val="1600"/>
              </a:lnSpc>
              <a:spcBef>
                <a:spcPts val="1200"/>
              </a:spcBef>
              <a:spcAft>
                <a:spcPts val="600"/>
              </a:spcAft>
            </a:pPr>
            <a:r>
              <a:rPr lang="en-US" sz="1200" b="1" dirty="0">
                <a:solidFill>
                  <a:srgbClr val="1D1D1D"/>
                </a:solidFill>
                <a:latin typeface="Titillium Web" panose="00000500000000000000" pitchFamily="2" charset="0"/>
                <a:ea typeface="Titillium Web" pitchFamily="34" charset="-122"/>
                <a:cs typeface="Titillium Web" pitchFamily="34" charset="-120"/>
              </a:rPr>
              <a:t>Documents Received:</a:t>
            </a:r>
          </a:p>
          <a:p>
            <a:pPr algn="l">
              <a:lnSpc>
                <a:spcPts val="1600"/>
              </a:lnSpc>
              <a:spcBef>
                <a:spcPts val="1200"/>
              </a:spcBef>
              <a:spcAft>
                <a:spcPts val="600"/>
              </a:spcAft>
            </a:pPr>
            <a:r>
              <a:rPr lang="en-US" sz="1200" dirty="0">
                <a:solidFill>
                  <a:srgbClr val="1D1D1D"/>
                </a:solidFill>
                <a:latin typeface="Titillium Web" panose="00000500000000000000" pitchFamily="2" charset="0"/>
                <a:ea typeface="Titillium Web" pitchFamily="34" charset="-122"/>
                <a:cs typeface="Titillium Web" pitchFamily="34" charset="-120"/>
              </a:rPr>
              <a:t>{{opCapDocsReceive}}</a:t>
            </a:r>
          </a:p>
          <a:p>
            <a:pPr algn="l">
              <a:lnSpc>
                <a:spcPts val="1600"/>
              </a:lnSpc>
              <a:spcBef>
                <a:spcPts val="1200"/>
              </a:spcBef>
              <a:spcAft>
                <a:spcPts val="600"/>
              </a:spcAft>
            </a:pPr>
            <a:r>
              <a:rPr lang="en-US" sz="1200" b="1" dirty="0">
                <a:solidFill>
                  <a:srgbClr val="1D1D1D"/>
                </a:solidFill>
                <a:latin typeface="Titillium Web" panose="00000500000000000000" pitchFamily="2" charset="0"/>
                <a:ea typeface="Titillium Web" pitchFamily="34" charset="-122"/>
                <a:cs typeface="Titillium Web" pitchFamily="34" charset="-120"/>
              </a:rPr>
              <a:t>Not Received:</a:t>
            </a:r>
          </a:p>
          <a:p>
            <a:pPr algn="l">
              <a:lnSpc>
                <a:spcPts val="1600"/>
              </a:lnSpc>
              <a:spcBef>
                <a:spcPts val="1200"/>
              </a:spcBef>
              <a:spcAft>
                <a:spcPts val="600"/>
              </a:spcAft>
            </a:pPr>
            <a:r>
              <a:rPr lang="en-US" sz="1200" dirty="0">
                <a:solidFill>
                  <a:srgbClr val="1D1D1D"/>
                </a:solidFill>
                <a:latin typeface="Titillium Web" panose="00000500000000000000" pitchFamily="2" charset="0"/>
                <a:ea typeface="Titillium Web" pitchFamily="34" charset="-122"/>
                <a:cs typeface="Titillium Web" pitchFamily="34" charset="-120"/>
              </a:rPr>
              <a:t>{{opCapDocsNotReceive}}</a:t>
            </a:r>
          </a:p>
          <a:p>
            <a:pPr algn="l">
              <a:lnSpc>
                <a:spcPts val="1600"/>
              </a:lnSpc>
              <a:spcBef>
                <a:spcPts val="1200"/>
              </a:spcBef>
              <a:spcAft>
                <a:spcPts val="600"/>
              </a:spcAft>
            </a:pPr>
            <a:r>
              <a:rPr lang="en-US" sz="1200" dirty="0">
                <a:solidFill>
                  <a:srgbClr val="1D1D1D"/>
                </a:solidFill>
                <a:latin typeface="Titillium Web" panose="00000500000000000000" pitchFamily="2" charset="0"/>
                <a:ea typeface="Titillium Web" pitchFamily="34" charset="-122"/>
                <a:cs typeface="Titillium Web" pitchFamily="34" charset="-120"/>
              </a:rPr>
              <a:t>{{opCapDocConclusion}}</a:t>
            </a:r>
          </a:p>
        </p:txBody>
      </p:sp>
      <p:sp>
        <p:nvSpPr>
          <p:cNvPr id="9" name="Text 1">
            <a:extLst>
              <a:ext uri="{FF2B5EF4-FFF2-40B4-BE49-F238E27FC236}">
                <a16:creationId xmlns:a16="http://schemas.microsoft.com/office/drawing/2014/main" id="{F0C44333-4F3D-8938-91EE-DF2F8893865B}"/>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0" name="Text 2">
            <a:extLst>
              <a:ext uri="{FF2B5EF4-FFF2-40B4-BE49-F238E27FC236}">
                <a16:creationId xmlns:a16="http://schemas.microsoft.com/office/drawing/2014/main" id="{390E2FDA-AF94-E982-A08A-5858548A0E7D}"/>
              </a:ext>
            </a:extLst>
          </p:cNvPr>
          <p:cNvSpPr/>
          <p:nvPr/>
        </p:nvSpPr>
        <p:spPr>
          <a:xfrm>
            <a:off x="796962" y="1850616"/>
            <a:ext cx="3960442" cy="476250"/>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cs typeface="Sora" pitchFamily="34" charset="-120"/>
              </a:rPr>
              <a:t>6.2 Documentation</a:t>
            </a:r>
            <a:endParaRPr lang="en-US" sz="2800" dirty="0">
              <a:latin typeface="Titillium Web" panose="00000500000000000000" pitchFamily="2" charset="0"/>
            </a:endParaRPr>
          </a:p>
        </p:txBody>
      </p:sp>
      <p:sp>
        <p:nvSpPr>
          <p:cNvPr id="11" name="Text 3">
            <a:extLst>
              <a:ext uri="{FF2B5EF4-FFF2-40B4-BE49-F238E27FC236}">
                <a16:creationId xmlns:a16="http://schemas.microsoft.com/office/drawing/2014/main" id="{27DCB312-3782-21A4-6D2C-1964D2C1A475}"/>
              </a:ext>
            </a:extLst>
          </p:cNvPr>
          <p:cNvSpPr/>
          <p:nvPr/>
        </p:nvSpPr>
        <p:spPr>
          <a:xfrm>
            <a:off x="7209558" y="9559385"/>
            <a:ext cx="228600" cy="180975"/>
          </a:xfrm>
          <a:prstGeom prst="rect">
            <a:avLst/>
          </a:prstGeom>
          <a:noFill/>
          <a:ln/>
        </p:spPr>
        <p:txBody>
          <a:bodyPr wrap="square" lIns="0" tIns="0" rIns="0" bIns="0" rtlCol="0" anchor="ctr"/>
          <a:lstStyle/>
          <a:p>
            <a:pPr>
              <a:lnSpc>
                <a:spcPct val="79650"/>
              </a:lnSpc>
            </a:pPr>
            <a:r>
              <a:rPr lang="en-US" sz="1000" b="1" dirty="0">
                <a:solidFill>
                  <a:srgbClr val="2B2B35"/>
                </a:solidFill>
                <a:latin typeface="Titillium Web" panose="00000500000000000000" pitchFamily="2" charset="0"/>
                <a:ea typeface="Roboto Condensed" pitchFamily="34" charset="-122"/>
                <a:cs typeface="Roboto Condensed" pitchFamily="34" charset="-120"/>
              </a:rPr>
              <a:t>38</a:t>
            </a:r>
            <a:endParaRPr lang="en-US" sz="1000" dirty="0">
              <a:latin typeface="Titillium Web" panose="00000500000000000000" pitchFamily="2" charset="0"/>
            </a:endParaRPr>
          </a:p>
        </p:txBody>
      </p:sp>
      <p:sp>
        <p:nvSpPr>
          <p:cNvPr id="12" name="Text 4">
            <a:extLst>
              <a:ext uri="{FF2B5EF4-FFF2-40B4-BE49-F238E27FC236}">
                <a16:creationId xmlns:a16="http://schemas.microsoft.com/office/drawing/2014/main" id="{5E3E8A66-6523-8132-99A1-2410BED3997D}"/>
              </a:ext>
            </a:extLst>
          </p:cNvPr>
          <p:cNvSpPr/>
          <p:nvPr/>
        </p:nvSpPr>
        <p:spPr>
          <a:xfrm>
            <a:off x="895634" y="684512"/>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89557848-8681-067B-C770-7830A0264566}"/>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7</a:t>
            </a:r>
            <a:endParaRPr lang="en-US" sz="1200" dirty="0">
              <a:latin typeface="Titillium Web" panose="00000500000000000000" pitchFamily="2" charset="0"/>
            </a:endParaRPr>
          </a:p>
        </p:txBody>
      </p:sp>
      <p:grpSp>
        <p:nvGrpSpPr>
          <p:cNvPr id="14" name="Group 13">
            <a:extLst>
              <a:ext uri="{FF2B5EF4-FFF2-40B4-BE49-F238E27FC236}">
                <a16:creationId xmlns:a16="http://schemas.microsoft.com/office/drawing/2014/main" id="{C44DCA60-74A8-3B09-9F56-5741C1D7CC43}"/>
              </a:ext>
            </a:extLst>
          </p:cNvPr>
          <p:cNvGrpSpPr/>
          <p:nvPr/>
        </p:nvGrpSpPr>
        <p:grpSpPr>
          <a:xfrm>
            <a:off x="5999045" y="7883947"/>
            <a:ext cx="1314450" cy="1449210"/>
            <a:chOff x="5999045" y="7883947"/>
            <a:chExt cx="1314450" cy="1449210"/>
          </a:xfrm>
        </p:grpSpPr>
        <p:sp>
          <p:nvSpPr>
            <p:cNvPr id="15" name="Text 4">
              <a:extLst>
                <a:ext uri="{FF2B5EF4-FFF2-40B4-BE49-F238E27FC236}">
                  <a16:creationId xmlns:a16="http://schemas.microsoft.com/office/drawing/2014/main" id="{37CB29EB-A689-C1CE-A61A-77FF44B6D357}"/>
                </a:ext>
              </a:extLst>
            </p:cNvPr>
            <p:cNvSpPr/>
            <p:nvPr/>
          </p:nvSpPr>
          <p:spPr>
            <a:xfrm>
              <a:off x="5999045" y="841875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6" name="Image 4" descr="preencoded.png">
              <a:extLst>
                <a:ext uri="{FF2B5EF4-FFF2-40B4-BE49-F238E27FC236}">
                  <a16:creationId xmlns:a16="http://schemas.microsoft.com/office/drawing/2014/main" id="{A904C29C-A61E-ED91-553A-5698B72ED56C}"/>
                </a:ext>
              </a:extLst>
            </p:cNvPr>
            <p:cNvPicPr>
              <a:picLocks noChangeAspect="1"/>
            </p:cNvPicPr>
            <p:nvPr/>
          </p:nvPicPr>
          <p:blipFill>
            <a:blip r:embed="rId4"/>
            <a:stretch>
              <a:fillRect/>
            </a:stretch>
          </p:blipFill>
          <p:spPr>
            <a:xfrm>
              <a:off x="6799145" y="7883947"/>
              <a:ext cx="514350" cy="400050"/>
            </a:xfrm>
            <a:prstGeom prst="rect">
              <a:avLst/>
            </a:prstGeom>
          </p:spPr>
        </p:pic>
      </p:grpSp>
      <p:grpSp>
        <p:nvGrpSpPr>
          <p:cNvPr id="3" name="Group 2">
            <a:extLst>
              <a:ext uri="{FF2B5EF4-FFF2-40B4-BE49-F238E27FC236}">
                <a16:creationId xmlns:a16="http://schemas.microsoft.com/office/drawing/2014/main" id="{1D9EF14A-AB71-22BD-B90E-B875C3435B57}"/>
              </a:ext>
            </a:extLst>
          </p:cNvPr>
          <p:cNvGrpSpPr/>
          <p:nvPr/>
        </p:nvGrpSpPr>
        <p:grpSpPr>
          <a:xfrm>
            <a:off x="5591781" y="1412484"/>
            <a:ext cx="1382886" cy="1387866"/>
            <a:chOff x="5591781" y="1412484"/>
            <a:chExt cx="1382886" cy="1387866"/>
          </a:xfrm>
        </p:grpSpPr>
        <p:sp>
          <p:nvSpPr>
            <p:cNvPr id="17" name="Rectangle 16">
              <a:extLst>
                <a:ext uri="{FF2B5EF4-FFF2-40B4-BE49-F238E27FC236}">
                  <a16:creationId xmlns:a16="http://schemas.microsoft.com/office/drawing/2014/main" id="{63985739-7470-31AB-3728-47D9A2EE3F7F}"/>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0" name="Picture 19">
              <a:extLst>
                <a:ext uri="{FF2B5EF4-FFF2-40B4-BE49-F238E27FC236}">
                  <a16:creationId xmlns:a16="http://schemas.microsoft.com/office/drawing/2014/main" id="{D5243B6C-3DE6-E96B-80B6-4A9808D07B44}"/>
                </a:ext>
              </a:extLst>
            </p:cNvPr>
            <p:cNvPicPr>
              <a:picLocks noChangeAspect="1"/>
            </p:cNvPicPr>
            <p:nvPr/>
          </p:nvPicPr>
          <p:blipFill>
            <a:blip r:embed="rId5"/>
            <a:srcRect l="10092" r="10092"/>
            <a:stretch/>
          </p:blipFill>
          <p:spPr>
            <a:xfrm>
              <a:off x="5591781" y="1712378"/>
              <a:ext cx="1158067" cy="762487"/>
            </a:xfrm>
            <a:prstGeom prst="rect">
              <a:avLst/>
            </a:prstGeom>
          </p:spPr>
        </p:pic>
        <p:sp>
          <p:nvSpPr>
            <p:cNvPr id="21" name="Rectangle 20">
              <a:extLst>
                <a:ext uri="{FF2B5EF4-FFF2-40B4-BE49-F238E27FC236}">
                  <a16:creationId xmlns:a16="http://schemas.microsoft.com/office/drawing/2014/main" id="{7CAC87B2-2706-D09F-CAD9-DEB057E05B8F}"/>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2" name="Flowchart: Connector 1">
            <a:extLst>
              <a:ext uri="{FF2B5EF4-FFF2-40B4-BE49-F238E27FC236}">
                <a16:creationId xmlns:a16="http://schemas.microsoft.com/office/drawing/2014/main" id="{6A865DFC-3AFF-686B-D66B-1E80AD54755A}"/>
              </a:ext>
            </a:extLst>
          </p:cNvPr>
          <p:cNvSpPr/>
          <p:nvPr/>
        </p:nvSpPr>
        <p:spPr>
          <a:xfrm>
            <a:off x="7044971" y="939165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15602512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7754C-61CA-5A5F-0CE3-F7C8753235C6}"/>
            </a:ext>
          </a:extLst>
        </p:cNvPr>
        <p:cNvGrpSpPr/>
        <p:nvPr/>
      </p:nvGrpSpPr>
      <p:grpSpPr>
        <a:xfrm>
          <a:off x="0" y="0"/>
          <a:ext cx="0" cy="0"/>
          <a:chOff x="0" y="0"/>
          <a:chExt cx="0" cy="0"/>
        </a:xfrm>
      </p:grpSpPr>
      <p:pic>
        <p:nvPicPr>
          <p:cNvPr id="5" name="Image 3" descr="preencoded.png">
            <a:extLst>
              <a:ext uri="{FF2B5EF4-FFF2-40B4-BE49-F238E27FC236}">
                <a16:creationId xmlns:a16="http://schemas.microsoft.com/office/drawing/2014/main" id="{66E1F9F7-A8E8-9FF0-A8BD-F1854161CCBF}"/>
              </a:ext>
            </a:extLst>
          </p:cNvPr>
          <p:cNvPicPr>
            <a:picLocks noChangeAspect="1"/>
          </p:cNvPicPr>
          <p:nvPr/>
        </p:nvPicPr>
        <p:blipFill>
          <a:blip r:embed="rId3"/>
          <a:stretch>
            <a:fillRect/>
          </a:stretch>
        </p:blipFill>
        <p:spPr>
          <a:xfrm>
            <a:off x="796962" y="919932"/>
            <a:ext cx="6177705" cy="190500"/>
          </a:xfrm>
          <a:prstGeom prst="rect">
            <a:avLst/>
          </a:prstGeom>
        </p:spPr>
      </p:pic>
      <p:sp>
        <p:nvSpPr>
          <p:cNvPr id="6" name="Text 0">
            <a:extLst>
              <a:ext uri="{FF2B5EF4-FFF2-40B4-BE49-F238E27FC236}">
                <a16:creationId xmlns:a16="http://schemas.microsoft.com/office/drawing/2014/main" id="{DE7AC02E-8C6E-2F4B-C3BC-B365BD8CC1C4}"/>
              </a:ext>
            </a:extLst>
          </p:cNvPr>
          <p:cNvSpPr/>
          <p:nvPr/>
        </p:nvSpPr>
        <p:spPr>
          <a:xfrm>
            <a:off x="796962" y="1373972"/>
            <a:ext cx="4133226" cy="1333500"/>
          </a:xfrm>
          <a:prstGeom prst="rect">
            <a:avLst/>
          </a:prstGeom>
          <a:noFill/>
          <a:ln/>
        </p:spPr>
        <p:txBody>
          <a:bodyPr wrap="square" lIns="0" tIns="0" rIns="0" bIns="0" rtlCol="0" anchor="ctr"/>
          <a:lstStyle/>
          <a:p>
            <a:pPr marL="0" indent="0" algn="l">
              <a:lnSpc>
                <a:spcPct val="79650"/>
              </a:lnSpc>
              <a:buNone/>
            </a:pPr>
            <a:r>
              <a:rPr lang="en-US" sz="2800" b="1" dirty="0">
                <a:solidFill>
                  <a:srgbClr val="1D1D1D"/>
                </a:solidFill>
                <a:latin typeface="Titillium Web" panose="00000500000000000000" pitchFamily="2" charset="0"/>
                <a:ea typeface="Sora" pitchFamily="34" charset="-122"/>
                <a:cs typeface="Sora" pitchFamily="34" charset="-120"/>
              </a:rPr>
              <a:t>6.3 Preliminary Findings</a:t>
            </a:r>
          </a:p>
        </p:txBody>
      </p:sp>
      <p:sp>
        <p:nvSpPr>
          <p:cNvPr id="7" name="Text 1">
            <a:extLst>
              <a:ext uri="{FF2B5EF4-FFF2-40B4-BE49-F238E27FC236}">
                <a16:creationId xmlns:a16="http://schemas.microsoft.com/office/drawing/2014/main" id="{BBCFA68F-449D-762F-FAD2-7A10793F680B}"/>
              </a:ext>
            </a:extLst>
          </p:cNvPr>
          <p:cNvSpPr/>
          <p:nvPr/>
        </p:nvSpPr>
        <p:spPr>
          <a:xfrm>
            <a:off x="897313" y="3188437"/>
            <a:ext cx="4608136" cy="1733550"/>
          </a:xfrm>
          <a:prstGeom prst="rect">
            <a:avLst/>
          </a:prstGeom>
          <a:noFill/>
          <a:ln/>
        </p:spPr>
        <p:txBody>
          <a:bodyPr wrap="square" lIns="0" tIns="0" rIns="0" bIns="0" rtlCol="0" anchor="ctr"/>
          <a:lstStyle/>
          <a:p>
            <a:pPr marL="0" indent="0" algn="l">
              <a:lnSpc>
                <a:spcPts val="1600"/>
              </a:lnSpc>
              <a:spcBef>
                <a:spcPts val="600"/>
              </a:spcBef>
              <a:spcAft>
                <a:spcPts val="600"/>
              </a:spcAft>
              <a:buNone/>
            </a:pPr>
            <a:r>
              <a:rPr lang="en-US" sz="1600" b="1" dirty="0">
                <a:solidFill>
                  <a:srgbClr val="1D1D1D"/>
                </a:solidFill>
                <a:latin typeface="Titillium Web" panose="00000500000000000000" pitchFamily="2" charset="0"/>
                <a:ea typeface="Titillium Web" pitchFamily="34" charset="-122"/>
                <a:cs typeface="Titillium Web" pitchFamily="34" charset="-120"/>
              </a:rPr>
              <a:t> </a:t>
            </a:r>
            <a:r>
              <a:rPr lang="en-US" sz="1200" dirty="0">
                <a:solidFill>
                  <a:srgbClr val="000000"/>
                </a:solidFill>
                <a:latin typeface="Titillium Web" panose="00000500000000000000" pitchFamily="2" charset="0"/>
              </a:rPr>
              <a:t> </a:t>
            </a:r>
            <a:endParaRPr lang="en-US" sz="1200" dirty="0">
              <a:latin typeface="Titillium Web" panose="00000500000000000000" pitchFamily="2" charset="0"/>
            </a:endParaRPr>
          </a:p>
        </p:txBody>
      </p:sp>
      <p:sp>
        <p:nvSpPr>
          <p:cNvPr id="8" name="Text 2">
            <a:extLst>
              <a:ext uri="{FF2B5EF4-FFF2-40B4-BE49-F238E27FC236}">
                <a16:creationId xmlns:a16="http://schemas.microsoft.com/office/drawing/2014/main" id="{1C2B203A-3477-365B-BF50-BE13730349AC}"/>
              </a:ext>
            </a:extLst>
          </p:cNvPr>
          <p:cNvSpPr/>
          <p:nvPr/>
        </p:nvSpPr>
        <p:spPr>
          <a:xfrm>
            <a:off x="807232" y="677036"/>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9" name="Text 3">
            <a:extLst>
              <a:ext uri="{FF2B5EF4-FFF2-40B4-BE49-F238E27FC236}">
                <a16:creationId xmlns:a16="http://schemas.microsoft.com/office/drawing/2014/main" id="{5611C481-4F71-D51B-AC97-415A8CBBB7DE}"/>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2" name="Text 4">
            <a:extLst>
              <a:ext uri="{FF2B5EF4-FFF2-40B4-BE49-F238E27FC236}">
                <a16:creationId xmlns:a16="http://schemas.microsoft.com/office/drawing/2014/main" id="{7608F354-A117-126B-FCB2-2C7835E9150D}"/>
              </a:ext>
            </a:extLst>
          </p:cNvPr>
          <p:cNvSpPr/>
          <p:nvPr/>
        </p:nvSpPr>
        <p:spPr>
          <a:xfrm>
            <a:off x="897313" y="7295690"/>
            <a:ext cx="5577294" cy="374335"/>
          </a:xfrm>
          <a:prstGeom prst="rect">
            <a:avLst/>
          </a:prstGeom>
          <a:noFill/>
          <a:ln/>
        </p:spPr>
        <p:txBody>
          <a:bodyPr wrap="square" lIns="0" tIns="0" rIns="0" bIns="0" rtlCol="0" anchor="ctr"/>
          <a:lstStyle/>
          <a:p>
            <a:pPr marL="0" indent="0" algn="l">
              <a:lnSpc>
                <a:spcPct val="79650"/>
              </a:lnSpc>
              <a:buNone/>
            </a:pPr>
            <a:r>
              <a:rPr lang="en-US" sz="1425" b="1" dirty="0">
                <a:solidFill>
                  <a:srgbClr val="2B2B35"/>
                </a:solidFill>
                <a:latin typeface="Titillium Web" panose="00000500000000000000" pitchFamily="2" charset="0"/>
                <a:ea typeface="Roboto Condensed" pitchFamily="34" charset="-122"/>
                <a:cs typeface="Roboto Condensed" pitchFamily="34" charset="-120"/>
              </a:rPr>
              <a:t>Table 5: </a:t>
            </a:r>
            <a:r>
              <a:rPr lang="en-US" sz="1425" dirty="0">
                <a:solidFill>
                  <a:srgbClr val="2B2B35"/>
                </a:solidFill>
                <a:latin typeface="Titillium Web" panose="00000500000000000000" pitchFamily="2" charset="0"/>
                <a:ea typeface="Roboto Condensed" pitchFamily="34" charset="-122"/>
                <a:cs typeface="Roboto Condensed" pitchFamily="34" charset="-120"/>
              </a:rPr>
              <a:t>Operational Capacity Assessment</a:t>
            </a:r>
          </a:p>
          <a:p>
            <a:pPr marL="0" indent="0" algn="l">
              <a:lnSpc>
                <a:spcPct val="79650"/>
              </a:lnSpc>
              <a:buNone/>
            </a:pPr>
            <a:endParaRPr lang="en-US" sz="1425" dirty="0">
              <a:latin typeface="Titillium Web" panose="00000500000000000000" pitchFamily="2" charset="0"/>
            </a:endParaRPr>
          </a:p>
        </p:txBody>
      </p:sp>
      <p:sp>
        <p:nvSpPr>
          <p:cNvPr id="13" name="Text 5">
            <a:extLst>
              <a:ext uri="{FF2B5EF4-FFF2-40B4-BE49-F238E27FC236}">
                <a16:creationId xmlns:a16="http://schemas.microsoft.com/office/drawing/2014/main" id="{1B7F9BCD-E342-AF40-A384-D68EB1C2C858}"/>
              </a:ext>
            </a:extLst>
          </p:cNvPr>
          <p:cNvSpPr/>
          <p:nvPr/>
        </p:nvSpPr>
        <p:spPr>
          <a:xfrm>
            <a:off x="7419975" y="9829800"/>
            <a:ext cx="352425"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19</a:t>
            </a:r>
            <a:endParaRPr lang="en-US" sz="1200" dirty="0">
              <a:latin typeface="Titillium Web" panose="00000500000000000000" pitchFamily="2" charset="0"/>
            </a:endParaRPr>
          </a:p>
        </p:txBody>
      </p:sp>
      <p:graphicFrame>
        <p:nvGraphicFramePr>
          <p:cNvPr id="14" name="Table 13">
            <a:extLst>
              <a:ext uri="{FF2B5EF4-FFF2-40B4-BE49-F238E27FC236}">
                <a16:creationId xmlns:a16="http://schemas.microsoft.com/office/drawing/2014/main" id="{3D185F6B-A95F-786F-FE8A-333C33E01472}"/>
              </a:ext>
            </a:extLst>
          </p:cNvPr>
          <p:cNvGraphicFramePr>
            <a:graphicFrameLocks noGrp="1"/>
          </p:cNvGraphicFramePr>
          <p:nvPr>
            <p:extLst>
              <p:ext uri="{D42A27DB-BD31-4B8C-83A1-F6EECF244321}">
                <p14:modId xmlns:p14="http://schemas.microsoft.com/office/powerpoint/2010/main" val="1855503553"/>
              </p:ext>
            </p:extLst>
          </p:nvPr>
        </p:nvGraphicFramePr>
        <p:xfrm>
          <a:off x="897313" y="3774581"/>
          <a:ext cx="6339714" cy="3309300"/>
        </p:xfrm>
        <a:graphic>
          <a:graphicData uri="http://schemas.openxmlformats.org/drawingml/2006/table">
            <a:tbl>
              <a:tblPr firstRow="1" firstCol="1" bandRow="1">
                <a:tableStyleId>{7E9639D4-E3E2-4D34-9284-5A2195B3D0D7}</a:tableStyleId>
              </a:tblPr>
              <a:tblGrid>
                <a:gridCol w="3169857">
                  <a:extLst>
                    <a:ext uri="{9D8B030D-6E8A-4147-A177-3AD203B41FA5}">
                      <a16:colId xmlns:a16="http://schemas.microsoft.com/office/drawing/2014/main" val="430872902"/>
                    </a:ext>
                  </a:extLst>
                </a:gridCol>
                <a:gridCol w="3169857">
                  <a:extLst>
                    <a:ext uri="{9D8B030D-6E8A-4147-A177-3AD203B41FA5}">
                      <a16:colId xmlns:a16="http://schemas.microsoft.com/office/drawing/2014/main" val="1322642042"/>
                    </a:ext>
                  </a:extLst>
                </a:gridCol>
              </a:tblGrid>
              <a:tr h="551550">
                <a:tc>
                  <a:txBody>
                    <a:bodyPr/>
                    <a:lstStyle/>
                    <a:p>
                      <a:pPr algn="l">
                        <a:lnSpc>
                          <a:spcPct val="115000"/>
                        </a:lnSpc>
                        <a:spcBef>
                          <a:spcPts val="1200"/>
                        </a:spcBef>
                        <a:spcAft>
                          <a:spcPts val="1000"/>
                        </a:spcAft>
                        <a:buNone/>
                      </a:pPr>
                      <a:r>
                        <a:rPr lang="en-ZA" sz="1100" kern="0" dirty="0">
                          <a:effectLst/>
                          <a:latin typeface="Titillium Web" panose="00000500000000000000" pitchFamily="2" charset="0"/>
                        </a:rPr>
                        <a:t>Operational Indicator</a:t>
                      </a:r>
                      <a:endParaRPr lang="en-ZA" sz="11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50000"/>
                      </a:schemeClr>
                    </a:solidFill>
                  </a:tcPr>
                </a:tc>
                <a:tc>
                  <a:txBody>
                    <a:bodyPr/>
                    <a:lstStyle/>
                    <a:p>
                      <a:pPr algn="l">
                        <a:lnSpc>
                          <a:spcPct val="115000"/>
                        </a:lnSpc>
                        <a:spcBef>
                          <a:spcPts val="1200"/>
                        </a:spcBef>
                        <a:spcAft>
                          <a:spcPts val="1000"/>
                        </a:spcAft>
                        <a:buNone/>
                      </a:pPr>
                      <a:r>
                        <a:rPr lang="en-ZA" sz="1100" kern="0" dirty="0">
                          <a:effectLst/>
                        </a:rPr>
                        <a:t>Findings</a:t>
                      </a:r>
                      <a:endParaRPr lang="en-ZA" sz="11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900587392"/>
                  </a:ext>
                </a:extLst>
              </a:tr>
              <a:tr h="551550">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Organizational Structure</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ZA" sz="1000" kern="0" dirty="0" err="1">
                          <a:solidFill>
                            <a:schemeClr val="tx1"/>
                          </a:solidFill>
                          <a:effectLst/>
                          <a:latin typeface="Titillium Web" panose="00000500000000000000" pitchFamily="2" charset="0"/>
                          <a:ea typeface="+mn-ea"/>
                          <a:cs typeface="+mn-cs"/>
                        </a:rPr>
                        <a:t>organisationalStructure</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4111290"/>
                  </a:ext>
                </a:extLst>
              </a:tr>
              <a:tr h="551550">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Team Capacity &amp; Resourcing</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ZA" sz="1000" kern="0" dirty="0" err="1">
                          <a:solidFill>
                            <a:schemeClr val="tx1"/>
                          </a:solidFill>
                          <a:effectLst/>
                          <a:latin typeface="Titillium Web" panose="00000500000000000000" pitchFamily="2" charset="0"/>
                          <a:ea typeface="+mn-ea"/>
                          <a:cs typeface="+mn-cs"/>
                        </a:rPr>
                        <a:t>teamCapacityResourcing</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4267165"/>
                  </a:ext>
                </a:extLst>
              </a:tr>
              <a:tr h="551550">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Standard Operating Procedures</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ZA" sz="1000" kern="0" dirty="0" err="1">
                          <a:solidFill>
                            <a:schemeClr val="tx1"/>
                          </a:solidFill>
                          <a:effectLst/>
                          <a:latin typeface="Titillium Web" panose="00000500000000000000" pitchFamily="2" charset="0"/>
                          <a:ea typeface="+mn-ea"/>
                          <a:cs typeface="+mn-cs"/>
                        </a:rPr>
                        <a:t>standardOperatingProcedures</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5384171"/>
                  </a:ext>
                </a:extLst>
              </a:tr>
              <a:tr h="551550">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KPI and Performance Tracking</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ZA" sz="1000" kern="0" dirty="0" err="1">
                          <a:solidFill>
                            <a:schemeClr val="tx1"/>
                          </a:solidFill>
                          <a:effectLst/>
                          <a:latin typeface="Titillium Web" panose="00000500000000000000" pitchFamily="2" charset="0"/>
                          <a:ea typeface="+mn-ea"/>
                          <a:cs typeface="+mn-cs"/>
                        </a:rPr>
                        <a:t>kpiAndPerformanceTracking</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9128157"/>
                  </a:ext>
                </a:extLst>
              </a:tr>
              <a:tr h="551550">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Scalability Planning</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ZA" sz="1000" kern="0" dirty="0" err="1">
                          <a:solidFill>
                            <a:schemeClr val="tx1"/>
                          </a:solidFill>
                          <a:effectLst/>
                          <a:latin typeface="Titillium Web" panose="00000500000000000000" pitchFamily="2" charset="0"/>
                          <a:ea typeface="+mn-ea"/>
                          <a:cs typeface="+mn-cs"/>
                        </a:rPr>
                        <a:t>scalabilityPlanning</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0074208"/>
                  </a:ext>
                </a:extLst>
              </a:tr>
            </a:tbl>
          </a:graphicData>
        </a:graphic>
      </p:graphicFrame>
      <p:sp>
        <p:nvSpPr>
          <p:cNvPr id="11" name="TextBox 10">
            <a:extLst>
              <a:ext uri="{FF2B5EF4-FFF2-40B4-BE49-F238E27FC236}">
                <a16:creationId xmlns:a16="http://schemas.microsoft.com/office/drawing/2014/main" id="{6C080700-F12D-E2A7-6064-D0EA4FEBCC64}"/>
              </a:ext>
            </a:extLst>
          </p:cNvPr>
          <p:cNvSpPr txBox="1"/>
          <p:nvPr/>
        </p:nvSpPr>
        <p:spPr>
          <a:xfrm>
            <a:off x="897314" y="2552694"/>
            <a:ext cx="4694468" cy="1113125"/>
          </a:xfrm>
          <a:prstGeom prst="rect">
            <a:avLst/>
          </a:prstGeom>
          <a:noFill/>
        </p:spPr>
        <p:txBody>
          <a:bodyPr wrap="square" rtlCol="0">
            <a:spAutoFit/>
          </a:bodyPr>
          <a:lstStyle/>
          <a:p>
            <a:pPr>
              <a:lnSpc>
                <a:spcPts val="1600"/>
              </a:lnSpc>
              <a:spcBef>
                <a:spcPts val="600"/>
              </a:spcBef>
              <a:spcAft>
                <a:spcPts val="600"/>
              </a:spcAft>
            </a:pPr>
            <a:r>
              <a:rPr lang="en-US" sz="1200" dirty="0">
                <a:latin typeface="Titillium Web" panose="00000500000000000000" pitchFamily="2" charset="0"/>
              </a:rPr>
              <a:t>The operational assessment revealed that {{</a:t>
            </a:r>
            <a:r>
              <a:rPr lang="en-US" sz="1200" dirty="0" err="1">
                <a:latin typeface="Titillium Web" panose="00000500000000000000" pitchFamily="2" charset="0"/>
              </a:rPr>
              <a:t>companyNameNormal</a:t>
            </a:r>
            <a:r>
              <a:rPr lang="en-US" sz="1200" dirty="0">
                <a:latin typeface="Titillium Web" panose="00000500000000000000" pitchFamily="2" charset="0"/>
              </a:rPr>
              <a:t>}} is actively managing deliveries and product coordination, but it does so through informal, founder-driven processes. There is no structured system to manage staffing, track task performance, or standardise workflow routines.</a:t>
            </a:r>
            <a:endParaRPr lang="en-ZA" sz="1200" dirty="0">
              <a:latin typeface="Titillium Web" panose="00000500000000000000" pitchFamily="2" charset="0"/>
            </a:endParaRPr>
          </a:p>
        </p:txBody>
      </p:sp>
      <p:grpSp>
        <p:nvGrpSpPr>
          <p:cNvPr id="10" name="Group 9">
            <a:extLst>
              <a:ext uri="{FF2B5EF4-FFF2-40B4-BE49-F238E27FC236}">
                <a16:creationId xmlns:a16="http://schemas.microsoft.com/office/drawing/2014/main" id="{90C2C03A-D8A3-3FC0-2762-42543DBF026D}"/>
              </a:ext>
            </a:extLst>
          </p:cNvPr>
          <p:cNvGrpSpPr/>
          <p:nvPr/>
        </p:nvGrpSpPr>
        <p:grpSpPr>
          <a:xfrm>
            <a:off x="5999045" y="8188747"/>
            <a:ext cx="1314450" cy="1449210"/>
            <a:chOff x="5999045" y="7407697"/>
            <a:chExt cx="1314450" cy="1449210"/>
          </a:xfrm>
        </p:grpSpPr>
        <p:sp>
          <p:nvSpPr>
            <p:cNvPr id="15" name="Text 4">
              <a:extLst>
                <a:ext uri="{FF2B5EF4-FFF2-40B4-BE49-F238E27FC236}">
                  <a16:creationId xmlns:a16="http://schemas.microsoft.com/office/drawing/2014/main" id="{4BA45080-F46C-D677-F339-03B2C36078BE}"/>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20" name="Image 4" descr="preencoded.png">
              <a:extLst>
                <a:ext uri="{FF2B5EF4-FFF2-40B4-BE49-F238E27FC236}">
                  <a16:creationId xmlns:a16="http://schemas.microsoft.com/office/drawing/2014/main" id="{A202CEC9-4A66-8248-C44F-9D134652014B}"/>
                </a:ext>
              </a:extLst>
            </p:cNvPr>
            <p:cNvPicPr>
              <a:picLocks noChangeAspect="1"/>
            </p:cNvPicPr>
            <p:nvPr/>
          </p:nvPicPr>
          <p:blipFill>
            <a:blip r:embed="rId4"/>
            <a:stretch>
              <a:fillRect/>
            </a:stretch>
          </p:blipFill>
          <p:spPr>
            <a:xfrm>
              <a:off x="6799145" y="7407697"/>
              <a:ext cx="514350" cy="400050"/>
            </a:xfrm>
            <a:prstGeom prst="rect">
              <a:avLst/>
            </a:prstGeom>
          </p:spPr>
        </p:pic>
      </p:grpSp>
      <p:grpSp>
        <p:nvGrpSpPr>
          <p:cNvPr id="3" name="Group 2">
            <a:extLst>
              <a:ext uri="{FF2B5EF4-FFF2-40B4-BE49-F238E27FC236}">
                <a16:creationId xmlns:a16="http://schemas.microsoft.com/office/drawing/2014/main" id="{6680B558-A716-B637-7B9F-979067BDB7B3}"/>
              </a:ext>
            </a:extLst>
          </p:cNvPr>
          <p:cNvGrpSpPr/>
          <p:nvPr/>
        </p:nvGrpSpPr>
        <p:grpSpPr>
          <a:xfrm>
            <a:off x="5591781" y="1412484"/>
            <a:ext cx="1382886" cy="1387866"/>
            <a:chOff x="5591781" y="1412484"/>
            <a:chExt cx="1382886" cy="1387866"/>
          </a:xfrm>
        </p:grpSpPr>
        <p:sp>
          <p:nvSpPr>
            <p:cNvPr id="17" name="Rectangle 16">
              <a:extLst>
                <a:ext uri="{FF2B5EF4-FFF2-40B4-BE49-F238E27FC236}">
                  <a16:creationId xmlns:a16="http://schemas.microsoft.com/office/drawing/2014/main" id="{A78DFAF0-CD10-9451-6773-41B3ABA108D0}"/>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8" name="Picture 17">
              <a:extLst>
                <a:ext uri="{FF2B5EF4-FFF2-40B4-BE49-F238E27FC236}">
                  <a16:creationId xmlns:a16="http://schemas.microsoft.com/office/drawing/2014/main" id="{08255874-647F-1DD6-612F-69F88CC4765F}"/>
                </a:ext>
              </a:extLst>
            </p:cNvPr>
            <p:cNvPicPr>
              <a:picLocks noChangeAspect="1"/>
            </p:cNvPicPr>
            <p:nvPr/>
          </p:nvPicPr>
          <p:blipFill>
            <a:blip r:embed="rId5"/>
            <a:srcRect l="10092" r="10092"/>
            <a:stretch/>
          </p:blipFill>
          <p:spPr>
            <a:xfrm>
              <a:off x="5591781" y="1712378"/>
              <a:ext cx="1158067" cy="762487"/>
            </a:xfrm>
            <a:prstGeom prst="rect">
              <a:avLst/>
            </a:prstGeom>
          </p:spPr>
        </p:pic>
        <p:sp>
          <p:nvSpPr>
            <p:cNvPr id="19" name="Rectangle 18">
              <a:extLst>
                <a:ext uri="{FF2B5EF4-FFF2-40B4-BE49-F238E27FC236}">
                  <a16:creationId xmlns:a16="http://schemas.microsoft.com/office/drawing/2014/main" id="{3BAF439E-1A3F-2AC0-F634-E882346006ED}"/>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Tree>
    <p:extLst>
      <p:ext uri="{BB962C8B-B14F-4D97-AF65-F5344CB8AC3E}">
        <p14:creationId xmlns:p14="http://schemas.microsoft.com/office/powerpoint/2010/main" val="39870749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BFB9F-136C-443F-3943-9E961A3B4993}"/>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4CE5D50A-C92A-CD4E-2474-29BE1CD9DB2B}"/>
              </a:ext>
            </a:extLst>
          </p:cNvPr>
          <p:cNvPicPr>
            <a:picLocks noChangeAspect="1"/>
          </p:cNvPicPr>
          <p:nvPr/>
        </p:nvPicPr>
        <p:blipFill>
          <a:blip r:embed="rId3"/>
          <a:stretch>
            <a:fillRect/>
          </a:stretch>
        </p:blipFill>
        <p:spPr>
          <a:xfrm>
            <a:off x="0" y="-94514"/>
            <a:ext cx="7772400" cy="10165613"/>
          </a:xfrm>
          <a:prstGeom prst="rect">
            <a:avLst/>
          </a:prstGeom>
        </p:spPr>
      </p:pic>
      <p:pic>
        <p:nvPicPr>
          <p:cNvPr id="4" name="Image 2" descr="preencoded.png">
            <a:extLst>
              <a:ext uri="{FF2B5EF4-FFF2-40B4-BE49-F238E27FC236}">
                <a16:creationId xmlns:a16="http://schemas.microsoft.com/office/drawing/2014/main" id="{0C6C4859-1215-CBBB-9594-2E76E1B4C1E9}"/>
              </a:ext>
            </a:extLst>
          </p:cNvPr>
          <p:cNvPicPr>
            <a:picLocks noChangeAspect="1"/>
          </p:cNvPicPr>
          <p:nvPr/>
        </p:nvPicPr>
        <p:blipFill>
          <a:blip r:embed="rId4"/>
          <a:stretch>
            <a:fillRect/>
          </a:stretch>
        </p:blipFill>
        <p:spPr>
          <a:xfrm>
            <a:off x="807232" y="1549479"/>
            <a:ext cx="85725" cy="981075"/>
          </a:xfrm>
          <a:prstGeom prst="rect">
            <a:avLst/>
          </a:prstGeom>
        </p:spPr>
      </p:pic>
      <p:pic>
        <p:nvPicPr>
          <p:cNvPr id="5" name="Image 3" descr="preencoded.png">
            <a:extLst>
              <a:ext uri="{FF2B5EF4-FFF2-40B4-BE49-F238E27FC236}">
                <a16:creationId xmlns:a16="http://schemas.microsoft.com/office/drawing/2014/main" id="{F604BFA8-1E7E-33DE-35AD-7B25AFC901E0}"/>
              </a:ext>
            </a:extLst>
          </p:cNvPr>
          <p:cNvPicPr>
            <a:picLocks noChangeAspect="1"/>
          </p:cNvPicPr>
          <p:nvPr/>
        </p:nvPicPr>
        <p:blipFill>
          <a:blip r:embed="rId5"/>
          <a:stretch>
            <a:fillRect/>
          </a:stretch>
        </p:blipFill>
        <p:spPr>
          <a:xfrm>
            <a:off x="796962" y="919932"/>
            <a:ext cx="6177705" cy="190500"/>
          </a:xfrm>
          <a:prstGeom prst="rect">
            <a:avLst/>
          </a:prstGeom>
        </p:spPr>
      </p:pic>
      <p:sp>
        <p:nvSpPr>
          <p:cNvPr id="6" name="Text 0">
            <a:extLst>
              <a:ext uri="{FF2B5EF4-FFF2-40B4-BE49-F238E27FC236}">
                <a16:creationId xmlns:a16="http://schemas.microsoft.com/office/drawing/2014/main" id="{9EE63645-2DF7-BF43-1EDC-61DCF6D4B360}"/>
              </a:ext>
            </a:extLst>
          </p:cNvPr>
          <p:cNvSpPr/>
          <p:nvPr/>
        </p:nvSpPr>
        <p:spPr>
          <a:xfrm>
            <a:off x="977094" y="1783883"/>
            <a:ext cx="4339215" cy="619475"/>
          </a:xfrm>
          <a:prstGeom prst="rect">
            <a:avLst/>
          </a:prstGeom>
          <a:noFill/>
          <a:ln/>
        </p:spPr>
        <p:txBody>
          <a:bodyPr wrap="square" lIns="0" tIns="0" rIns="0" bIns="0" rtlCol="0" anchor="ctr"/>
          <a:lstStyle/>
          <a:p>
            <a:pPr marL="0" indent="0" algn="l">
              <a:buNone/>
            </a:pPr>
            <a:r>
              <a:rPr lang="en-US" sz="2800" b="1" dirty="0">
                <a:solidFill>
                  <a:srgbClr val="1D1D1D"/>
                </a:solidFill>
                <a:latin typeface="Titillium Web" panose="00000500000000000000" pitchFamily="2" charset="0"/>
                <a:ea typeface="Sora" pitchFamily="34" charset="-122"/>
                <a:cs typeface="Sora" pitchFamily="34" charset="-120"/>
              </a:rPr>
              <a:t>6.4 Operational Score</a:t>
            </a:r>
          </a:p>
        </p:txBody>
      </p:sp>
      <p:sp>
        <p:nvSpPr>
          <p:cNvPr id="7" name="Text 1">
            <a:extLst>
              <a:ext uri="{FF2B5EF4-FFF2-40B4-BE49-F238E27FC236}">
                <a16:creationId xmlns:a16="http://schemas.microsoft.com/office/drawing/2014/main" id="{D5EC69B1-C3C8-0BD3-340F-969871F52FBD}"/>
              </a:ext>
            </a:extLst>
          </p:cNvPr>
          <p:cNvSpPr/>
          <p:nvPr/>
        </p:nvSpPr>
        <p:spPr>
          <a:xfrm>
            <a:off x="897313" y="3188437"/>
            <a:ext cx="4608136" cy="1733550"/>
          </a:xfrm>
          <a:prstGeom prst="rect">
            <a:avLst/>
          </a:prstGeom>
          <a:noFill/>
          <a:ln/>
        </p:spPr>
        <p:txBody>
          <a:bodyPr wrap="square" lIns="0" tIns="0" rIns="0" bIns="0" rtlCol="0" anchor="ctr"/>
          <a:lstStyle/>
          <a:p>
            <a:pPr marL="0" indent="0" algn="l">
              <a:spcBef>
                <a:spcPts val="600"/>
              </a:spcBef>
              <a:spcAft>
                <a:spcPts val="600"/>
              </a:spcAft>
              <a:buNone/>
            </a:pPr>
            <a:r>
              <a:rPr lang="en-US" sz="1600" b="1" dirty="0">
                <a:solidFill>
                  <a:srgbClr val="1D1D1D"/>
                </a:solidFill>
                <a:latin typeface="Titillium Web" panose="00000500000000000000" pitchFamily="2" charset="0"/>
                <a:ea typeface="Titillium Web" pitchFamily="34" charset="-122"/>
                <a:cs typeface="Titillium Web" pitchFamily="34" charset="-120"/>
              </a:rPr>
              <a:t> </a:t>
            </a:r>
            <a:r>
              <a:rPr lang="en-US" sz="1200" dirty="0">
                <a:solidFill>
                  <a:srgbClr val="000000"/>
                </a:solidFill>
                <a:latin typeface="Titillium Web" panose="00000500000000000000" pitchFamily="2" charset="0"/>
              </a:rPr>
              <a:t> </a:t>
            </a:r>
            <a:endParaRPr lang="en-US" sz="1200" dirty="0">
              <a:latin typeface="Titillium Web" panose="00000500000000000000" pitchFamily="2" charset="0"/>
            </a:endParaRPr>
          </a:p>
        </p:txBody>
      </p:sp>
      <p:sp>
        <p:nvSpPr>
          <p:cNvPr id="8" name="Text 2">
            <a:extLst>
              <a:ext uri="{FF2B5EF4-FFF2-40B4-BE49-F238E27FC236}">
                <a16:creationId xmlns:a16="http://schemas.microsoft.com/office/drawing/2014/main" id="{884E4036-80EA-6AE7-5711-4ECB281A289F}"/>
              </a:ext>
            </a:extLst>
          </p:cNvPr>
          <p:cNvSpPr/>
          <p:nvPr/>
        </p:nvSpPr>
        <p:spPr>
          <a:xfrm>
            <a:off x="807232" y="677036"/>
            <a:ext cx="2705100" cy="209550"/>
          </a:xfrm>
          <a:prstGeom prst="rect">
            <a:avLst/>
          </a:prstGeom>
          <a:noFill/>
          <a:ln/>
        </p:spPr>
        <p:txBody>
          <a:bodyPr wrap="square" lIns="0" tIns="0" rIns="0" bIns="0" rtlCol="0" anchor="ctr"/>
          <a:lstStyle/>
          <a:p>
            <a:pPr marL="0" indent="0" algn="l">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9" name="Text 3">
            <a:extLst>
              <a:ext uri="{FF2B5EF4-FFF2-40B4-BE49-F238E27FC236}">
                <a16:creationId xmlns:a16="http://schemas.microsoft.com/office/drawing/2014/main" id="{777A15B9-AC80-5B1B-C89D-B3C3CDCB53EB}"/>
              </a:ext>
            </a:extLst>
          </p:cNvPr>
          <p:cNvSpPr/>
          <p:nvPr/>
        </p:nvSpPr>
        <p:spPr>
          <a:xfrm>
            <a:off x="5187639" y="677036"/>
            <a:ext cx="1771650" cy="209550"/>
          </a:xfrm>
          <a:prstGeom prst="rect">
            <a:avLst/>
          </a:prstGeom>
          <a:noFill/>
          <a:ln/>
        </p:spPr>
        <p:txBody>
          <a:bodyPr wrap="square" lIns="0" tIns="0" rIns="0" bIns="0" rtlCol="0" anchor="ctr"/>
          <a:lstStyle/>
          <a:p>
            <a:pPr algn="r">
              <a:lnSpc>
                <a:spcPct val="79650"/>
              </a:lnSpc>
            </a:pPr>
            <a:r>
              <a:rPr lang="en-US" sz="1350" i="1" dirty="0">
                <a:solidFill>
                  <a:srgbClr val="1D1D1D"/>
                </a:solidFill>
                <a:latin typeface="Titillium Web" pitchFamily="34" charset="0"/>
                <a:ea typeface="Titillium Web" pitchFamily="34" charset="-122"/>
                <a:cs typeface="Titillium Web" pitchFamily="34" charset="-120"/>
              </a:rPr>
              <a:t>{{</a:t>
            </a:r>
            <a:r>
              <a:rPr lang="en-US" sz="1350" i="1" dirty="0" err="1">
                <a:solidFill>
                  <a:srgbClr val="1D1D1D"/>
                </a:solidFill>
                <a:latin typeface="Titillium Web" pitchFamily="34" charset="0"/>
                <a:ea typeface="Titillium Web" pitchFamily="34" charset="-122"/>
                <a:cs typeface="Titillium Web" pitchFamily="34" charset="-120"/>
              </a:rPr>
              <a:t>currentMonthYear</a:t>
            </a:r>
            <a:r>
              <a:rPr lang="en-US" sz="1350" i="1" dirty="0">
                <a:solidFill>
                  <a:srgbClr val="1D1D1D"/>
                </a:solidFill>
                <a:latin typeface="Titillium Web" pitchFamily="34" charset="0"/>
                <a:ea typeface="Titillium Web" pitchFamily="34" charset="-122"/>
                <a:cs typeface="Titillium Web" pitchFamily="34" charset="-120"/>
              </a:rPr>
              <a:t>}}</a:t>
            </a:r>
            <a:endParaRPr lang="en-US" sz="1350" dirty="0"/>
          </a:p>
        </p:txBody>
      </p:sp>
      <p:sp>
        <p:nvSpPr>
          <p:cNvPr id="13" name="Text 5">
            <a:extLst>
              <a:ext uri="{FF2B5EF4-FFF2-40B4-BE49-F238E27FC236}">
                <a16:creationId xmlns:a16="http://schemas.microsoft.com/office/drawing/2014/main" id="{B951F2C9-F267-67C6-694A-896255DE5AC3}"/>
              </a:ext>
            </a:extLst>
          </p:cNvPr>
          <p:cNvSpPr/>
          <p:nvPr/>
        </p:nvSpPr>
        <p:spPr>
          <a:xfrm>
            <a:off x="7419975" y="9829800"/>
            <a:ext cx="352425"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19</a:t>
            </a:r>
            <a:endParaRPr lang="en-US" sz="1200" dirty="0">
              <a:latin typeface="Titillium Web" panose="00000500000000000000" pitchFamily="2" charset="0"/>
            </a:endParaRPr>
          </a:p>
        </p:txBody>
      </p:sp>
      <p:grpSp>
        <p:nvGrpSpPr>
          <p:cNvPr id="61" name="Group 60">
            <a:extLst>
              <a:ext uri="{FF2B5EF4-FFF2-40B4-BE49-F238E27FC236}">
                <a16:creationId xmlns:a16="http://schemas.microsoft.com/office/drawing/2014/main" id="{239CC58D-49B8-FED8-1A82-29149AE400D0}"/>
              </a:ext>
            </a:extLst>
          </p:cNvPr>
          <p:cNvGrpSpPr/>
          <p:nvPr/>
        </p:nvGrpSpPr>
        <p:grpSpPr>
          <a:xfrm>
            <a:off x="256735" y="3363160"/>
            <a:ext cx="4979684" cy="6442137"/>
            <a:chOff x="256735" y="3363160"/>
            <a:chExt cx="4979684" cy="6442137"/>
          </a:xfrm>
        </p:grpSpPr>
        <p:grpSp>
          <p:nvGrpSpPr>
            <p:cNvPr id="11" name="Group 10">
              <a:extLst>
                <a:ext uri="{FF2B5EF4-FFF2-40B4-BE49-F238E27FC236}">
                  <a16:creationId xmlns:a16="http://schemas.microsoft.com/office/drawing/2014/main" id="{C0D5AF77-51EE-8B33-A002-C0C52DA9C47A}"/>
                </a:ext>
              </a:extLst>
            </p:cNvPr>
            <p:cNvGrpSpPr/>
            <p:nvPr/>
          </p:nvGrpSpPr>
          <p:grpSpPr>
            <a:xfrm>
              <a:off x="256735" y="3363160"/>
              <a:ext cx="4979684" cy="6440990"/>
              <a:chOff x="1650861" y="1521118"/>
              <a:chExt cx="3318131" cy="6440990"/>
            </a:xfrm>
          </p:grpSpPr>
          <p:pic>
            <p:nvPicPr>
              <p:cNvPr id="16" name="Image 10" descr="preencoded.png">
                <a:extLst>
                  <a:ext uri="{FF2B5EF4-FFF2-40B4-BE49-F238E27FC236}">
                    <a16:creationId xmlns:a16="http://schemas.microsoft.com/office/drawing/2014/main" id="{13EFF4C0-884D-D194-46BC-797B20335EC8}"/>
                  </a:ext>
                </a:extLst>
              </p:cNvPr>
              <p:cNvPicPr>
                <a:picLocks noChangeAspect="1"/>
              </p:cNvPicPr>
              <p:nvPr/>
            </p:nvPicPr>
            <p:blipFill>
              <a:blip r:embed="rId6"/>
              <a:stretch>
                <a:fillRect/>
              </a:stretch>
            </p:blipFill>
            <p:spPr>
              <a:xfrm>
                <a:off x="1658790" y="1521119"/>
                <a:ext cx="706291" cy="1174114"/>
              </a:xfrm>
              <a:prstGeom prst="rect">
                <a:avLst/>
              </a:prstGeom>
            </p:spPr>
          </p:pic>
          <p:pic>
            <p:nvPicPr>
              <p:cNvPr id="32" name="Image 26" descr="preencoded.png">
                <a:extLst>
                  <a:ext uri="{FF2B5EF4-FFF2-40B4-BE49-F238E27FC236}">
                    <a16:creationId xmlns:a16="http://schemas.microsoft.com/office/drawing/2014/main" id="{CAD562A7-A5A9-CC5A-F89A-19DC49B9AC06}"/>
                  </a:ext>
                </a:extLst>
              </p:cNvPr>
              <p:cNvPicPr>
                <a:picLocks noChangeAspect="1"/>
              </p:cNvPicPr>
              <p:nvPr/>
            </p:nvPicPr>
            <p:blipFill>
              <a:blip r:embed="rId6"/>
              <a:stretch>
                <a:fillRect/>
              </a:stretch>
            </p:blipFill>
            <p:spPr>
              <a:xfrm>
                <a:off x="1658791" y="6787994"/>
                <a:ext cx="706291" cy="1174114"/>
              </a:xfrm>
              <a:prstGeom prst="rect">
                <a:avLst/>
              </a:prstGeom>
            </p:spPr>
          </p:pic>
          <p:sp>
            <p:nvSpPr>
              <p:cNvPr id="35" name="Text 1">
                <a:extLst>
                  <a:ext uri="{FF2B5EF4-FFF2-40B4-BE49-F238E27FC236}">
                    <a16:creationId xmlns:a16="http://schemas.microsoft.com/office/drawing/2014/main" id="{5FB406DD-BFD6-C696-58AB-1FF6EEF82B06}"/>
                  </a:ext>
                </a:extLst>
              </p:cNvPr>
              <p:cNvSpPr/>
              <p:nvPr/>
            </p:nvSpPr>
            <p:spPr>
              <a:xfrm>
                <a:off x="1650861" y="1521118"/>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ea typeface="Arial" pitchFamily="34" charset="-122"/>
                    <a:cs typeface="Arial" pitchFamily="34" charset="-120"/>
                  </a:rPr>
                  <a:t>13.8 %</a:t>
                </a:r>
                <a:endParaRPr lang="en-US" sz="1600" dirty="0">
                  <a:latin typeface="Titillium Web" panose="00000500000000000000" pitchFamily="2" charset="0"/>
                </a:endParaRPr>
              </a:p>
            </p:txBody>
          </p:sp>
          <p:sp>
            <p:nvSpPr>
              <p:cNvPr id="36" name="Text 2">
                <a:extLst>
                  <a:ext uri="{FF2B5EF4-FFF2-40B4-BE49-F238E27FC236}">
                    <a16:creationId xmlns:a16="http://schemas.microsoft.com/office/drawing/2014/main" id="{226DF7B5-779F-2B09-37FB-4F0D1F9335B6}"/>
                  </a:ext>
                </a:extLst>
              </p:cNvPr>
              <p:cNvSpPr/>
              <p:nvPr/>
            </p:nvSpPr>
            <p:spPr>
              <a:xfrm>
                <a:off x="2507686" y="1581836"/>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cs typeface="Arial" pitchFamily="34" charset="-120"/>
                  </a:rPr>
                  <a:t>Organizational Structure</a:t>
                </a:r>
                <a:endParaRPr lang="en-US" sz="1600" dirty="0">
                  <a:latin typeface="Titillium Web" panose="00000500000000000000" pitchFamily="2" charset="0"/>
                </a:endParaRPr>
              </a:p>
            </p:txBody>
          </p:sp>
          <p:sp>
            <p:nvSpPr>
              <p:cNvPr id="37" name="Text 3">
                <a:extLst>
                  <a:ext uri="{FF2B5EF4-FFF2-40B4-BE49-F238E27FC236}">
                    <a16:creationId xmlns:a16="http://schemas.microsoft.com/office/drawing/2014/main" id="{3F9AED32-A900-F491-355A-DC8752B5A476}"/>
                  </a:ext>
                </a:extLst>
              </p:cNvPr>
              <p:cNvSpPr/>
              <p:nvPr/>
            </p:nvSpPr>
            <p:spPr>
              <a:xfrm>
                <a:off x="2507686" y="1922715"/>
                <a:ext cx="2461306" cy="758425"/>
              </a:xfrm>
              <a:prstGeom prst="rect">
                <a:avLst/>
              </a:prstGeom>
              <a:noFill/>
              <a:ln/>
            </p:spPr>
            <p:txBody>
              <a:bodyPr wrap="square" lIns="0" tIns="0" rIns="0" bIns="0" rtlCol="0" anchor="ctr"/>
              <a:lstStyle/>
              <a:p>
                <a:r>
                  <a:rPr lang="en-US" sz="1100" b="1" dirty="0">
                    <a:latin typeface="Titillium Web" panose="00000500000000000000" pitchFamily="2" charset="0"/>
                    <a:ea typeface="Arial" pitchFamily="34" charset="-122"/>
                    <a:cs typeface="Arial" pitchFamily="34" charset="-120"/>
                  </a:rPr>
                  <a:t>Weight:</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orgStructureWeight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orgStructureContributePercent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orgStructureJustify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sp>
            <p:nvSpPr>
              <p:cNvPr id="38" name="Text 4">
                <a:extLst>
                  <a:ext uri="{FF2B5EF4-FFF2-40B4-BE49-F238E27FC236}">
                    <a16:creationId xmlns:a16="http://schemas.microsoft.com/office/drawing/2014/main" id="{3F09513D-8C3C-30F3-38B6-DE3AFC4351EA}"/>
                  </a:ext>
                </a:extLst>
              </p:cNvPr>
              <p:cNvSpPr/>
              <p:nvPr/>
            </p:nvSpPr>
            <p:spPr>
              <a:xfrm>
                <a:off x="1650861" y="2837836"/>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cs typeface="Arial" pitchFamily="34" charset="-120"/>
                  </a:rPr>
                  <a:t>7%</a:t>
                </a:r>
                <a:endParaRPr lang="en-US" sz="1600" dirty="0">
                  <a:latin typeface="Titillium Web" panose="00000500000000000000" pitchFamily="2" charset="0"/>
                </a:endParaRPr>
              </a:p>
            </p:txBody>
          </p:sp>
          <p:sp>
            <p:nvSpPr>
              <p:cNvPr id="39" name="Text 5">
                <a:extLst>
                  <a:ext uri="{FF2B5EF4-FFF2-40B4-BE49-F238E27FC236}">
                    <a16:creationId xmlns:a16="http://schemas.microsoft.com/office/drawing/2014/main" id="{8F1D8E10-6A35-8373-10C1-545AA0AE19A8}"/>
                  </a:ext>
                </a:extLst>
              </p:cNvPr>
              <p:cNvSpPr/>
              <p:nvPr/>
            </p:nvSpPr>
            <p:spPr>
              <a:xfrm>
                <a:off x="2507686" y="2912203"/>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cs typeface="Arial" pitchFamily="34" charset="-120"/>
                  </a:rPr>
                  <a:t>Team Capacity and Resourcing</a:t>
                </a:r>
                <a:endParaRPr lang="en-US" sz="1600" dirty="0">
                  <a:latin typeface="Titillium Web" panose="00000500000000000000" pitchFamily="2" charset="0"/>
                </a:endParaRPr>
              </a:p>
            </p:txBody>
          </p:sp>
          <p:sp>
            <p:nvSpPr>
              <p:cNvPr id="40" name="Text 6">
                <a:extLst>
                  <a:ext uri="{FF2B5EF4-FFF2-40B4-BE49-F238E27FC236}">
                    <a16:creationId xmlns:a16="http://schemas.microsoft.com/office/drawing/2014/main" id="{C4C1BF6D-E4A4-72F4-E679-2E881E326116}"/>
                  </a:ext>
                </a:extLst>
              </p:cNvPr>
              <p:cNvSpPr/>
              <p:nvPr/>
            </p:nvSpPr>
            <p:spPr>
              <a:xfrm>
                <a:off x="2507686" y="3239435"/>
                <a:ext cx="2329214" cy="758424"/>
              </a:xfrm>
              <a:prstGeom prst="rect">
                <a:avLst/>
              </a:prstGeom>
              <a:noFill/>
              <a:ln/>
            </p:spPr>
            <p:txBody>
              <a:bodyPr wrap="square" lIns="0" tIns="0" rIns="0" bIns="0" rtlCol="0" anchor="ctr"/>
              <a:lstStyle/>
              <a:p>
                <a:r>
                  <a:rPr lang="en-US" sz="1100" b="1" dirty="0">
                    <a:latin typeface="Titillium Web" panose="00000500000000000000" pitchFamily="2" charset="0"/>
                    <a:ea typeface="Arial" pitchFamily="34" charset="-122"/>
                    <a:cs typeface="Arial" pitchFamily="34" charset="-120"/>
                  </a:rPr>
                  <a:t>Weight</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teamCapResourceWeight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teamCapResourceContributePercent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teamCapResourceJustify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sp>
            <p:nvSpPr>
              <p:cNvPr id="41" name="Text 7">
                <a:extLst>
                  <a:ext uri="{FF2B5EF4-FFF2-40B4-BE49-F238E27FC236}">
                    <a16:creationId xmlns:a16="http://schemas.microsoft.com/office/drawing/2014/main" id="{126DDC49-BA2E-57E4-6EDE-B671224E7DAA}"/>
                  </a:ext>
                </a:extLst>
              </p:cNvPr>
              <p:cNvSpPr/>
              <p:nvPr/>
            </p:nvSpPr>
            <p:spPr>
              <a:xfrm>
                <a:off x="1650861" y="4154555"/>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ea typeface="Arial" pitchFamily="34" charset="-122"/>
                    <a:cs typeface="Arial" pitchFamily="34" charset="-120"/>
                  </a:rPr>
                  <a:t>4%</a:t>
                </a:r>
                <a:endParaRPr lang="en-US" sz="1600" dirty="0">
                  <a:latin typeface="Titillium Web" panose="00000500000000000000" pitchFamily="2" charset="0"/>
                </a:endParaRPr>
              </a:p>
            </p:txBody>
          </p:sp>
          <p:sp>
            <p:nvSpPr>
              <p:cNvPr id="42" name="Text 8">
                <a:extLst>
                  <a:ext uri="{FF2B5EF4-FFF2-40B4-BE49-F238E27FC236}">
                    <a16:creationId xmlns:a16="http://schemas.microsoft.com/office/drawing/2014/main" id="{1A61A083-8CA9-CF72-7C59-69D16CD49CFD}"/>
                  </a:ext>
                </a:extLst>
              </p:cNvPr>
              <p:cNvSpPr/>
              <p:nvPr/>
            </p:nvSpPr>
            <p:spPr>
              <a:xfrm>
                <a:off x="2507686" y="4215273"/>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cs typeface="Arial" pitchFamily="34" charset="-120"/>
                  </a:rPr>
                  <a:t>SOPs and Workflow Documentation</a:t>
                </a:r>
                <a:endParaRPr lang="en-US" sz="1600" dirty="0">
                  <a:latin typeface="Titillium Web" panose="00000500000000000000" pitchFamily="2" charset="0"/>
                </a:endParaRPr>
              </a:p>
            </p:txBody>
          </p:sp>
          <p:sp>
            <p:nvSpPr>
              <p:cNvPr id="43" name="Text 9">
                <a:extLst>
                  <a:ext uri="{FF2B5EF4-FFF2-40B4-BE49-F238E27FC236}">
                    <a16:creationId xmlns:a16="http://schemas.microsoft.com/office/drawing/2014/main" id="{8136A7C0-E676-35DF-92E7-4BC310C1249A}"/>
                  </a:ext>
                </a:extLst>
              </p:cNvPr>
              <p:cNvSpPr/>
              <p:nvPr/>
            </p:nvSpPr>
            <p:spPr>
              <a:xfrm>
                <a:off x="2507686" y="4556154"/>
                <a:ext cx="2329214" cy="570420"/>
              </a:xfrm>
              <a:prstGeom prst="rect">
                <a:avLst/>
              </a:prstGeom>
              <a:noFill/>
              <a:ln/>
            </p:spPr>
            <p:txBody>
              <a:bodyPr wrap="square" lIns="0" tIns="0" rIns="0" bIns="0" rtlCol="0" anchor="ctr"/>
              <a:lstStyle/>
              <a:p>
                <a:r>
                  <a:rPr lang="en-US" sz="1100" b="1" dirty="0">
                    <a:latin typeface="Titillium Web" panose="00000500000000000000" pitchFamily="2" charset="0"/>
                    <a:ea typeface="Arial" pitchFamily="34" charset="-122"/>
                    <a:cs typeface="Arial" pitchFamily="34" charset="-120"/>
                  </a:rPr>
                  <a:t>Weight</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sopWrkflwDocWeight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sopWrkflwDocContributePercent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sopWrkflwDocJustify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sp>
            <p:nvSpPr>
              <p:cNvPr id="44" name="Text 10">
                <a:extLst>
                  <a:ext uri="{FF2B5EF4-FFF2-40B4-BE49-F238E27FC236}">
                    <a16:creationId xmlns:a16="http://schemas.microsoft.com/office/drawing/2014/main" id="{59EFA2C0-D650-3C47-C381-87D7AB11492C}"/>
                  </a:ext>
                </a:extLst>
              </p:cNvPr>
              <p:cNvSpPr/>
              <p:nvPr/>
            </p:nvSpPr>
            <p:spPr>
              <a:xfrm>
                <a:off x="1650861" y="5471274"/>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cs typeface="Arial" pitchFamily="34" charset="-120"/>
                  </a:rPr>
                  <a:t>8%</a:t>
                </a:r>
                <a:endParaRPr lang="en-US" sz="1600" dirty="0">
                  <a:latin typeface="Titillium Web" panose="00000500000000000000" pitchFamily="2" charset="0"/>
                </a:endParaRPr>
              </a:p>
            </p:txBody>
          </p:sp>
          <p:sp>
            <p:nvSpPr>
              <p:cNvPr id="45" name="Text 11">
                <a:extLst>
                  <a:ext uri="{FF2B5EF4-FFF2-40B4-BE49-F238E27FC236}">
                    <a16:creationId xmlns:a16="http://schemas.microsoft.com/office/drawing/2014/main" id="{D95D4D6A-F50F-6BA0-9FBF-914A26B19F12}"/>
                  </a:ext>
                </a:extLst>
              </p:cNvPr>
              <p:cNvSpPr/>
              <p:nvPr/>
            </p:nvSpPr>
            <p:spPr>
              <a:xfrm>
                <a:off x="2507686" y="5531992"/>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cs typeface="Arial" pitchFamily="34" charset="-120"/>
                  </a:rPr>
                  <a:t>Performance and KPI Tracking</a:t>
                </a:r>
                <a:endParaRPr lang="en-US" sz="1600" dirty="0">
                  <a:latin typeface="Titillium Web" panose="00000500000000000000" pitchFamily="2" charset="0"/>
                </a:endParaRPr>
              </a:p>
            </p:txBody>
          </p:sp>
          <p:sp>
            <p:nvSpPr>
              <p:cNvPr id="46" name="Text 12">
                <a:extLst>
                  <a:ext uri="{FF2B5EF4-FFF2-40B4-BE49-F238E27FC236}">
                    <a16:creationId xmlns:a16="http://schemas.microsoft.com/office/drawing/2014/main" id="{AB25455A-3387-A714-FEBD-AACECABC2796}"/>
                  </a:ext>
                </a:extLst>
              </p:cNvPr>
              <p:cNvSpPr/>
              <p:nvPr/>
            </p:nvSpPr>
            <p:spPr>
              <a:xfrm>
                <a:off x="2507686" y="5872872"/>
                <a:ext cx="2329214" cy="570420"/>
              </a:xfrm>
              <a:prstGeom prst="rect">
                <a:avLst/>
              </a:prstGeom>
              <a:noFill/>
              <a:ln/>
            </p:spPr>
            <p:txBody>
              <a:bodyPr wrap="square" lIns="0" tIns="0" rIns="0" bIns="0" rtlCol="0" anchor="ctr"/>
              <a:lstStyle/>
              <a:p>
                <a:r>
                  <a:rPr lang="en-US" sz="1100" b="1" dirty="0">
                    <a:latin typeface="Titillium Web" panose="00000500000000000000" pitchFamily="2" charset="0"/>
                    <a:ea typeface="Arial" pitchFamily="34" charset="-122"/>
                    <a:cs typeface="Arial" pitchFamily="34" charset="-120"/>
                  </a:rPr>
                  <a:t>Weight: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performKpiTrackWeight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performKpiTrackContributePercent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performKpiTrackJustify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sp>
            <p:nvSpPr>
              <p:cNvPr id="47" name="Text 13">
                <a:extLst>
                  <a:ext uri="{FF2B5EF4-FFF2-40B4-BE49-F238E27FC236}">
                    <a16:creationId xmlns:a16="http://schemas.microsoft.com/office/drawing/2014/main" id="{3E350BCA-A839-5FC0-54C7-12950CE32325}"/>
                  </a:ext>
                </a:extLst>
              </p:cNvPr>
              <p:cNvSpPr/>
              <p:nvPr/>
            </p:nvSpPr>
            <p:spPr>
              <a:xfrm>
                <a:off x="1650861" y="6787993"/>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ea typeface="Arial" pitchFamily="34" charset="-122"/>
                    <a:cs typeface="Arial" pitchFamily="34" charset="-120"/>
                  </a:rPr>
                  <a:t>4.5%</a:t>
                </a:r>
                <a:endParaRPr lang="en-US" sz="1600" dirty="0">
                  <a:latin typeface="Titillium Web" panose="00000500000000000000" pitchFamily="2" charset="0"/>
                </a:endParaRPr>
              </a:p>
            </p:txBody>
          </p:sp>
          <p:sp>
            <p:nvSpPr>
              <p:cNvPr id="48" name="Text 14">
                <a:extLst>
                  <a:ext uri="{FF2B5EF4-FFF2-40B4-BE49-F238E27FC236}">
                    <a16:creationId xmlns:a16="http://schemas.microsoft.com/office/drawing/2014/main" id="{FC5BAC32-7471-1C2D-A725-B87D99838C70}"/>
                  </a:ext>
                </a:extLst>
              </p:cNvPr>
              <p:cNvSpPr/>
              <p:nvPr/>
            </p:nvSpPr>
            <p:spPr>
              <a:xfrm>
                <a:off x="2507686" y="6848711"/>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cs typeface="Arial" pitchFamily="34" charset="-120"/>
                  </a:rPr>
                  <a:t>Scalability and Planning</a:t>
                </a:r>
                <a:endParaRPr lang="en-US" sz="1600" dirty="0">
                  <a:latin typeface="Titillium Web" panose="00000500000000000000" pitchFamily="2" charset="0"/>
                </a:endParaRPr>
              </a:p>
            </p:txBody>
          </p:sp>
          <p:sp>
            <p:nvSpPr>
              <p:cNvPr id="49" name="Text 15">
                <a:extLst>
                  <a:ext uri="{FF2B5EF4-FFF2-40B4-BE49-F238E27FC236}">
                    <a16:creationId xmlns:a16="http://schemas.microsoft.com/office/drawing/2014/main" id="{E4FE536F-72A6-403B-303A-0AF26B112A2B}"/>
                  </a:ext>
                </a:extLst>
              </p:cNvPr>
              <p:cNvSpPr/>
              <p:nvPr/>
            </p:nvSpPr>
            <p:spPr>
              <a:xfrm>
                <a:off x="2507686" y="7189590"/>
                <a:ext cx="2461306" cy="758425"/>
              </a:xfrm>
              <a:prstGeom prst="rect">
                <a:avLst/>
              </a:prstGeom>
              <a:noFill/>
              <a:ln/>
            </p:spPr>
            <p:txBody>
              <a:bodyPr wrap="square" lIns="0" tIns="0" rIns="0" bIns="0" rtlCol="0" anchor="ctr"/>
              <a:lstStyle/>
              <a:p>
                <a:r>
                  <a:rPr lang="en-US" sz="1100" b="1" dirty="0">
                    <a:latin typeface="Titillium Web" panose="00000500000000000000" pitchFamily="2" charset="0"/>
                    <a:ea typeface="Arial" pitchFamily="34" charset="-122"/>
                    <a:cs typeface="Arial" pitchFamily="34" charset="-120"/>
                  </a:rPr>
                  <a:t>Weight: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scalabilityPlanWeight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scalabilityPlanContributePercent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scalabilityPlanJustify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grpSp>
        <p:sp>
          <p:nvSpPr>
            <p:cNvPr id="55" name="Rectangle 54">
              <a:extLst>
                <a:ext uri="{FF2B5EF4-FFF2-40B4-BE49-F238E27FC236}">
                  <a16:creationId xmlns:a16="http://schemas.microsoft.com/office/drawing/2014/main" id="{5B2274CD-0B8B-BCF0-5E71-93B22F6B6A22}"/>
                </a:ext>
              </a:extLst>
            </p:cNvPr>
            <p:cNvSpPr/>
            <p:nvPr/>
          </p:nvSpPr>
          <p:spPr>
            <a:xfrm>
              <a:off x="268636" y="3370206"/>
              <a:ext cx="1059966" cy="117411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rgbClr val="FFFFFF"/>
                  </a:solidFill>
                  <a:latin typeface="Titillium Web" panose="00000500000000000000" pitchFamily="2" charset="0"/>
                  <a:cs typeface="Arial" pitchFamily="34" charset="-120"/>
                </a:rPr>
                <a:t>{</a:t>
              </a:r>
              <a:r>
                <a:rPr lang="en-US" b="1" dirty="0">
                  <a:solidFill>
                    <a:srgbClr val="FFFFFF"/>
                  </a:solidFill>
                  <a:latin typeface="Titillium Web" panose="00000500000000000000" pitchFamily="2" charset="0"/>
                  <a:cs typeface="Arial" pitchFamily="34" charset="-120"/>
                </a:rPr>
                <a:t>{</a:t>
              </a:r>
              <a:r>
                <a:rPr lang="en-US" b="1" dirty="0" err="1">
                  <a:solidFill>
                    <a:srgbClr val="FFFFFF"/>
                  </a:solidFill>
                  <a:latin typeface="Titillium Web" panose="00000500000000000000" pitchFamily="2" charset="0"/>
                  <a:cs typeface="Arial" pitchFamily="34" charset="-120"/>
                </a:rPr>
                <a:t>orgStructurePercent</a:t>
              </a:r>
              <a:r>
                <a:rPr lang="en-US" b="1" dirty="0">
                  <a:solidFill>
                    <a:srgbClr val="FFFFFF"/>
                  </a:solidFill>
                  <a:latin typeface="Titillium Web" panose="00000500000000000000" pitchFamily="2" charset="0"/>
                  <a:cs typeface="Arial" pitchFamily="34" charset="-120"/>
                </a:rPr>
                <a:t>}} %</a:t>
              </a:r>
              <a:endParaRPr lang="en-US" sz="1800" dirty="0">
                <a:latin typeface="Titillium Web" panose="00000500000000000000" pitchFamily="2" charset="0"/>
              </a:endParaRPr>
            </a:p>
          </p:txBody>
        </p:sp>
        <p:sp>
          <p:nvSpPr>
            <p:cNvPr id="57" name="Rectangle 56">
              <a:extLst>
                <a:ext uri="{FF2B5EF4-FFF2-40B4-BE49-F238E27FC236}">
                  <a16:creationId xmlns:a16="http://schemas.microsoft.com/office/drawing/2014/main" id="{DFD03B76-F057-12C3-57A1-FF57388AA4E0}"/>
                </a:ext>
              </a:extLst>
            </p:cNvPr>
            <p:cNvSpPr/>
            <p:nvPr/>
          </p:nvSpPr>
          <p:spPr>
            <a:xfrm>
              <a:off x="268636" y="4669994"/>
              <a:ext cx="1059966" cy="116990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rgbClr val="FFFFFF"/>
                  </a:solidFill>
                  <a:latin typeface="Titillium Web" panose="00000500000000000000" pitchFamily="2" charset="0"/>
                  <a:cs typeface="Arial" pitchFamily="34" charset="-120"/>
                </a:rPr>
                <a:t>{{</a:t>
              </a:r>
              <a:r>
                <a:rPr lang="en-US" sz="1800" b="1" dirty="0" err="1">
                  <a:solidFill>
                    <a:srgbClr val="FFFFFF"/>
                  </a:solidFill>
                  <a:latin typeface="Titillium Web" panose="00000500000000000000" pitchFamily="2" charset="0"/>
                  <a:cs typeface="Arial" pitchFamily="34" charset="-120"/>
                </a:rPr>
                <a:t>teamCapResourcePercent</a:t>
              </a:r>
              <a:r>
                <a:rPr lang="en-US" sz="1800" b="1" dirty="0">
                  <a:solidFill>
                    <a:srgbClr val="FFFFFF"/>
                  </a:solidFill>
                  <a:latin typeface="Titillium Web" panose="00000500000000000000" pitchFamily="2" charset="0"/>
                  <a:cs typeface="Arial" pitchFamily="34" charset="-120"/>
                </a:rPr>
                <a:t>}} %</a:t>
              </a:r>
              <a:endParaRPr lang="en-US" sz="1800" dirty="0">
                <a:latin typeface="Titillium Web" panose="00000500000000000000" pitchFamily="2" charset="0"/>
              </a:endParaRPr>
            </a:p>
          </p:txBody>
        </p:sp>
        <p:sp>
          <p:nvSpPr>
            <p:cNvPr id="58" name="Rectangle 57">
              <a:extLst>
                <a:ext uri="{FF2B5EF4-FFF2-40B4-BE49-F238E27FC236}">
                  <a16:creationId xmlns:a16="http://schemas.microsoft.com/office/drawing/2014/main" id="{30E61058-2C2F-8084-9CB8-768B3CF3C55B}"/>
                </a:ext>
              </a:extLst>
            </p:cNvPr>
            <p:cNvSpPr/>
            <p:nvPr/>
          </p:nvSpPr>
          <p:spPr>
            <a:xfrm>
              <a:off x="268636" y="5990281"/>
              <a:ext cx="1059966" cy="118259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latin typeface="Titillium Web" panose="00000500000000000000" pitchFamily="2" charset="0"/>
                  <a:cs typeface="Arial" pitchFamily="34" charset="-120"/>
                </a:rPr>
                <a:t>{{</a:t>
              </a:r>
              <a:r>
                <a:rPr lang="en-US" b="1" dirty="0" err="1">
                  <a:solidFill>
                    <a:srgbClr val="FFFFFF"/>
                  </a:solidFill>
                  <a:latin typeface="Titillium Web" panose="00000500000000000000" pitchFamily="2" charset="0"/>
                  <a:cs typeface="Arial" pitchFamily="34" charset="-120"/>
                </a:rPr>
                <a:t>sopWrkflwDocPercent</a:t>
              </a:r>
              <a:r>
                <a:rPr lang="en-US" b="1" dirty="0">
                  <a:solidFill>
                    <a:srgbClr val="FFFFFF"/>
                  </a:solidFill>
                  <a:latin typeface="Titillium Web" panose="00000500000000000000" pitchFamily="2" charset="0"/>
                  <a:cs typeface="Arial" pitchFamily="34" charset="-120"/>
                </a:rPr>
                <a:t>}} %</a:t>
              </a:r>
              <a:endParaRPr lang="en-US" sz="1800" dirty="0">
                <a:latin typeface="Titillium Web" panose="00000500000000000000" pitchFamily="2" charset="0"/>
              </a:endParaRPr>
            </a:p>
          </p:txBody>
        </p:sp>
        <p:sp>
          <p:nvSpPr>
            <p:cNvPr id="59" name="Rectangle 58">
              <a:extLst>
                <a:ext uri="{FF2B5EF4-FFF2-40B4-BE49-F238E27FC236}">
                  <a16:creationId xmlns:a16="http://schemas.microsoft.com/office/drawing/2014/main" id="{3C78D87B-4C58-CEE1-459B-E9E51AF7CE30}"/>
                </a:ext>
              </a:extLst>
            </p:cNvPr>
            <p:cNvSpPr/>
            <p:nvPr/>
          </p:nvSpPr>
          <p:spPr>
            <a:xfrm>
              <a:off x="256735" y="7319634"/>
              <a:ext cx="1074089" cy="117111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rgbClr val="FFFFFF"/>
                  </a:solidFill>
                  <a:latin typeface="Titillium Web" panose="00000500000000000000" pitchFamily="2" charset="0"/>
                  <a:cs typeface="Arial" pitchFamily="34" charset="-120"/>
                </a:rPr>
                <a:t>{{</a:t>
              </a:r>
              <a:r>
                <a:rPr lang="en-US" sz="1800" b="1" dirty="0" err="1">
                  <a:solidFill>
                    <a:srgbClr val="FFFFFF"/>
                  </a:solidFill>
                  <a:latin typeface="Titillium Web" panose="00000500000000000000" pitchFamily="2" charset="0"/>
                  <a:cs typeface="Arial" pitchFamily="34" charset="-120"/>
                </a:rPr>
                <a:t>performKpiTrackPercent</a:t>
              </a:r>
              <a:r>
                <a:rPr lang="en-US" sz="1800" b="1" dirty="0">
                  <a:solidFill>
                    <a:srgbClr val="FFFFFF"/>
                  </a:solidFill>
                  <a:latin typeface="Titillium Web" panose="00000500000000000000" pitchFamily="2" charset="0"/>
                  <a:cs typeface="Arial" pitchFamily="34" charset="-120"/>
                </a:rPr>
                <a:t>}} %</a:t>
              </a:r>
              <a:endParaRPr lang="en-US" sz="1800" dirty="0">
                <a:latin typeface="Titillium Web" panose="00000500000000000000" pitchFamily="2" charset="0"/>
              </a:endParaRPr>
            </a:p>
          </p:txBody>
        </p:sp>
        <p:sp>
          <p:nvSpPr>
            <p:cNvPr id="60" name="Rectangle 59">
              <a:extLst>
                <a:ext uri="{FF2B5EF4-FFF2-40B4-BE49-F238E27FC236}">
                  <a16:creationId xmlns:a16="http://schemas.microsoft.com/office/drawing/2014/main" id="{298929C8-67B5-AD5F-08DA-5B2960134AB7}"/>
                </a:ext>
              </a:extLst>
            </p:cNvPr>
            <p:cNvSpPr/>
            <p:nvPr/>
          </p:nvSpPr>
          <p:spPr>
            <a:xfrm>
              <a:off x="268636" y="8631182"/>
              <a:ext cx="1059966" cy="117411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latin typeface="Titillium Web" panose="00000500000000000000" pitchFamily="2" charset="0"/>
                  <a:cs typeface="Arial" pitchFamily="34" charset="-120"/>
                </a:rPr>
                <a:t>{{</a:t>
              </a:r>
              <a:r>
                <a:rPr lang="en-US" b="1" dirty="0" err="1">
                  <a:solidFill>
                    <a:srgbClr val="FFFFFF"/>
                  </a:solidFill>
                  <a:latin typeface="Titillium Web" panose="00000500000000000000" pitchFamily="2" charset="0"/>
                  <a:cs typeface="Arial" pitchFamily="34" charset="-120"/>
                </a:rPr>
                <a:t>scalabilityPlanScore</a:t>
              </a:r>
              <a:r>
                <a:rPr lang="en-US" b="1" dirty="0">
                  <a:solidFill>
                    <a:srgbClr val="FFFFFF"/>
                  </a:solidFill>
                  <a:latin typeface="Titillium Web" panose="00000500000000000000" pitchFamily="2" charset="0"/>
                  <a:cs typeface="Arial" pitchFamily="34" charset="-120"/>
                </a:rPr>
                <a:t>}} %</a:t>
              </a:r>
              <a:endParaRPr lang="en-US" sz="1800" dirty="0">
                <a:latin typeface="Titillium Web" panose="00000500000000000000" pitchFamily="2" charset="0"/>
              </a:endParaRPr>
            </a:p>
          </p:txBody>
        </p:sp>
      </p:grpSp>
      <p:grpSp>
        <p:nvGrpSpPr>
          <p:cNvPr id="10" name="Group 9">
            <a:extLst>
              <a:ext uri="{FF2B5EF4-FFF2-40B4-BE49-F238E27FC236}">
                <a16:creationId xmlns:a16="http://schemas.microsoft.com/office/drawing/2014/main" id="{BB298922-DF80-2577-89B0-2DCA8E08F449}"/>
              </a:ext>
            </a:extLst>
          </p:cNvPr>
          <p:cNvGrpSpPr/>
          <p:nvPr/>
        </p:nvGrpSpPr>
        <p:grpSpPr>
          <a:xfrm>
            <a:off x="5591781" y="1412484"/>
            <a:ext cx="1382886" cy="1387866"/>
            <a:chOff x="5591781" y="1412484"/>
            <a:chExt cx="1382886" cy="1387866"/>
          </a:xfrm>
        </p:grpSpPr>
        <p:sp>
          <p:nvSpPr>
            <p:cNvPr id="17" name="Rectangle 16">
              <a:extLst>
                <a:ext uri="{FF2B5EF4-FFF2-40B4-BE49-F238E27FC236}">
                  <a16:creationId xmlns:a16="http://schemas.microsoft.com/office/drawing/2014/main" id="{1D79F2F6-4605-23BC-58F7-C3C53E737B21}"/>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8" name="Picture 17">
              <a:extLst>
                <a:ext uri="{FF2B5EF4-FFF2-40B4-BE49-F238E27FC236}">
                  <a16:creationId xmlns:a16="http://schemas.microsoft.com/office/drawing/2014/main" id="{B32EBB86-6C0B-DEEF-51C9-89A7E53F38EF}"/>
                </a:ext>
              </a:extLst>
            </p:cNvPr>
            <p:cNvPicPr>
              <a:picLocks noChangeAspect="1"/>
            </p:cNvPicPr>
            <p:nvPr/>
          </p:nvPicPr>
          <p:blipFill>
            <a:blip r:embed="rId7"/>
            <a:srcRect l="10092" r="10092"/>
            <a:stretch/>
          </p:blipFill>
          <p:spPr>
            <a:xfrm>
              <a:off x="5591781" y="1712378"/>
              <a:ext cx="1158067" cy="762487"/>
            </a:xfrm>
            <a:prstGeom prst="rect">
              <a:avLst/>
            </a:prstGeom>
          </p:spPr>
        </p:pic>
        <p:sp>
          <p:nvSpPr>
            <p:cNvPr id="19" name="Rectangle 18">
              <a:extLst>
                <a:ext uri="{FF2B5EF4-FFF2-40B4-BE49-F238E27FC236}">
                  <a16:creationId xmlns:a16="http://schemas.microsoft.com/office/drawing/2014/main" id="{DC08B985-F0FD-C054-7C28-5072E402010A}"/>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3" name="Text 1">
            <a:extLst>
              <a:ext uri="{FF2B5EF4-FFF2-40B4-BE49-F238E27FC236}">
                <a16:creationId xmlns:a16="http://schemas.microsoft.com/office/drawing/2014/main" id="{BE314651-007B-58E2-A17C-FF64FD22C4A7}"/>
              </a:ext>
            </a:extLst>
          </p:cNvPr>
          <p:cNvSpPr/>
          <p:nvPr/>
        </p:nvSpPr>
        <p:spPr>
          <a:xfrm>
            <a:off x="1315584" y="2510498"/>
            <a:ext cx="4276197" cy="552266"/>
          </a:xfrm>
          <a:prstGeom prst="rect">
            <a:avLst/>
          </a:prstGeom>
          <a:noFill/>
          <a:ln/>
        </p:spPr>
        <p:txBody>
          <a:bodyPr wrap="square" lIns="0" tIns="0" rIns="0" bIns="0" rtlCol="0" anchor="ctr"/>
          <a:lstStyle/>
          <a:p>
            <a:pPr marL="0" indent="0" algn="l">
              <a:lnSpc>
                <a:spcPts val="1600"/>
              </a:lnSpc>
              <a:spcBef>
                <a:spcPts val="600"/>
              </a:spcBef>
              <a:buNone/>
            </a:pPr>
            <a:r>
              <a:rPr lang="en-GB" sz="1200" dirty="0">
                <a:solidFill>
                  <a:srgbClr val="1D1D1D"/>
                </a:solidFill>
                <a:latin typeface="Titillium Web" pitchFamily="34" charset="0"/>
                <a:ea typeface="Titillium Web" pitchFamily="34" charset="-122"/>
                <a:cs typeface="Titillium Web" pitchFamily="34" charset="-120"/>
              </a:rPr>
              <a:t>The score for this Domain was obtained by scoring the top five priorities of this domain and adding up their scores. This Domain has a 0.25 weighting (out of 1.0) towards total company score. </a:t>
            </a:r>
          </a:p>
        </p:txBody>
      </p:sp>
      <p:sp>
        <p:nvSpPr>
          <p:cNvPr id="12" name="Rectangle 11">
            <a:extLst>
              <a:ext uri="{FF2B5EF4-FFF2-40B4-BE49-F238E27FC236}">
                <a16:creationId xmlns:a16="http://schemas.microsoft.com/office/drawing/2014/main" id="{F2C796EB-33E7-DB1E-15FA-F0455FA02CB8}"/>
              </a:ext>
            </a:extLst>
          </p:cNvPr>
          <p:cNvSpPr/>
          <p:nvPr/>
        </p:nvSpPr>
        <p:spPr>
          <a:xfrm>
            <a:off x="5591781" y="3358037"/>
            <a:ext cx="1382886" cy="6447258"/>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 name="TextBox 13">
            <a:extLst>
              <a:ext uri="{FF2B5EF4-FFF2-40B4-BE49-F238E27FC236}">
                <a16:creationId xmlns:a16="http://schemas.microsoft.com/office/drawing/2014/main" id="{87BD67A0-44B0-18CB-43E1-EE0B0AD8A92F}"/>
              </a:ext>
            </a:extLst>
          </p:cNvPr>
          <p:cNvSpPr txBox="1"/>
          <p:nvPr/>
        </p:nvSpPr>
        <p:spPr>
          <a:xfrm rot="16200000">
            <a:off x="3078658" y="6104612"/>
            <a:ext cx="6447259" cy="954107"/>
          </a:xfrm>
          <a:prstGeom prst="rect">
            <a:avLst/>
          </a:prstGeom>
          <a:noFill/>
        </p:spPr>
        <p:txBody>
          <a:bodyPr wrap="square" rtlCol="0" anchor="ctr">
            <a:spAutoFit/>
          </a:bodyPr>
          <a:lstStyle/>
          <a:p>
            <a:pPr algn="ctr"/>
            <a:r>
              <a:rPr lang="en-GB" sz="2800" b="1" dirty="0">
                <a:solidFill>
                  <a:schemeClr val="bg1"/>
                </a:solidFill>
                <a:latin typeface="Titillium Web" panose="00000500000000000000" pitchFamily="2" charset="0"/>
              </a:rPr>
              <a:t>Operational Domain Score {{</a:t>
            </a:r>
            <a:r>
              <a:rPr lang="en-GB" sz="2800" b="1" dirty="0" err="1">
                <a:solidFill>
                  <a:schemeClr val="bg1"/>
                </a:solidFill>
                <a:latin typeface="Titillium Web" panose="00000500000000000000" pitchFamily="2" charset="0"/>
              </a:rPr>
              <a:t>totalOpCapScorContributePercent</a:t>
            </a:r>
            <a:r>
              <a:rPr lang="en-GB" sz="2800" b="1" dirty="0">
                <a:solidFill>
                  <a:schemeClr val="bg1"/>
                </a:solidFill>
                <a:latin typeface="Titillium Web" panose="00000500000000000000" pitchFamily="2" charset="0"/>
              </a:rPr>
              <a:t>}}%</a:t>
            </a:r>
            <a:endParaRPr lang="en-ZA" sz="2800" b="1" dirty="0">
              <a:solidFill>
                <a:schemeClr val="bg1"/>
              </a:solidFill>
              <a:latin typeface="Titillium Web" panose="00000500000000000000" pitchFamily="2" charset="0"/>
            </a:endParaRPr>
          </a:p>
        </p:txBody>
      </p:sp>
      <p:sp>
        <p:nvSpPr>
          <p:cNvPr id="15" name="Rectangle 14">
            <a:extLst>
              <a:ext uri="{FF2B5EF4-FFF2-40B4-BE49-F238E27FC236}">
                <a16:creationId xmlns:a16="http://schemas.microsoft.com/office/drawing/2014/main" id="{56B6DBA9-C295-854A-74C0-6E9019A6B065}"/>
              </a:ext>
            </a:extLst>
          </p:cNvPr>
          <p:cNvSpPr/>
          <p:nvPr/>
        </p:nvSpPr>
        <p:spPr>
          <a:xfrm>
            <a:off x="5732486" y="3518353"/>
            <a:ext cx="1108134" cy="6150828"/>
          </a:xfrm>
          <a:prstGeom prst="rect">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10110609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95875-8861-B894-5BAA-F785EED913E9}"/>
            </a:ext>
          </a:extLst>
        </p:cNvPr>
        <p:cNvGrpSpPr/>
        <p:nvPr/>
      </p:nvGrpSpPr>
      <p:grpSpPr>
        <a:xfrm>
          <a:off x="0" y="0"/>
          <a:ext cx="0" cy="0"/>
          <a:chOff x="0" y="0"/>
          <a:chExt cx="0" cy="0"/>
        </a:xfrm>
      </p:grpSpPr>
      <p:pic>
        <p:nvPicPr>
          <p:cNvPr id="5" name="Image 3" descr="preencoded.png">
            <a:extLst>
              <a:ext uri="{FF2B5EF4-FFF2-40B4-BE49-F238E27FC236}">
                <a16:creationId xmlns:a16="http://schemas.microsoft.com/office/drawing/2014/main" id="{1A1CB8F4-26F4-6470-DBE0-5D2E5748EF68}"/>
              </a:ext>
            </a:extLst>
          </p:cNvPr>
          <p:cNvPicPr>
            <a:picLocks noChangeAspect="1"/>
          </p:cNvPicPr>
          <p:nvPr/>
        </p:nvPicPr>
        <p:blipFill>
          <a:blip r:embed="rId3"/>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7416D972-4AC3-A17B-F9CE-5FAB400C691C}"/>
              </a:ext>
            </a:extLst>
          </p:cNvPr>
          <p:cNvSpPr/>
          <p:nvPr/>
        </p:nvSpPr>
        <p:spPr>
          <a:xfrm>
            <a:off x="796962" y="2497558"/>
            <a:ext cx="4821537" cy="5950616"/>
          </a:xfrm>
          <a:prstGeom prst="rect">
            <a:avLst/>
          </a:prstGeom>
          <a:noFill/>
          <a:ln/>
        </p:spPr>
        <p:txBody>
          <a:bodyPr wrap="square" lIns="0" tIns="0" rIns="0" bIns="0" rtlCol="0" anchor="ctr"/>
          <a:lstStyle/>
          <a:p>
            <a:pPr marL="0" indent="0" algn="l">
              <a:lnSpc>
                <a:spcPts val="1600"/>
              </a:lnSpc>
              <a:spcBef>
                <a:spcPts val="600"/>
              </a:spcBef>
              <a:spcAft>
                <a:spcPts val="600"/>
              </a:spcAft>
              <a:buNone/>
            </a:pPr>
            <a:r>
              <a:rPr lang="en-US" sz="1200" dirty="0">
                <a:solidFill>
                  <a:srgbClr val="1D1D1D"/>
                </a:solidFill>
                <a:latin typeface="Titillium Web" panose="00000500000000000000" pitchFamily="2" charset="0"/>
                <a:ea typeface="Titillium Web" pitchFamily="34" charset="-122"/>
                <a:cs typeface="Titillium Web" pitchFamily="34" charset="-120"/>
              </a:rPr>
              <a:t>{{</a:t>
            </a:r>
            <a:r>
              <a:rPr lang="en-US" sz="1200" dirty="0" err="1">
                <a:solidFill>
                  <a:srgbClr val="1D1D1D"/>
                </a:solidFill>
                <a:latin typeface="Titillium Web" panose="00000500000000000000" pitchFamily="2" charset="0"/>
                <a:ea typeface="Titillium Web" pitchFamily="34" charset="-122"/>
                <a:cs typeface="Titillium Web" pitchFamily="34" charset="-120"/>
              </a:rPr>
              <a:t>opCapInterpretationBody</a:t>
            </a:r>
            <a:r>
              <a:rPr lang="en-US" sz="1200" dirty="0">
                <a:solidFill>
                  <a:srgbClr val="1D1D1D"/>
                </a:solidFill>
                <a:latin typeface="Titillium Web" panose="00000500000000000000" pitchFamily="2" charset="0"/>
                <a:ea typeface="Titillium Web" pitchFamily="34" charset="-122"/>
                <a:cs typeface="Titillium Web" pitchFamily="34" charset="-120"/>
              </a:rPr>
              <a:t>}}</a:t>
            </a:r>
          </a:p>
        </p:txBody>
      </p:sp>
      <p:sp>
        <p:nvSpPr>
          <p:cNvPr id="9" name="Text 1">
            <a:extLst>
              <a:ext uri="{FF2B5EF4-FFF2-40B4-BE49-F238E27FC236}">
                <a16:creationId xmlns:a16="http://schemas.microsoft.com/office/drawing/2014/main" id="{3120B0EE-F071-7AAD-D5AE-A7F32881621B}"/>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0" name="Text 2">
            <a:extLst>
              <a:ext uri="{FF2B5EF4-FFF2-40B4-BE49-F238E27FC236}">
                <a16:creationId xmlns:a16="http://schemas.microsoft.com/office/drawing/2014/main" id="{A795818B-0DDA-9943-ADA1-747188C2B160}"/>
              </a:ext>
            </a:extLst>
          </p:cNvPr>
          <p:cNvSpPr/>
          <p:nvPr/>
        </p:nvSpPr>
        <p:spPr>
          <a:xfrm>
            <a:off x="796962" y="1961408"/>
            <a:ext cx="3960442" cy="476250"/>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rPr>
              <a:t>6.5 Interpretation</a:t>
            </a:r>
            <a:endParaRPr lang="en-US" sz="2800" dirty="0">
              <a:latin typeface="Titillium Web" panose="00000500000000000000" pitchFamily="2" charset="0"/>
            </a:endParaRPr>
          </a:p>
        </p:txBody>
      </p:sp>
      <p:sp>
        <p:nvSpPr>
          <p:cNvPr id="11" name="Text 3">
            <a:extLst>
              <a:ext uri="{FF2B5EF4-FFF2-40B4-BE49-F238E27FC236}">
                <a16:creationId xmlns:a16="http://schemas.microsoft.com/office/drawing/2014/main" id="{BBBD9144-5AAD-A077-2C8A-BFC23C31B31D}"/>
              </a:ext>
            </a:extLst>
          </p:cNvPr>
          <p:cNvSpPr/>
          <p:nvPr/>
        </p:nvSpPr>
        <p:spPr>
          <a:xfrm>
            <a:off x="7209558" y="9559385"/>
            <a:ext cx="228600" cy="180975"/>
          </a:xfrm>
          <a:prstGeom prst="rect">
            <a:avLst/>
          </a:prstGeom>
          <a:noFill/>
          <a:ln/>
        </p:spPr>
        <p:txBody>
          <a:bodyPr wrap="square" lIns="0" tIns="0" rIns="0" bIns="0" rtlCol="0" anchor="ctr"/>
          <a:lstStyle/>
          <a:p>
            <a:pPr>
              <a:lnSpc>
                <a:spcPct val="79650"/>
              </a:lnSpc>
            </a:pPr>
            <a:r>
              <a:rPr lang="en-US" sz="1200" b="1" dirty="0">
                <a:solidFill>
                  <a:srgbClr val="2B2B35"/>
                </a:solidFill>
                <a:latin typeface="Titillium Web" panose="00000500000000000000" pitchFamily="2" charset="0"/>
                <a:ea typeface="Roboto Condensed" pitchFamily="34" charset="-122"/>
                <a:cs typeface="Roboto Condensed" pitchFamily="34" charset="-120"/>
              </a:rPr>
              <a:t>41</a:t>
            </a:r>
            <a:endParaRPr lang="en-US" sz="1200" dirty="0">
              <a:latin typeface="Titillium Web" panose="00000500000000000000" pitchFamily="2" charset="0"/>
            </a:endParaRPr>
          </a:p>
          <a:p>
            <a:pPr marL="0" indent="0" algn="l">
              <a:lnSpc>
                <a:spcPct val="79650"/>
              </a:lnSpc>
              <a:buNone/>
            </a:pPr>
            <a:endParaRPr lang="en-US" sz="1200" dirty="0">
              <a:latin typeface="Titillium Web" panose="00000500000000000000" pitchFamily="2" charset="0"/>
            </a:endParaRPr>
          </a:p>
        </p:txBody>
      </p:sp>
      <p:sp>
        <p:nvSpPr>
          <p:cNvPr id="12" name="Text 4">
            <a:extLst>
              <a:ext uri="{FF2B5EF4-FFF2-40B4-BE49-F238E27FC236}">
                <a16:creationId xmlns:a16="http://schemas.microsoft.com/office/drawing/2014/main" id="{77756ABC-25B5-16E9-ACC6-659DB8EF990A}"/>
              </a:ext>
            </a:extLst>
          </p:cNvPr>
          <p:cNvSpPr/>
          <p:nvPr/>
        </p:nvSpPr>
        <p:spPr>
          <a:xfrm>
            <a:off x="895634" y="684512"/>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8AD3CE34-AD94-2BD2-430F-697068BAF50E}"/>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7</a:t>
            </a:r>
            <a:endParaRPr lang="en-US" sz="1200" dirty="0">
              <a:latin typeface="Titillium Web" panose="00000500000000000000" pitchFamily="2" charset="0"/>
            </a:endParaRPr>
          </a:p>
        </p:txBody>
      </p:sp>
      <p:grpSp>
        <p:nvGrpSpPr>
          <p:cNvPr id="14" name="Group 13">
            <a:extLst>
              <a:ext uri="{FF2B5EF4-FFF2-40B4-BE49-F238E27FC236}">
                <a16:creationId xmlns:a16="http://schemas.microsoft.com/office/drawing/2014/main" id="{F0896B6E-261E-F0AE-3B25-1379ABAFE639}"/>
              </a:ext>
            </a:extLst>
          </p:cNvPr>
          <p:cNvGrpSpPr/>
          <p:nvPr/>
        </p:nvGrpSpPr>
        <p:grpSpPr>
          <a:xfrm>
            <a:off x="5922845" y="7594185"/>
            <a:ext cx="1314450" cy="1449210"/>
            <a:chOff x="5922845" y="7594185"/>
            <a:chExt cx="1314450" cy="1449210"/>
          </a:xfrm>
        </p:grpSpPr>
        <p:sp>
          <p:nvSpPr>
            <p:cNvPr id="15" name="Text 4">
              <a:extLst>
                <a:ext uri="{FF2B5EF4-FFF2-40B4-BE49-F238E27FC236}">
                  <a16:creationId xmlns:a16="http://schemas.microsoft.com/office/drawing/2014/main" id="{D8CC8AAB-AF79-30E7-D95D-CD7A9D5747D8}"/>
                </a:ext>
              </a:extLst>
            </p:cNvPr>
            <p:cNvSpPr/>
            <p:nvPr/>
          </p:nvSpPr>
          <p:spPr>
            <a:xfrm>
              <a:off x="5922845" y="8128995"/>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6" name="Image 4" descr="preencoded.png">
              <a:extLst>
                <a:ext uri="{FF2B5EF4-FFF2-40B4-BE49-F238E27FC236}">
                  <a16:creationId xmlns:a16="http://schemas.microsoft.com/office/drawing/2014/main" id="{643E8255-AED0-AC5B-C363-4A8F7793CFFE}"/>
                </a:ext>
              </a:extLst>
            </p:cNvPr>
            <p:cNvPicPr>
              <a:picLocks noChangeAspect="1"/>
            </p:cNvPicPr>
            <p:nvPr/>
          </p:nvPicPr>
          <p:blipFill>
            <a:blip r:embed="rId4"/>
            <a:stretch>
              <a:fillRect/>
            </a:stretch>
          </p:blipFill>
          <p:spPr>
            <a:xfrm>
              <a:off x="6722945" y="7594185"/>
              <a:ext cx="514350" cy="400050"/>
            </a:xfrm>
            <a:prstGeom prst="rect">
              <a:avLst/>
            </a:prstGeom>
          </p:spPr>
        </p:pic>
      </p:grpSp>
      <p:grpSp>
        <p:nvGrpSpPr>
          <p:cNvPr id="3" name="Group 2">
            <a:extLst>
              <a:ext uri="{FF2B5EF4-FFF2-40B4-BE49-F238E27FC236}">
                <a16:creationId xmlns:a16="http://schemas.microsoft.com/office/drawing/2014/main" id="{65927DB7-3113-7B20-3FE3-2B5B2521888E}"/>
              </a:ext>
            </a:extLst>
          </p:cNvPr>
          <p:cNvGrpSpPr/>
          <p:nvPr/>
        </p:nvGrpSpPr>
        <p:grpSpPr>
          <a:xfrm>
            <a:off x="5591781" y="1412484"/>
            <a:ext cx="1382886" cy="1387866"/>
            <a:chOff x="5591781" y="1412484"/>
            <a:chExt cx="1382886" cy="1387866"/>
          </a:xfrm>
        </p:grpSpPr>
        <p:sp>
          <p:nvSpPr>
            <p:cNvPr id="17" name="Rectangle 16">
              <a:extLst>
                <a:ext uri="{FF2B5EF4-FFF2-40B4-BE49-F238E27FC236}">
                  <a16:creationId xmlns:a16="http://schemas.microsoft.com/office/drawing/2014/main" id="{C9CCD364-8F96-68DB-BAEB-9FC279CC3F12}"/>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0" name="Picture 19">
              <a:extLst>
                <a:ext uri="{FF2B5EF4-FFF2-40B4-BE49-F238E27FC236}">
                  <a16:creationId xmlns:a16="http://schemas.microsoft.com/office/drawing/2014/main" id="{7FEA6005-C9FD-4662-3F14-934BBAD8678D}"/>
                </a:ext>
              </a:extLst>
            </p:cNvPr>
            <p:cNvPicPr>
              <a:picLocks noChangeAspect="1"/>
            </p:cNvPicPr>
            <p:nvPr/>
          </p:nvPicPr>
          <p:blipFill>
            <a:blip r:embed="rId5"/>
            <a:srcRect l="10092" r="10092"/>
            <a:stretch/>
          </p:blipFill>
          <p:spPr>
            <a:xfrm>
              <a:off x="5591781" y="1712378"/>
              <a:ext cx="1158067" cy="762487"/>
            </a:xfrm>
            <a:prstGeom prst="rect">
              <a:avLst/>
            </a:prstGeom>
          </p:spPr>
        </p:pic>
        <p:sp>
          <p:nvSpPr>
            <p:cNvPr id="21" name="Rectangle 20">
              <a:extLst>
                <a:ext uri="{FF2B5EF4-FFF2-40B4-BE49-F238E27FC236}">
                  <a16:creationId xmlns:a16="http://schemas.microsoft.com/office/drawing/2014/main" id="{4F846368-5D4F-F8B8-BC4E-A5B33465AF4B}"/>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2" name="Flowchart: Connector 1">
            <a:extLst>
              <a:ext uri="{FF2B5EF4-FFF2-40B4-BE49-F238E27FC236}">
                <a16:creationId xmlns:a16="http://schemas.microsoft.com/office/drawing/2014/main" id="{A0CBA868-7CD5-49B2-2AD7-85ABD7E500D2}"/>
              </a:ext>
            </a:extLst>
          </p:cNvPr>
          <p:cNvSpPr/>
          <p:nvPr/>
        </p:nvSpPr>
        <p:spPr>
          <a:xfrm>
            <a:off x="7044971" y="934085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8693535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AC334-692A-A377-D9E5-570CF163B39B}"/>
            </a:ext>
          </a:extLst>
        </p:cNvPr>
        <p:cNvGrpSpPr/>
        <p:nvPr/>
      </p:nvGrpSpPr>
      <p:grpSpPr>
        <a:xfrm>
          <a:off x="0" y="0"/>
          <a:ext cx="0" cy="0"/>
          <a:chOff x="0" y="0"/>
          <a:chExt cx="0" cy="0"/>
        </a:xfrm>
      </p:grpSpPr>
      <p:pic>
        <p:nvPicPr>
          <p:cNvPr id="5" name="Image 3" descr="preencoded.png">
            <a:extLst>
              <a:ext uri="{FF2B5EF4-FFF2-40B4-BE49-F238E27FC236}">
                <a16:creationId xmlns:a16="http://schemas.microsoft.com/office/drawing/2014/main" id="{37F874AF-3E99-10DC-09DB-70FE236C85CB}"/>
              </a:ext>
            </a:extLst>
          </p:cNvPr>
          <p:cNvPicPr>
            <a:picLocks noChangeAspect="1"/>
          </p:cNvPicPr>
          <p:nvPr/>
        </p:nvPicPr>
        <p:blipFill>
          <a:blip r:embed="rId3"/>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8A8AD271-8B72-7AB3-F92C-08EFBDA70DB3}"/>
              </a:ext>
            </a:extLst>
          </p:cNvPr>
          <p:cNvSpPr/>
          <p:nvPr/>
        </p:nvSpPr>
        <p:spPr>
          <a:xfrm>
            <a:off x="796963" y="2533649"/>
            <a:ext cx="4794818" cy="5561209"/>
          </a:xfrm>
          <a:prstGeom prst="rect">
            <a:avLst/>
          </a:prstGeom>
          <a:noFill/>
          <a:ln/>
        </p:spPr>
        <p:txBody>
          <a:bodyPr wrap="square" lIns="0" tIns="0" rIns="0" bIns="0" rtlCol="0" anchor="ctr"/>
          <a:lstStyle/>
          <a:p>
            <a:pPr marL="0" indent="0">
              <a:lnSpc>
                <a:spcPts val="1600"/>
              </a:lnSpc>
              <a:spcBef>
                <a:spcPts val="1200"/>
              </a:spcBef>
              <a:spcAft>
                <a:spcPts val="600"/>
              </a:spcAft>
              <a:buNone/>
            </a:pPr>
            <a:r>
              <a:rPr lang="en-US" sz="1200" dirty="0">
                <a:solidFill>
                  <a:srgbClr val="1D1D1D"/>
                </a:solidFill>
                <a:latin typeface="Titillium Web" panose="00000500000000000000" pitchFamily="2" charset="0"/>
              </a:rPr>
              <a:t>{{</a:t>
            </a:r>
            <a:r>
              <a:rPr lang="en-US" sz="1200" dirty="0" err="1">
                <a:solidFill>
                  <a:srgbClr val="1D1D1D"/>
                </a:solidFill>
                <a:latin typeface="Titillium Web" panose="00000500000000000000" pitchFamily="2" charset="0"/>
              </a:rPr>
              <a:t>opCapPrioritiesBody</a:t>
            </a:r>
            <a:r>
              <a:rPr lang="en-US" sz="1200" dirty="0">
                <a:solidFill>
                  <a:srgbClr val="1D1D1D"/>
                </a:solidFill>
                <a:latin typeface="Titillium Web" panose="00000500000000000000" pitchFamily="2" charset="0"/>
              </a:rPr>
              <a:t>}}</a:t>
            </a:r>
          </a:p>
        </p:txBody>
      </p:sp>
      <p:sp>
        <p:nvSpPr>
          <p:cNvPr id="9" name="Text 1">
            <a:extLst>
              <a:ext uri="{FF2B5EF4-FFF2-40B4-BE49-F238E27FC236}">
                <a16:creationId xmlns:a16="http://schemas.microsoft.com/office/drawing/2014/main" id="{1FCC13D4-D38D-9904-0B0B-A8A2611AA0A2}"/>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0" name="Text 2">
            <a:extLst>
              <a:ext uri="{FF2B5EF4-FFF2-40B4-BE49-F238E27FC236}">
                <a16:creationId xmlns:a16="http://schemas.microsoft.com/office/drawing/2014/main" id="{09E54407-19A5-4B24-4ED2-9DFF56848BCF}"/>
              </a:ext>
            </a:extLst>
          </p:cNvPr>
          <p:cNvSpPr/>
          <p:nvPr/>
        </p:nvSpPr>
        <p:spPr>
          <a:xfrm>
            <a:off x="796962" y="1963542"/>
            <a:ext cx="3960442" cy="285750"/>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rPr>
              <a:t>6.6 Priorities</a:t>
            </a:r>
            <a:endParaRPr lang="en-US" sz="2800" dirty="0">
              <a:latin typeface="Titillium Web" panose="00000500000000000000" pitchFamily="2" charset="0"/>
            </a:endParaRPr>
          </a:p>
        </p:txBody>
      </p:sp>
      <p:sp>
        <p:nvSpPr>
          <p:cNvPr id="11" name="Text 3">
            <a:extLst>
              <a:ext uri="{FF2B5EF4-FFF2-40B4-BE49-F238E27FC236}">
                <a16:creationId xmlns:a16="http://schemas.microsoft.com/office/drawing/2014/main" id="{7B3364EE-263A-BAA9-E204-D52252D86E13}"/>
              </a:ext>
            </a:extLst>
          </p:cNvPr>
          <p:cNvSpPr/>
          <p:nvPr/>
        </p:nvSpPr>
        <p:spPr>
          <a:xfrm>
            <a:off x="7209558" y="9559385"/>
            <a:ext cx="228600" cy="180975"/>
          </a:xfrm>
          <a:prstGeom prst="rect">
            <a:avLst/>
          </a:prstGeom>
          <a:noFill/>
          <a:ln/>
        </p:spPr>
        <p:txBody>
          <a:bodyPr wrap="square" lIns="0" tIns="0" rIns="0" bIns="0" rtlCol="0" anchor="ctr"/>
          <a:lstStyle/>
          <a:p>
            <a:pPr>
              <a:lnSpc>
                <a:spcPct val="79650"/>
              </a:lnSpc>
            </a:pPr>
            <a:r>
              <a:rPr lang="en-US" sz="1200" b="1" dirty="0">
                <a:solidFill>
                  <a:srgbClr val="2B2B35"/>
                </a:solidFill>
                <a:latin typeface="Titillium Web" panose="00000500000000000000" pitchFamily="2" charset="0"/>
                <a:ea typeface="Roboto Condensed" pitchFamily="34" charset="-122"/>
                <a:cs typeface="Roboto Condensed" pitchFamily="34" charset="-120"/>
              </a:rPr>
              <a:t>42</a:t>
            </a:r>
            <a:endParaRPr lang="en-US" sz="1200" dirty="0">
              <a:latin typeface="Titillium Web" panose="00000500000000000000" pitchFamily="2" charset="0"/>
            </a:endParaRPr>
          </a:p>
        </p:txBody>
      </p:sp>
      <p:sp>
        <p:nvSpPr>
          <p:cNvPr id="12" name="Text 4">
            <a:extLst>
              <a:ext uri="{FF2B5EF4-FFF2-40B4-BE49-F238E27FC236}">
                <a16:creationId xmlns:a16="http://schemas.microsoft.com/office/drawing/2014/main" id="{7B4A3FF5-A3C5-EF2C-5D70-1D5D061268F1}"/>
              </a:ext>
            </a:extLst>
          </p:cNvPr>
          <p:cNvSpPr/>
          <p:nvPr/>
        </p:nvSpPr>
        <p:spPr>
          <a:xfrm>
            <a:off x="895634" y="684512"/>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69E8C2EA-A1B4-279F-3DE9-FA0FCE7F480B}"/>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7</a:t>
            </a:r>
            <a:endParaRPr lang="en-US" sz="1200" dirty="0">
              <a:latin typeface="Titillium Web" panose="00000500000000000000" pitchFamily="2" charset="0"/>
            </a:endParaRPr>
          </a:p>
        </p:txBody>
      </p:sp>
      <p:grpSp>
        <p:nvGrpSpPr>
          <p:cNvPr id="14" name="Group 13">
            <a:extLst>
              <a:ext uri="{FF2B5EF4-FFF2-40B4-BE49-F238E27FC236}">
                <a16:creationId xmlns:a16="http://schemas.microsoft.com/office/drawing/2014/main" id="{EC9EF3EE-F487-D490-1938-47FACE34501B}"/>
              </a:ext>
            </a:extLst>
          </p:cNvPr>
          <p:cNvGrpSpPr/>
          <p:nvPr/>
        </p:nvGrpSpPr>
        <p:grpSpPr>
          <a:xfrm>
            <a:off x="5999045" y="7407697"/>
            <a:ext cx="1314450" cy="1449210"/>
            <a:chOff x="5999045" y="7407697"/>
            <a:chExt cx="1314450" cy="1449210"/>
          </a:xfrm>
        </p:grpSpPr>
        <p:sp>
          <p:nvSpPr>
            <p:cNvPr id="15" name="Text 4">
              <a:extLst>
                <a:ext uri="{FF2B5EF4-FFF2-40B4-BE49-F238E27FC236}">
                  <a16:creationId xmlns:a16="http://schemas.microsoft.com/office/drawing/2014/main" id="{0E16DB0C-5D15-D0E8-EA7B-8229EF8306F0}"/>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6" name="Image 4" descr="preencoded.png">
              <a:extLst>
                <a:ext uri="{FF2B5EF4-FFF2-40B4-BE49-F238E27FC236}">
                  <a16:creationId xmlns:a16="http://schemas.microsoft.com/office/drawing/2014/main" id="{E9698BAA-F91E-7D1E-7936-B0C12CDE0D4A}"/>
                </a:ext>
              </a:extLst>
            </p:cNvPr>
            <p:cNvPicPr>
              <a:picLocks noChangeAspect="1"/>
            </p:cNvPicPr>
            <p:nvPr/>
          </p:nvPicPr>
          <p:blipFill>
            <a:blip r:embed="rId4"/>
            <a:stretch>
              <a:fillRect/>
            </a:stretch>
          </p:blipFill>
          <p:spPr>
            <a:xfrm>
              <a:off x="6799145" y="7407697"/>
              <a:ext cx="514350" cy="400050"/>
            </a:xfrm>
            <a:prstGeom prst="rect">
              <a:avLst/>
            </a:prstGeom>
          </p:spPr>
        </p:pic>
      </p:grpSp>
      <p:grpSp>
        <p:nvGrpSpPr>
          <p:cNvPr id="3" name="Group 2">
            <a:extLst>
              <a:ext uri="{FF2B5EF4-FFF2-40B4-BE49-F238E27FC236}">
                <a16:creationId xmlns:a16="http://schemas.microsoft.com/office/drawing/2014/main" id="{C87D8A8F-0C45-C0C6-E6EF-AF816621FA47}"/>
              </a:ext>
            </a:extLst>
          </p:cNvPr>
          <p:cNvGrpSpPr/>
          <p:nvPr/>
        </p:nvGrpSpPr>
        <p:grpSpPr>
          <a:xfrm>
            <a:off x="5591781" y="1412484"/>
            <a:ext cx="1382886" cy="1387866"/>
            <a:chOff x="5591781" y="1412484"/>
            <a:chExt cx="1382886" cy="1387866"/>
          </a:xfrm>
        </p:grpSpPr>
        <p:sp>
          <p:nvSpPr>
            <p:cNvPr id="17" name="Rectangle 16">
              <a:extLst>
                <a:ext uri="{FF2B5EF4-FFF2-40B4-BE49-F238E27FC236}">
                  <a16:creationId xmlns:a16="http://schemas.microsoft.com/office/drawing/2014/main" id="{4DDC35F5-CA28-2ED9-33DF-17FFD416C1EF}"/>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8" name="Picture 17">
              <a:extLst>
                <a:ext uri="{FF2B5EF4-FFF2-40B4-BE49-F238E27FC236}">
                  <a16:creationId xmlns:a16="http://schemas.microsoft.com/office/drawing/2014/main" id="{A5B46A2B-265A-78FF-0E51-FF87AB7E9311}"/>
                </a:ext>
              </a:extLst>
            </p:cNvPr>
            <p:cNvPicPr>
              <a:picLocks noChangeAspect="1"/>
            </p:cNvPicPr>
            <p:nvPr/>
          </p:nvPicPr>
          <p:blipFill>
            <a:blip r:embed="rId5"/>
            <a:srcRect l="10092" r="10092"/>
            <a:stretch/>
          </p:blipFill>
          <p:spPr>
            <a:xfrm>
              <a:off x="5591781" y="1712378"/>
              <a:ext cx="1158067" cy="762487"/>
            </a:xfrm>
            <a:prstGeom prst="rect">
              <a:avLst/>
            </a:prstGeom>
          </p:spPr>
        </p:pic>
        <p:sp>
          <p:nvSpPr>
            <p:cNvPr id="19" name="Rectangle 18">
              <a:extLst>
                <a:ext uri="{FF2B5EF4-FFF2-40B4-BE49-F238E27FC236}">
                  <a16:creationId xmlns:a16="http://schemas.microsoft.com/office/drawing/2014/main" id="{0C33D1F2-9DB1-CBAD-90D1-4B6F78C2F090}"/>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2" name="Flowchart: Connector 1">
            <a:extLst>
              <a:ext uri="{FF2B5EF4-FFF2-40B4-BE49-F238E27FC236}">
                <a16:creationId xmlns:a16="http://schemas.microsoft.com/office/drawing/2014/main" id="{DCDE0D17-F50E-A905-1006-793190EC4596}"/>
              </a:ext>
            </a:extLst>
          </p:cNvPr>
          <p:cNvSpPr/>
          <p:nvPr/>
        </p:nvSpPr>
        <p:spPr>
          <a:xfrm>
            <a:off x="7057671" y="939165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169773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4675D-CA5A-6BCF-E201-632541FA05D2}"/>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B4AC0CF6-22BC-5643-CF1F-BC645E7BC4FA}"/>
              </a:ext>
            </a:extLst>
          </p:cNvPr>
          <p:cNvSpPr/>
          <p:nvPr/>
        </p:nvSpPr>
        <p:spPr>
          <a:xfrm>
            <a:off x="214856" y="865637"/>
            <a:ext cx="585961" cy="1895475"/>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5" name="Image 3">
            <a:extLst>
              <a:ext uri="{FF2B5EF4-FFF2-40B4-BE49-F238E27FC236}">
                <a16:creationId xmlns:a16="http://schemas.microsoft.com/office/drawing/2014/main" id="{7A871113-D2D4-AE7C-160B-D6C46B8E0507}"/>
              </a:ext>
            </a:extLst>
          </p:cNvPr>
          <p:cNvPicPr>
            <a:picLocks noChangeAspect="1"/>
          </p:cNvPicPr>
          <p:nvPr/>
        </p:nvPicPr>
        <p:blipFill>
          <a:blip r:embed="rId3"/>
          <a:srcRect/>
          <a:stretch/>
        </p:blipFill>
        <p:spPr>
          <a:xfrm>
            <a:off x="1" y="4219575"/>
            <a:ext cx="7772398" cy="4076699"/>
          </a:xfrm>
          <a:prstGeom prst="rect">
            <a:avLst/>
          </a:prstGeom>
        </p:spPr>
      </p:pic>
      <p:pic>
        <p:nvPicPr>
          <p:cNvPr id="6" name="Image 4" descr="preencoded.png">
            <a:extLst>
              <a:ext uri="{FF2B5EF4-FFF2-40B4-BE49-F238E27FC236}">
                <a16:creationId xmlns:a16="http://schemas.microsoft.com/office/drawing/2014/main" id="{C2F0AB1E-BD0D-D6C6-669F-BE77920E31B5}"/>
              </a:ext>
            </a:extLst>
          </p:cNvPr>
          <p:cNvPicPr>
            <a:picLocks noChangeAspect="1"/>
          </p:cNvPicPr>
          <p:nvPr/>
        </p:nvPicPr>
        <p:blipFill>
          <a:blip r:embed="rId4"/>
          <a:stretch>
            <a:fillRect/>
          </a:stretch>
        </p:blipFill>
        <p:spPr>
          <a:xfrm>
            <a:off x="4862751" y="6575308"/>
            <a:ext cx="1752600" cy="1752600"/>
          </a:xfrm>
          <a:prstGeom prst="rect">
            <a:avLst/>
          </a:prstGeom>
        </p:spPr>
      </p:pic>
      <p:pic>
        <p:nvPicPr>
          <p:cNvPr id="7" name="Image 5" descr="preencoded.png">
            <a:extLst>
              <a:ext uri="{FF2B5EF4-FFF2-40B4-BE49-F238E27FC236}">
                <a16:creationId xmlns:a16="http://schemas.microsoft.com/office/drawing/2014/main" id="{1DC89158-ADE7-F54C-3D6A-97F2CE96D878}"/>
              </a:ext>
            </a:extLst>
          </p:cNvPr>
          <p:cNvPicPr>
            <a:picLocks noChangeAspect="1"/>
          </p:cNvPicPr>
          <p:nvPr/>
        </p:nvPicPr>
        <p:blipFill>
          <a:blip r:embed="rId5"/>
          <a:stretch>
            <a:fillRect/>
          </a:stretch>
        </p:blipFill>
        <p:spPr>
          <a:xfrm>
            <a:off x="6607635" y="6575308"/>
            <a:ext cx="1171575" cy="1752600"/>
          </a:xfrm>
          <a:prstGeom prst="rect">
            <a:avLst/>
          </a:prstGeom>
        </p:spPr>
      </p:pic>
      <p:pic>
        <p:nvPicPr>
          <p:cNvPr id="8" name="Image 6" descr="preencoded.png">
            <a:extLst>
              <a:ext uri="{FF2B5EF4-FFF2-40B4-BE49-F238E27FC236}">
                <a16:creationId xmlns:a16="http://schemas.microsoft.com/office/drawing/2014/main" id="{3AB63ED4-3615-E579-D6B1-6E3E250EA2E8}"/>
              </a:ext>
            </a:extLst>
          </p:cNvPr>
          <p:cNvPicPr>
            <a:picLocks noChangeAspect="1"/>
          </p:cNvPicPr>
          <p:nvPr/>
        </p:nvPicPr>
        <p:blipFill>
          <a:blip r:embed="rId6"/>
          <a:stretch>
            <a:fillRect/>
          </a:stretch>
        </p:blipFill>
        <p:spPr>
          <a:xfrm>
            <a:off x="551487" y="9286170"/>
            <a:ext cx="6652174" cy="190500"/>
          </a:xfrm>
          <a:prstGeom prst="rect">
            <a:avLst/>
          </a:prstGeom>
        </p:spPr>
      </p:pic>
      <p:sp>
        <p:nvSpPr>
          <p:cNvPr id="12" name="Text 3">
            <a:extLst>
              <a:ext uri="{FF2B5EF4-FFF2-40B4-BE49-F238E27FC236}">
                <a16:creationId xmlns:a16="http://schemas.microsoft.com/office/drawing/2014/main" id="{8D118214-F76B-CE41-CFE4-5940E4B5B64B}"/>
              </a:ext>
            </a:extLst>
          </p:cNvPr>
          <p:cNvSpPr/>
          <p:nvPr/>
        </p:nvSpPr>
        <p:spPr>
          <a:xfrm>
            <a:off x="4362917" y="8902446"/>
            <a:ext cx="2838450" cy="228600"/>
          </a:xfrm>
          <a:prstGeom prst="rect">
            <a:avLst/>
          </a:prstGeom>
          <a:noFill/>
          <a:ln/>
        </p:spPr>
        <p:txBody>
          <a:bodyPr wrap="square" lIns="0" tIns="0" rIns="0" bIns="0" rtlCol="0" anchor="ctr"/>
          <a:lstStyle/>
          <a:p>
            <a:pPr marL="0" indent="0" algn="r">
              <a:lnSpc>
                <a:spcPct val="99141"/>
              </a:lnSpc>
              <a:buNone/>
            </a:pPr>
            <a:r>
              <a:rPr lang="en-US" sz="1200" dirty="0">
                <a:solidFill>
                  <a:srgbClr val="000000"/>
                </a:solidFill>
                <a:latin typeface="Titillium Web" panose="00000500000000000000" pitchFamily="2" charset="0"/>
                <a:ea typeface="Arimo" pitchFamily="34" charset="-122"/>
                <a:cs typeface="Arimo" pitchFamily="34" charset="-120"/>
              </a:rPr>
              <a:t>{{</a:t>
            </a:r>
            <a:r>
              <a:rPr lang="en-US" sz="1200" dirty="0" err="1">
                <a:solidFill>
                  <a:srgbClr val="000000"/>
                </a:solidFill>
                <a:latin typeface="Titillium Web" panose="00000500000000000000" pitchFamily="2" charset="0"/>
                <a:ea typeface="Arimo" pitchFamily="34" charset="-122"/>
                <a:cs typeface="Arimo" pitchFamily="34" charset="-120"/>
              </a:rPr>
              <a:t>emailAddress</a:t>
            </a:r>
            <a:r>
              <a:rPr lang="en-US" sz="1200" dirty="0">
                <a:solidFill>
                  <a:srgbClr val="000000"/>
                </a:solidFill>
                <a:latin typeface="Titillium Web" panose="00000500000000000000" pitchFamily="2" charset="0"/>
                <a:ea typeface="Arimo" pitchFamily="34" charset="-122"/>
                <a:cs typeface="Arimo" pitchFamily="34" charset="-120"/>
              </a:rPr>
              <a:t>}}</a:t>
            </a:r>
            <a:endParaRPr lang="en-US" sz="1200" dirty="0">
              <a:latin typeface="Titillium Web" panose="00000500000000000000" pitchFamily="2" charset="0"/>
            </a:endParaRPr>
          </a:p>
        </p:txBody>
      </p:sp>
      <p:sp>
        <p:nvSpPr>
          <p:cNvPr id="14" name="Text 0">
            <a:extLst>
              <a:ext uri="{FF2B5EF4-FFF2-40B4-BE49-F238E27FC236}">
                <a16:creationId xmlns:a16="http://schemas.microsoft.com/office/drawing/2014/main" id="{502AD792-A3B8-9B95-7182-30B279BCE309}"/>
              </a:ext>
            </a:extLst>
          </p:cNvPr>
          <p:cNvSpPr/>
          <p:nvPr/>
        </p:nvSpPr>
        <p:spPr>
          <a:xfrm>
            <a:off x="1252713" y="1042807"/>
            <a:ext cx="4641947" cy="1028700"/>
          </a:xfrm>
          <a:prstGeom prst="rect">
            <a:avLst/>
          </a:prstGeom>
          <a:noFill/>
          <a:ln/>
        </p:spPr>
        <p:txBody>
          <a:bodyPr wrap="square" lIns="0" tIns="0" rIns="0" bIns="0" rtlCol="0" anchor="ctr"/>
          <a:lstStyle/>
          <a:p>
            <a:pPr lvl="1">
              <a:lnSpc>
                <a:spcPts val="7500"/>
              </a:lnSpc>
              <a:buSzPct val="100000"/>
            </a:pPr>
            <a:r>
              <a:rPr lang="en-US" sz="4400" b="1" dirty="0">
                <a:solidFill>
                  <a:srgbClr val="1D1D1D"/>
                </a:solidFill>
                <a:latin typeface="Titillium Web" panose="00000500000000000000" pitchFamily="2" charset="0"/>
                <a:ea typeface="Sora" pitchFamily="34" charset="-122"/>
                <a:cs typeface="Sora" pitchFamily="34" charset="-120"/>
              </a:rPr>
              <a:t>SECTION7</a:t>
            </a:r>
          </a:p>
          <a:p>
            <a:pPr lvl="1">
              <a:lnSpc>
                <a:spcPct val="70000"/>
              </a:lnSpc>
              <a:buSzPct val="100000"/>
            </a:pPr>
            <a:r>
              <a:rPr lang="en-US" sz="3375" b="1" dirty="0">
                <a:solidFill>
                  <a:schemeClr val="tx1">
                    <a:lumMod val="50000"/>
                    <a:lumOff val="50000"/>
                  </a:schemeClr>
                </a:solidFill>
                <a:latin typeface="Titillium Web" panose="00000500000000000000" pitchFamily="2" charset="0"/>
                <a:ea typeface="Sora" pitchFamily="34" charset="-122"/>
              </a:rPr>
              <a:t>Market Position</a:t>
            </a:r>
            <a:endParaRPr lang="en-US" sz="3375" dirty="0">
              <a:solidFill>
                <a:schemeClr val="tx1">
                  <a:lumMod val="50000"/>
                  <a:lumOff val="50000"/>
                </a:schemeClr>
              </a:solidFill>
              <a:latin typeface="Titillium Web" panose="00000500000000000000" pitchFamily="2" charset="0"/>
            </a:endParaRPr>
          </a:p>
        </p:txBody>
      </p:sp>
      <p:sp>
        <p:nvSpPr>
          <p:cNvPr id="23" name="Rectangle 22">
            <a:extLst>
              <a:ext uri="{FF2B5EF4-FFF2-40B4-BE49-F238E27FC236}">
                <a16:creationId xmlns:a16="http://schemas.microsoft.com/office/drawing/2014/main" id="{659C6803-2D3E-385D-5D9F-AC16C082575E}"/>
              </a:ext>
            </a:extLst>
          </p:cNvPr>
          <p:cNvSpPr/>
          <p:nvPr/>
        </p:nvSpPr>
        <p:spPr>
          <a:xfrm>
            <a:off x="214856" y="865637"/>
            <a:ext cx="585961" cy="1895475"/>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Rectangle 20">
            <a:extLst>
              <a:ext uri="{FF2B5EF4-FFF2-40B4-BE49-F238E27FC236}">
                <a16:creationId xmlns:a16="http://schemas.microsoft.com/office/drawing/2014/main" id="{013C992D-2959-952E-CD34-171AFD240862}"/>
              </a:ext>
            </a:extLst>
          </p:cNvPr>
          <p:cNvSpPr/>
          <p:nvPr/>
        </p:nvSpPr>
        <p:spPr>
          <a:xfrm>
            <a:off x="214856" y="865637"/>
            <a:ext cx="1054386" cy="1416053"/>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4021090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06859-2036-874E-78DC-8674348CAC2E}"/>
            </a:ext>
          </a:extLst>
        </p:cNvPr>
        <p:cNvGrpSpPr/>
        <p:nvPr/>
      </p:nvGrpSpPr>
      <p:grpSpPr>
        <a:xfrm>
          <a:off x="0" y="0"/>
          <a:ext cx="0" cy="0"/>
          <a:chOff x="0" y="0"/>
          <a:chExt cx="0" cy="0"/>
        </a:xfrm>
      </p:grpSpPr>
      <p:pic>
        <p:nvPicPr>
          <p:cNvPr id="5" name="Image 3" descr="preencoded.png">
            <a:extLst>
              <a:ext uri="{FF2B5EF4-FFF2-40B4-BE49-F238E27FC236}">
                <a16:creationId xmlns:a16="http://schemas.microsoft.com/office/drawing/2014/main" id="{BD6BE86F-7F87-AFE5-26D8-C933D675FE3F}"/>
              </a:ext>
            </a:extLst>
          </p:cNvPr>
          <p:cNvPicPr>
            <a:picLocks noChangeAspect="1"/>
          </p:cNvPicPr>
          <p:nvPr/>
        </p:nvPicPr>
        <p:blipFill>
          <a:blip r:embed="rId3"/>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72F31D61-3D8E-4B26-518F-3DE7CDFA51CC}"/>
              </a:ext>
            </a:extLst>
          </p:cNvPr>
          <p:cNvSpPr/>
          <p:nvPr/>
        </p:nvSpPr>
        <p:spPr>
          <a:xfrm>
            <a:off x="796962" y="2533650"/>
            <a:ext cx="4794819" cy="5259921"/>
          </a:xfrm>
          <a:prstGeom prst="rect">
            <a:avLst/>
          </a:prstGeom>
          <a:noFill/>
          <a:ln/>
        </p:spPr>
        <p:txBody>
          <a:bodyPr wrap="square" lIns="0" tIns="0" rIns="0" bIns="0" rtlCol="0" anchor="ctr"/>
          <a:lstStyle/>
          <a:p>
            <a:pPr marL="0" indent="0" algn="l">
              <a:lnSpc>
                <a:spcPts val="1600"/>
              </a:lnSpc>
              <a:spcBef>
                <a:spcPts val="1200"/>
              </a:spcBef>
              <a:spcAft>
                <a:spcPts val="600"/>
              </a:spcAft>
              <a:buNone/>
            </a:pPr>
            <a:r>
              <a:rPr lang="en-US" sz="1200" dirty="0">
                <a:solidFill>
                  <a:srgbClr val="1D1D1D"/>
                </a:solidFill>
                <a:latin typeface="Titillium Web" panose="00000500000000000000" pitchFamily="2" charset="0"/>
                <a:ea typeface="Titillium Web" pitchFamily="34" charset="-122"/>
                <a:cs typeface="Titillium Web" pitchFamily="34" charset="-120"/>
              </a:rPr>
              <a:t>{{introduction7}}</a:t>
            </a:r>
          </a:p>
        </p:txBody>
      </p:sp>
      <p:sp>
        <p:nvSpPr>
          <p:cNvPr id="9" name="Text 1">
            <a:extLst>
              <a:ext uri="{FF2B5EF4-FFF2-40B4-BE49-F238E27FC236}">
                <a16:creationId xmlns:a16="http://schemas.microsoft.com/office/drawing/2014/main" id="{C2058F50-1E8B-FB76-1EFF-94F0F650367B}"/>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0" name="Text 2">
            <a:extLst>
              <a:ext uri="{FF2B5EF4-FFF2-40B4-BE49-F238E27FC236}">
                <a16:creationId xmlns:a16="http://schemas.microsoft.com/office/drawing/2014/main" id="{3BADA913-9D54-560B-C6F1-12FB345303B5}"/>
              </a:ext>
            </a:extLst>
          </p:cNvPr>
          <p:cNvSpPr/>
          <p:nvPr/>
        </p:nvSpPr>
        <p:spPr>
          <a:xfrm>
            <a:off x="796962" y="1868292"/>
            <a:ext cx="3960442" cy="476250"/>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cs typeface="Sora" pitchFamily="34" charset="-120"/>
              </a:rPr>
              <a:t>7.1 Introduction</a:t>
            </a:r>
            <a:endParaRPr lang="en-US" sz="2800" dirty="0">
              <a:latin typeface="Titillium Web" panose="00000500000000000000" pitchFamily="2" charset="0"/>
            </a:endParaRPr>
          </a:p>
        </p:txBody>
      </p:sp>
      <p:sp>
        <p:nvSpPr>
          <p:cNvPr id="11" name="Text 3">
            <a:extLst>
              <a:ext uri="{FF2B5EF4-FFF2-40B4-BE49-F238E27FC236}">
                <a16:creationId xmlns:a16="http://schemas.microsoft.com/office/drawing/2014/main" id="{6A225A5F-4862-970A-421A-A1F331FF583F}"/>
              </a:ext>
            </a:extLst>
          </p:cNvPr>
          <p:cNvSpPr/>
          <p:nvPr/>
        </p:nvSpPr>
        <p:spPr>
          <a:xfrm>
            <a:off x="7209558" y="9559385"/>
            <a:ext cx="228600" cy="180975"/>
          </a:xfrm>
          <a:prstGeom prst="rect">
            <a:avLst/>
          </a:prstGeom>
          <a:noFill/>
          <a:ln/>
        </p:spPr>
        <p:txBody>
          <a:bodyPr wrap="square" lIns="0" tIns="0" rIns="0" bIns="0" rtlCol="0" anchor="ctr"/>
          <a:lstStyle/>
          <a:p>
            <a:pPr>
              <a:lnSpc>
                <a:spcPct val="79650"/>
              </a:lnSpc>
            </a:pPr>
            <a:r>
              <a:rPr lang="en-US" sz="1200" b="1" dirty="0">
                <a:solidFill>
                  <a:srgbClr val="2B2B35"/>
                </a:solidFill>
                <a:latin typeface="Titillium Web" panose="00000500000000000000" pitchFamily="2" charset="0"/>
                <a:ea typeface="Roboto Condensed" pitchFamily="34" charset="-122"/>
                <a:cs typeface="Roboto Condensed" pitchFamily="34" charset="-120"/>
              </a:rPr>
              <a:t>45</a:t>
            </a:r>
            <a:endParaRPr lang="en-US" sz="1200" dirty="0">
              <a:latin typeface="Titillium Web" panose="00000500000000000000" pitchFamily="2" charset="0"/>
            </a:endParaRPr>
          </a:p>
        </p:txBody>
      </p:sp>
      <p:sp>
        <p:nvSpPr>
          <p:cNvPr id="12" name="Text 4">
            <a:extLst>
              <a:ext uri="{FF2B5EF4-FFF2-40B4-BE49-F238E27FC236}">
                <a16:creationId xmlns:a16="http://schemas.microsoft.com/office/drawing/2014/main" id="{DBF08E04-429E-CA56-844A-637B07773C78}"/>
              </a:ext>
            </a:extLst>
          </p:cNvPr>
          <p:cNvSpPr/>
          <p:nvPr/>
        </p:nvSpPr>
        <p:spPr>
          <a:xfrm>
            <a:off x="895634" y="684512"/>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9600951A-5129-9275-D456-85153EE39616}"/>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7</a:t>
            </a:r>
            <a:endParaRPr lang="en-US" sz="1200" dirty="0">
              <a:latin typeface="Titillium Web" panose="00000500000000000000" pitchFamily="2" charset="0"/>
            </a:endParaRPr>
          </a:p>
        </p:txBody>
      </p:sp>
      <p:grpSp>
        <p:nvGrpSpPr>
          <p:cNvPr id="14" name="Group 13">
            <a:extLst>
              <a:ext uri="{FF2B5EF4-FFF2-40B4-BE49-F238E27FC236}">
                <a16:creationId xmlns:a16="http://schemas.microsoft.com/office/drawing/2014/main" id="{AEB2AAE4-C708-FDB8-6236-322B7B542B97}"/>
              </a:ext>
            </a:extLst>
          </p:cNvPr>
          <p:cNvGrpSpPr/>
          <p:nvPr/>
        </p:nvGrpSpPr>
        <p:grpSpPr>
          <a:xfrm>
            <a:off x="6037145" y="7617247"/>
            <a:ext cx="1314450" cy="1449210"/>
            <a:chOff x="5999045" y="7407697"/>
            <a:chExt cx="1314450" cy="1449210"/>
          </a:xfrm>
        </p:grpSpPr>
        <p:sp>
          <p:nvSpPr>
            <p:cNvPr id="15" name="Text 4">
              <a:extLst>
                <a:ext uri="{FF2B5EF4-FFF2-40B4-BE49-F238E27FC236}">
                  <a16:creationId xmlns:a16="http://schemas.microsoft.com/office/drawing/2014/main" id="{BFB61426-C6CF-5F27-CB35-8F89B177DEBF}"/>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6" name="Image 4" descr="preencoded.png">
              <a:extLst>
                <a:ext uri="{FF2B5EF4-FFF2-40B4-BE49-F238E27FC236}">
                  <a16:creationId xmlns:a16="http://schemas.microsoft.com/office/drawing/2014/main" id="{104153E7-DACC-8D6C-3FC7-D4251109B8A8}"/>
                </a:ext>
              </a:extLst>
            </p:cNvPr>
            <p:cNvPicPr>
              <a:picLocks noChangeAspect="1"/>
            </p:cNvPicPr>
            <p:nvPr/>
          </p:nvPicPr>
          <p:blipFill>
            <a:blip r:embed="rId4"/>
            <a:stretch>
              <a:fillRect/>
            </a:stretch>
          </p:blipFill>
          <p:spPr>
            <a:xfrm>
              <a:off x="6799145" y="7407697"/>
              <a:ext cx="514350" cy="400050"/>
            </a:xfrm>
            <a:prstGeom prst="rect">
              <a:avLst/>
            </a:prstGeom>
          </p:spPr>
        </p:pic>
      </p:grpSp>
      <p:grpSp>
        <p:nvGrpSpPr>
          <p:cNvPr id="3" name="Group 2">
            <a:extLst>
              <a:ext uri="{FF2B5EF4-FFF2-40B4-BE49-F238E27FC236}">
                <a16:creationId xmlns:a16="http://schemas.microsoft.com/office/drawing/2014/main" id="{54AC7000-B156-F950-2EA4-E72D85A75D86}"/>
              </a:ext>
            </a:extLst>
          </p:cNvPr>
          <p:cNvGrpSpPr/>
          <p:nvPr/>
        </p:nvGrpSpPr>
        <p:grpSpPr>
          <a:xfrm>
            <a:off x="5591781" y="1412484"/>
            <a:ext cx="1382886" cy="1387866"/>
            <a:chOff x="5591781" y="1412484"/>
            <a:chExt cx="1382886" cy="1387866"/>
          </a:xfrm>
        </p:grpSpPr>
        <p:sp>
          <p:nvSpPr>
            <p:cNvPr id="17" name="Rectangle 16">
              <a:extLst>
                <a:ext uri="{FF2B5EF4-FFF2-40B4-BE49-F238E27FC236}">
                  <a16:creationId xmlns:a16="http://schemas.microsoft.com/office/drawing/2014/main" id="{7002814E-7660-F831-F823-3FC70229F15C}"/>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0" name="Picture 19">
              <a:extLst>
                <a:ext uri="{FF2B5EF4-FFF2-40B4-BE49-F238E27FC236}">
                  <a16:creationId xmlns:a16="http://schemas.microsoft.com/office/drawing/2014/main" id="{F9463645-91FE-BA5F-707E-CBBD1FF5E7D3}"/>
                </a:ext>
              </a:extLst>
            </p:cNvPr>
            <p:cNvPicPr>
              <a:picLocks noChangeAspect="1"/>
            </p:cNvPicPr>
            <p:nvPr/>
          </p:nvPicPr>
          <p:blipFill>
            <a:blip r:embed="rId5"/>
            <a:srcRect l="10092" r="10092"/>
            <a:stretch/>
          </p:blipFill>
          <p:spPr>
            <a:xfrm>
              <a:off x="5591781" y="1712378"/>
              <a:ext cx="1158067" cy="762487"/>
            </a:xfrm>
            <a:prstGeom prst="rect">
              <a:avLst/>
            </a:prstGeom>
          </p:spPr>
        </p:pic>
        <p:sp>
          <p:nvSpPr>
            <p:cNvPr id="21" name="Rectangle 20">
              <a:extLst>
                <a:ext uri="{FF2B5EF4-FFF2-40B4-BE49-F238E27FC236}">
                  <a16:creationId xmlns:a16="http://schemas.microsoft.com/office/drawing/2014/main" id="{054546CA-92D0-F068-AD6B-1B2CE4B9599C}"/>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2" name="Flowchart: Connector 1">
            <a:extLst>
              <a:ext uri="{FF2B5EF4-FFF2-40B4-BE49-F238E27FC236}">
                <a16:creationId xmlns:a16="http://schemas.microsoft.com/office/drawing/2014/main" id="{E9A05E05-AE35-7887-D92B-E5E4751F0BE5}"/>
              </a:ext>
            </a:extLst>
          </p:cNvPr>
          <p:cNvSpPr/>
          <p:nvPr/>
        </p:nvSpPr>
        <p:spPr>
          <a:xfrm>
            <a:off x="7044971" y="939165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637250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59EEB-C333-47EB-3B2A-75C5FC662FAE}"/>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25B4D0C-AB25-CD72-7206-E0C79EED0948}"/>
              </a:ext>
            </a:extLst>
          </p:cNvPr>
          <p:cNvPicPr>
            <a:picLocks noChangeAspect="1"/>
          </p:cNvPicPr>
          <p:nvPr/>
        </p:nvPicPr>
        <p:blipFill>
          <a:blip r:embed="rId3"/>
          <a:stretch>
            <a:fillRect/>
          </a:stretch>
        </p:blipFill>
        <p:spPr>
          <a:xfrm>
            <a:off x="0" y="86182"/>
            <a:ext cx="7772400" cy="10058400"/>
          </a:xfrm>
          <a:prstGeom prst="rect">
            <a:avLst/>
          </a:prstGeom>
        </p:spPr>
      </p:pic>
      <p:pic>
        <p:nvPicPr>
          <p:cNvPr id="5" name="Image 3" descr="preencoded.png">
            <a:extLst>
              <a:ext uri="{FF2B5EF4-FFF2-40B4-BE49-F238E27FC236}">
                <a16:creationId xmlns:a16="http://schemas.microsoft.com/office/drawing/2014/main" id="{5A6DFA43-5D97-9465-9F8C-F3AFB61D6233}"/>
              </a:ext>
            </a:extLst>
          </p:cNvPr>
          <p:cNvPicPr>
            <a:picLocks noChangeAspect="1"/>
          </p:cNvPicPr>
          <p:nvPr/>
        </p:nvPicPr>
        <p:blipFill>
          <a:blip r:embed="rId4"/>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8DE4A58B-660D-739E-8B02-FC1634AB8F5C}"/>
              </a:ext>
            </a:extLst>
          </p:cNvPr>
          <p:cNvSpPr/>
          <p:nvPr/>
        </p:nvSpPr>
        <p:spPr>
          <a:xfrm>
            <a:off x="796962" y="2508059"/>
            <a:ext cx="4821537" cy="5892991"/>
          </a:xfrm>
          <a:prstGeom prst="rect">
            <a:avLst/>
          </a:prstGeom>
          <a:noFill/>
          <a:ln/>
        </p:spPr>
        <p:txBody>
          <a:bodyPr wrap="square" lIns="0" tIns="0" rIns="0" bIns="0" rtlCol="0" anchor="ctr"/>
          <a:lstStyle/>
          <a:p>
            <a:pPr algn="l">
              <a:lnSpc>
                <a:spcPts val="1600"/>
              </a:lnSpc>
              <a:spcBef>
                <a:spcPts val="1200"/>
              </a:spcBef>
              <a:spcAft>
                <a:spcPts val="600"/>
              </a:spcAft>
            </a:pPr>
            <a:r>
              <a:rPr lang="en-US" sz="1200" dirty="0">
                <a:solidFill>
                  <a:srgbClr val="1D1D1D"/>
                </a:solidFill>
                <a:latin typeface="Titillium Web" panose="00000500000000000000" pitchFamily="2" charset="0"/>
                <a:ea typeface="Titillium Web" pitchFamily="34" charset="-122"/>
                <a:cs typeface="Titillium Web" pitchFamily="34" charset="-120"/>
              </a:rPr>
              <a:t>{{</a:t>
            </a:r>
            <a:r>
              <a:rPr lang="en-US" sz="1200" dirty="0" err="1">
                <a:solidFill>
                  <a:srgbClr val="1D1D1D"/>
                </a:solidFill>
                <a:latin typeface="Titillium Web" panose="00000500000000000000" pitchFamily="2" charset="0"/>
                <a:ea typeface="Titillium Web" pitchFamily="34" charset="-122"/>
                <a:cs typeface="Titillium Web" pitchFamily="34" charset="-120"/>
              </a:rPr>
              <a:t>marketPosDocSummary</a:t>
            </a:r>
            <a:r>
              <a:rPr lang="en-US" sz="1200" dirty="0">
                <a:solidFill>
                  <a:srgbClr val="1D1D1D"/>
                </a:solidFill>
                <a:latin typeface="Titillium Web" panose="00000500000000000000" pitchFamily="2" charset="0"/>
                <a:ea typeface="Titillium Web" pitchFamily="34" charset="-122"/>
                <a:cs typeface="Titillium Web" pitchFamily="34" charset="-120"/>
              </a:rPr>
              <a:t>}}</a:t>
            </a:r>
          </a:p>
          <a:p>
            <a:pPr algn="l">
              <a:lnSpc>
                <a:spcPts val="1600"/>
              </a:lnSpc>
              <a:spcBef>
                <a:spcPts val="1200"/>
              </a:spcBef>
              <a:spcAft>
                <a:spcPts val="600"/>
              </a:spcAft>
            </a:pPr>
            <a:r>
              <a:rPr lang="en-US" sz="1200" b="1" dirty="0">
                <a:solidFill>
                  <a:srgbClr val="1D1D1D"/>
                </a:solidFill>
                <a:latin typeface="Titillium Web" panose="00000500000000000000" pitchFamily="2" charset="0"/>
                <a:ea typeface="Titillium Web" pitchFamily="34" charset="-122"/>
                <a:cs typeface="Titillium Web" pitchFamily="34" charset="-120"/>
              </a:rPr>
              <a:t>Documents Received:</a:t>
            </a:r>
          </a:p>
          <a:p>
            <a:pPr algn="l">
              <a:lnSpc>
                <a:spcPts val="1600"/>
              </a:lnSpc>
              <a:spcBef>
                <a:spcPts val="1200"/>
              </a:spcBef>
              <a:spcAft>
                <a:spcPts val="600"/>
              </a:spcAft>
            </a:pPr>
            <a:r>
              <a:rPr lang="en-US" sz="1200" dirty="0">
                <a:solidFill>
                  <a:srgbClr val="1D1D1D"/>
                </a:solidFill>
                <a:latin typeface="Titillium Web" panose="00000500000000000000" pitchFamily="2" charset="0"/>
                <a:ea typeface="Titillium Web" pitchFamily="34" charset="-122"/>
                <a:cs typeface="Titillium Web" pitchFamily="34" charset="-120"/>
              </a:rPr>
              <a:t>{{</a:t>
            </a:r>
            <a:r>
              <a:rPr lang="en-US" sz="1200" dirty="0" err="1">
                <a:solidFill>
                  <a:srgbClr val="1D1D1D"/>
                </a:solidFill>
                <a:latin typeface="Titillium Web" panose="00000500000000000000" pitchFamily="2" charset="0"/>
                <a:ea typeface="Titillium Web" pitchFamily="34" charset="-122"/>
                <a:cs typeface="Titillium Web" pitchFamily="34" charset="-120"/>
              </a:rPr>
              <a:t>marketPosDocsReceive</a:t>
            </a:r>
            <a:r>
              <a:rPr lang="en-US" sz="1200" dirty="0">
                <a:solidFill>
                  <a:srgbClr val="1D1D1D"/>
                </a:solidFill>
                <a:latin typeface="Titillium Web" panose="00000500000000000000" pitchFamily="2" charset="0"/>
                <a:ea typeface="Titillium Web" pitchFamily="34" charset="-122"/>
                <a:cs typeface="Titillium Web" pitchFamily="34" charset="-120"/>
              </a:rPr>
              <a:t>}}</a:t>
            </a:r>
          </a:p>
          <a:p>
            <a:pPr algn="l">
              <a:lnSpc>
                <a:spcPts val="1600"/>
              </a:lnSpc>
              <a:spcBef>
                <a:spcPts val="1200"/>
              </a:spcBef>
              <a:spcAft>
                <a:spcPts val="600"/>
              </a:spcAft>
            </a:pPr>
            <a:r>
              <a:rPr lang="en-US" sz="1200" b="1" dirty="0">
                <a:solidFill>
                  <a:srgbClr val="1D1D1D"/>
                </a:solidFill>
                <a:latin typeface="Titillium Web" panose="00000500000000000000" pitchFamily="2" charset="0"/>
                <a:ea typeface="Titillium Web" pitchFamily="34" charset="-122"/>
                <a:cs typeface="Titillium Web" pitchFamily="34" charset="-120"/>
              </a:rPr>
              <a:t>Not Received:</a:t>
            </a:r>
          </a:p>
          <a:p>
            <a:pPr algn="l">
              <a:lnSpc>
                <a:spcPts val="1600"/>
              </a:lnSpc>
              <a:spcBef>
                <a:spcPts val="1200"/>
              </a:spcBef>
              <a:spcAft>
                <a:spcPts val="600"/>
              </a:spcAft>
            </a:pPr>
            <a:r>
              <a:rPr lang="en-US" sz="1200" dirty="0">
                <a:solidFill>
                  <a:srgbClr val="1D1D1D"/>
                </a:solidFill>
                <a:latin typeface="Titillium Web" panose="00000500000000000000" pitchFamily="2" charset="0"/>
                <a:ea typeface="Titillium Web" pitchFamily="34" charset="-122"/>
                <a:cs typeface="Titillium Web" pitchFamily="34" charset="-120"/>
              </a:rPr>
              <a:t>{{</a:t>
            </a:r>
            <a:r>
              <a:rPr lang="en-US" sz="1200" dirty="0" err="1">
                <a:solidFill>
                  <a:srgbClr val="1D1D1D"/>
                </a:solidFill>
                <a:latin typeface="Titillium Web" panose="00000500000000000000" pitchFamily="2" charset="0"/>
                <a:ea typeface="Titillium Web" pitchFamily="34" charset="-122"/>
                <a:cs typeface="Titillium Web" pitchFamily="34" charset="-120"/>
              </a:rPr>
              <a:t>marketPosDocsNotReceive</a:t>
            </a:r>
            <a:r>
              <a:rPr lang="en-US" sz="1200" dirty="0">
                <a:solidFill>
                  <a:srgbClr val="1D1D1D"/>
                </a:solidFill>
                <a:latin typeface="Titillium Web" panose="00000500000000000000" pitchFamily="2" charset="0"/>
                <a:ea typeface="Titillium Web" pitchFamily="34" charset="-122"/>
                <a:cs typeface="Titillium Web" pitchFamily="34" charset="-120"/>
              </a:rPr>
              <a:t>}}</a:t>
            </a:r>
          </a:p>
          <a:p>
            <a:pPr algn="l">
              <a:lnSpc>
                <a:spcPts val="1600"/>
              </a:lnSpc>
              <a:spcBef>
                <a:spcPts val="1200"/>
              </a:spcBef>
              <a:spcAft>
                <a:spcPts val="600"/>
              </a:spcAft>
            </a:pPr>
            <a:r>
              <a:rPr lang="en-US" sz="1200" dirty="0">
                <a:solidFill>
                  <a:srgbClr val="1D1D1D"/>
                </a:solidFill>
                <a:latin typeface="Titillium Web" panose="00000500000000000000" pitchFamily="2" charset="0"/>
                <a:ea typeface="Titillium Web" pitchFamily="34" charset="-122"/>
                <a:cs typeface="Titillium Web" pitchFamily="34" charset="-120"/>
              </a:rPr>
              <a:t>{{</a:t>
            </a:r>
            <a:r>
              <a:rPr lang="en-US" sz="1200" dirty="0" err="1">
                <a:solidFill>
                  <a:srgbClr val="1D1D1D"/>
                </a:solidFill>
                <a:latin typeface="Titillium Web" panose="00000500000000000000" pitchFamily="2" charset="0"/>
                <a:ea typeface="Titillium Web" pitchFamily="34" charset="-122"/>
                <a:cs typeface="Titillium Web" pitchFamily="34" charset="-120"/>
              </a:rPr>
              <a:t>marketPosDocConclusion</a:t>
            </a:r>
            <a:r>
              <a:rPr lang="en-US" sz="1200" dirty="0">
                <a:solidFill>
                  <a:srgbClr val="1D1D1D"/>
                </a:solidFill>
                <a:latin typeface="Titillium Web" panose="00000500000000000000" pitchFamily="2" charset="0"/>
                <a:ea typeface="Titillium Web" pitchFamily="34" charset="-122"/>
                <a:cs typeface="Titillium Web" pitchFamily="34" charset="-120"/>
              </a:rPr>
              <a:t>}}</a:t>
            </a:r>
          </a:p>
        </p:txBody>
      </p:sp>
      <p:sp>
        <p:nvSpPr>
          <p:cNvPr id="9" name="Text 1">
            <a:extLst>
              <a:ext uri="{FF2B5EF4-FFF2-40B4-BE49-F238E27FC236}">
                <a16:creationId xmlns:a16="http://schemas.microsoft.com/office/drawing/2014/main" id="{1A7F2CF7-9392-FE52-5532-CEFA6641322C}"/>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0" name="Text 2">
            <a:extLst>
              <a:ext uri="{FF2B5EF4-FFF2-40B4-BE49-F238E27FC236}">
                <a16:creationId xmlns:a16="http://schemas.microsoft.com/office/drawing/2014/main" id="{421E5A87-93C0-40F2-DC0E-2A9CB202EE64}"/>
              </a:ext>
            </a:extLst>
          </p:cNvPr>
          <p:cNvSpPr/>
          <p:nvPr/>
        </p:nvSpPr>
        <p:spPr>
          <a:xfrm>
            <a:off x="796962" y="1960569"/>
            <a:ext cx="3960442" cy="331541"/>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cs typeface="Sora" pitchFamily="34" charset="-120"/>
              </a:rPr>
              <a:t>7.2 Documentation</a:t>
            </a:r>
            <a:endParaRPr lang="en-US" sz="2800" dirty="0">
              <a:latin typeface="Titillium Web" panose="00000500000000000000" pitchFamily="2" charset="0"/>
            </a:endParaRPr>
          </a:p>
        </p:txBody>
      </p:sp>
      <p:sp>
        <p:nvSpPr>
          <p:cNvPr id="11" name="Text 3">
            <a:extLst>
              <a:ext uri="{FF2B5EF4-FFF2-40B4-BE49-F238E27FC236}">
                <a16:creationId xmlns:a16="http://schemas.microsoft.com/office/drawing/2014/main" id="{A9345E5A-0462-0A65-AF78-BFBF14F4407B}"/>
              </a:ext>
            </a:extLst>
          </p:cNvPr>
          <p:cNvSpPr/>
          <p:nvPr/>
        </p:nvSpPr>
        <p:spPr>
          <a:xfrm>
            <a:off x="7209558" y="9559385"/>
            <a:ext cx="228600" cy="180975"/>
          </a:xfrm>
          <a:prstGeom prst="rect">
            <a:avLst/>
          </a:prstGeom>
          <a:noFill/>
          <a:ln/>
        </p:spPr>
        <p:txBody>
          <a:bodyPr wrap="square" lIns="0" tIns="0" rIns="0" bIns="0" rtlCol="0" anchor="ctr"/>
          <a:lstStyle/>
          <a:p>
            <a:pPr>
              <a:lnSpc>
                <a:spcPct val="79650"/>
              </a:lnSpc>
            </a:pPr>
            <a:r>
              <a:rPr lang="en-US" sz="1000" b="1" dirty="0">
                <a:solidFill>
                  <a:srgbClr val="2B2B35"/>
                </a:solidFill>
                <a:latin typeface="Titillium Web" panose="00000500000000000000" pitchFamily="2" charset="0"/>
                <a:ea typeface="Roboto Condensed" pitchFamily="34" charset="-122"/>
                <a:cs typeface="Roboto Condensed" pitchFamily="34" charset="-120"/>
              </a:rPr>
              <a:t>4</a:t>
            </a:r>
            <a:r>
              <a:rPr lang="en-US" sz="1200" b="1" dirty="0">
                <a:solidFill>
                  <a:srgbClr val="2B2B35"/>
                </a:solidFill>
                <a:latin typeface="Titillium Web" panose="00000500000000000000" pitchFamily="2" charset="0"/>
                <a:ea typeface="Roboto Condensed" pitchFamily="34" charset="-122"/>
                <a:cs typeface="Roboto Condensed" pitchFamily="34" charset="-120"/>
              </a:rPr>
              <a:t>5</a:t>
            </a:r>
            <a:endParaRPr lang="en-US" sz="1200" dirty="0">
              <a:latin typeface="Titillium Web" panose="00000500000000000000" pitchFamily="2" charset="0"/>
            </a:endParaRPr>
          </a:p>
        </p:txBody>
      </p:sp>
      <p:sp>
        <p:nvSpPr>
          <p:cNvPr id="12" name="Text 4">
            <a:extLst>
              <a:ext uri="{FF2B5EF4-FFF2-40B4-BE49-F238E27FC236}">
                <a16:creationId xmlns:a16="http://schemas.microsoft.com/office/drawing/2014/main" id="{74A3C2DA-02A6-1E9A-5769-FF017D2E1C2A}"/>
              </a:ext>
            </a:extLst>
          </p:cNvPr>
          <p:cNvSpPr/>
          <p:nvPr/>
        </p:nvSpPr>
        <p:spPr>
          <a:xfrm>
            <a:off x="895634" y="684512"/>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E777D825-5690-691A-F6CA-9F4F18380F80}"/>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7</a:t>
            </a:r>
            <a:endParaRPr lang="en-US" sz="1200" dirty="0">
              <a:latin typeface="Titillium Web" panose="00000500000000000000" pitchFamily="2" charset="0"/>
            </a:endParaRPr>
          </a:p>
        </p:txBody>
      </p:sp>
      <p:grpSp>
        <p:nvGrpSpPr>
          <p:cNvPr id="14" name="Group 13">
            <a:extLst>
              <a:ext uri="{FF2B5EF4-FFF2-40B4-BE49-F238E27FC236}">
                <a16:creationId xmlns:a16="http://schemas.microsoft.com/office/drawing/2014/main" id="{42AE1C45-4CA0-DDE2-2861-73FC1BA30EF9}"/>
              </a:ext>
            </a:extLst>
          </p:cNvPr>
          <p:cNvGrpSpPr/>
          <p:nvPr/>
        </p:nvGrpSpPr>
        <p:grpSpPr>
          <a:xfrm>
            <a:off x="5999045" y="7407697"/>
            <a:ext cx="1314450" cy="1449210"/>
            <a:chOff x="5999045" y="7407697"/>
            <a:chExt cx="1314450" cy="1449210"/>
          </a:xfrm>
        </p:grpSpPr>
        <p:sp>
          <p:nvSpPr>
            <p:cNvPr id="15" name="Text 4">
              <a:extLst>
                <a:ext uri="{FF2B5EF4-FFF2-40B4-BE49-F238E27FC236}">
                  <a16:creationId xmlns:a16="http://schemas.microsoft.com/office/drawing/2014/main" id="{C9A9CE38-6B67-51F3-DB79-47B23E856D30}"/>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6" name="Image 4" descr="preencoded.png">
              <a:extLst>
                <a:ext uri="{FF2B5EF4-FFF2-40B4-BE49-F238E27FC236}">
                  <a16:creationId xmlns:a16="http://schemas.microsoft.com/office/drawing/2014/main" id="{A424F2C3-30AC-AC85-4B98-E85E90B6086A}"/>
                </a:ext>
              </a:extLst>
            </p:cNvPr>
            <p:cNvPicPr>
              <a:picLocks noChangeAspect="1"/>
            </p:cNvPicPr>
            <p:nvPr/>
          </p:nvPicPr>
          <p:blipFill>
            <a:blip r:embed="rId5"/>
            <a:stretch>
              <a:fillRect/>
            </a:stretch>
          </p:blipFill>
          <p:spPr>
            <a:xfrm>
              <a:off x="6799145" y="7407697"/>
              <a:ext cx="514350" cy="400050"/>
            </a:xfrm>
            <a:prstGeom prst="rect">
              <a:avLst/>
            </a:prstGeom>
          </p:spPr>
        </p:pic>
      </p:grpSp>
      <p:grpSp>
        <p:nvGrpSpPr>
          <p:cNvPr id="3" name="Group 2">
            <a:extLst>
              <a:ext uri="{FF2B5EF4-FFF2-40B4-BE49-F238E27FC236}">
                <a16:creationId xmlns:a16="http://schemas.microsoft.com/office/drawing/2014/main" id="{F679919D-699A-CFCC-9E30-3FE892AD7AB9}"/>
              </a:ext>
            </a:extLst>
          </p:cNvPr>
          <p:cNvGrpSpPr/>
          <p:nvPr/>
        </p:nvGrpSpPr>
        <p:grpSpPr>
          <a:xfrm>
            <a:off x="5591781" y="1412484"/>
            <a:ext cx="1382886" cy="1387866"/>
            <a:chOff x="5591781" y="1412484"/>
            <a:chExt cx="1382886" cy="1387866"/>
          </a:xfrm>
        </p:grpSpPr>
        <p:sp>
          <p:nvSpPr>
            <p:cNvPr id="17" name="Rectangle 16">
              <a:extLst>
                <a:ext uri="{FF2B5EF4-FFF2-40B4-BE49-F238E27FC236}">
                  <a16:creationId xmlns:a16="http://schemas.microsoft.com/office/drawing/2014/main" id="{AB58ACB4-99BE-465B-2742-8861A0B22C3C}"/>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0" name="Picture 19">
              <a:extLst>
                <a:ext uri="{FF2B5EF4-FFF2-40B4-BE49-F238E27FC236}">
                  <a16:creationId xmlns:a16="http://schemas.microsoft.com/office/drawing/2014/main" id="{138FB881-1D10-6B7B-DFC7-064AB518A8AB}"/>
                </a:ext>
              </a:extLst>
            </p:cNvPr>
            <p:cNvPicPr>
              <a:picLocks noChangeAspect="1"/>
            </p:cNvPicPr>
            <p:nvPr/>
          </p:nvPicPr>
          <p:blipFill>
            <a:blip r:embed="rId6"/>
            <a:srcRect l="10092" r="10092"/>
            <a:stretch/>
          </p:blipFill>
          <p:spPr>
            <a:xfrm>
              <a:off x="5591781" y="1712378"/>
              <a:ext cx="1158067" cy="762487"/>
            </a:xfrm>
            <a:prstGeom prst="rect">
              <a:avLst/>
            </a:prstGeom>
          </p:spPr>
        </p:pic>
        <p:sp>
          <p:nvSpPr>
            <p:cNvPr id="21" name="Rectangle 20">
              <a:extLst>
                <a:ext uri="{FF2B5EF4-FFF2-40B4-BE49-F238E27FC236}">
                  <a16:creationId xmlns:a16="http://schemas.microsoft.com/office/drawing/2014/main" id="{B2E61ABD-D90D-3DF4-522D-4528A5FDD41A}"/>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4" name="Flowchart: Connector 3">
            <a:extLst>
              <a:ext uri="{FF2B5EF4-FFF2-40B4-BE49-F238E27FC236}">
                <a16:creationId xmlns:a16="http://schemas.microsoft.com/office/drawing/2014/main" id="{3E7C22C4-E16E-C3F6-6300-8668A3994572}"/>
              </a:ext>
            </a:extLst>
          </p:cNvPr>
          <p:cNvSpPr/>
          <p:nvPr/>
        </p:nvSpPr>
        <p:spPr>
          <a:xfrm>
            <a:off x="7044971" y="939165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2007980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5FF0B-748F-7380-9B1B-D679336B6C24}"/>
            </a:ext>
          </a:extLst>
        </p:cNvPr>
        <p:cNvGrpSpPr/>
        <p:nvPr/>
      </p:nvGrpSpPr>
      <p:grpSpPr>
        <a:xfrm>
          <a:off x="0" y="0"/>
          <a:ext cx="0" cy="0"/>
          <a:chOff x="0" y="0"/>
          <a:chExt cx="0" cy="0"/>
        </a:xfrm>
      </p:grpSpPr>
      <p:pic>
        <p:nvPicPr>
          <p:cNvPr id="5" name="Image 3" descr="preencoded.png">
            <a:extLst>
              <a:ext uri="{FF2B5EF4-FFF2-40B4-BE49-F238E27FC236}">
                <a16:creationId xmlns:a16="http://schemas.microsoft.com/office/drawing/2014/main" id="{6B643573-B540-44E5-8BE4-F1F490B25FB8}"/>
              </a:ext>
            </a:extLst>
          </p:cNvPr>
          <p:cNvPicPr>
            <a:picLocks noChangeAspect="1"/>
          </p:cNvPicPr>
          <p:nvPr/>
        </p:nvPicPr>
        <p:blipFill>
          <a:blip r:embed="rId3"/>
          <a:stretch>
            <a:fillRect/>
          </a:stretch>
        </p:blipFill>
        <p:spPr>
          <a:xfrm>
            <a:off x="796962" y="919932"/>
            <a:ext cx="6177705" cy="190500"/>
          </a:xfrm>
          <a:prstGeom prst="rect">
            <a:avLst/>
          </a:prstGeom>
        </p:spPr>
      </p:pic>
      <p:sp>
        <p:nvSpPr>
          <p:cNvPr id="6" name="Text 0">
            <a:extLst>
              <a:ext uri="{FF2B5EF4-FFF2-40B4-BE49-F238E27FC236}">
                <a16:creationId xmlns:a16="http://schemas.microsoft.com/office/drawing/2014/main" id="{1353CB82-FAB2-FE22-D081-41056A5FBDE0}"/>
              </a:ext>
            </a:extLst>
          </p:cNvPr>
          <p:cNvSpPr/>
          <p:nvPr/>
        </p:nvSpPr>
        <p:spPr>
          <a:xfrm>
            <a:off x="796962" y="1990482"/>
            <a:ext cx="4133226" cy="388163"/>
          </a:xfrm>
          <a:prstGeom prst="rect">
            <a:avLst/>
          </a:prstGeom>
          <a:noFill/>
          <a:ln/>
        </p:spPr>
        <p:txBody>
          <a:bodyPr wrap="square" lIns="0" tIns="0" rIns="0" bIns="0" rtlCol="0" anchor="ctr"/>
          <a:lstStyle/>
          <a:p>
            <a:pPr marL="0" indent="0" algn="l">
              <a:lnSpc>
                <a:spcPct val="79650"/>
              </a:lnSpc>
              <a:buNone/>
            </a:pPr>
            <a:r>
              <a:rPr lang="en-US" sz="2800" b="1" dirty="0">
                <a:solidFill>
                  <a:srgbClr val="1D1D1D"/>
                </a:solidFill>
                <a:latin typeface="Titillium Web" panose="00000500000000000000" pitchFamily="2" charset="0"/>
                <a:ea typeface="Sora" pitchFamily="34" charset="-122"/>
                <a:cs typeface="Sora" pitchFamily="34" charset="-120"/>
              </a:rPr>
              <a:t>7.3 Preliminary Findings</a:t>
            </a:r>
          </a:p>
        </p:txBody>
      </p:sp>
      <p:sp>
        <p:nvSpPr>
          <p:cNvPr id="7" name="Text 1">
            <a:extLst>
              <a:ext uri="{FF2B5EF4-FFF2-40B4-BE49-F238E27FC236}">
                <a16:creationId xmlns:a16="http://schemas.microsoft.com/office/drawing/2014/main" id="{A5711D35-CC98-99EA-34DF-21760C737CE7}"/>
              </a:ext>
            </a:extLst>
          </p:cNvPr>
          <p:cNvSpPr/>
          <p:nvPr/>
        </p:nvSpPr>
        <p:spPr>
          <a:xfrm>
            <a:off x="897313" y="3188437"/>
            <a:ext cx="4608136" cy="1733550"/>
          </a:xfrm>
          <a:prstGeom prst="rect">
            <a:avLst/>
          </a:prstGeom>
          <a:noFill/>
          <a:ln/>
        </p:spPr>
        <p:txBody>
          <a:bodyPr wrap="square" lIns="0" tIns="0" rIns="0" bIns="0" rtlCol="0" anchor="ctr"/>
          <a:lstStyle/>
          <a:p>
            <a:pPr marL="0" indent="0" algn="l">
              <a:lnSpc>
                <a:spcPts val="1600"/>
              </a:lnSpc>
              <a:spcBef>
                <a:spcPts val="600"/>
              </a:spcBef>
              <a:spcAft>
                <a:spcPts val="600"/>
              </a:spcAft>
              <a:buNone/>
            </a:pPr>
            <a:r>
              <a:rPr lang="en-US" sz="1600" b="1" dirty="0">
                <a:solidFill>
                  <a:srgbClr val="1D1D1D"/>
                </a:solidFill>
                <a:latin typeface="Titillium Web" pitchFamily="34" charset="0"/>
                <a:ea typeface="Titillium Web" pitchFamily="34" charset="-122"/>
                <a:cs typeface="Titillium Web" pitchFamily="34" charset="-120"/>
              </a:rPr>
              <a:t> </a:t>
            </a:r>
            <a:r>
              <a:rPr lang="en-US" sz="1200" dirty="0">
                <a:solidFill>
                  <a:srgbClr val="000000"/>
                </a:solidFill>
              </a:rPr>
              <a:t> </a:t>
            </a:r>
            <a:endParaRPr lang="en-US" sz="1200" dirty="0"/>
          </a:p>
        </p:txBody>
      </p:sp>
      <p:sp>
        <p:nvSpPr>
          <p:cNvPr id="8" name="Text 2">
            <a:extLst>
              <a:ext uri="{FF2B5EF4-FFF2-40B4-BE49-F238E27FC236}">
                <a16:creationId xmlns:a16="http://schemas.microsoft.com/office/drawing/2014/main" id="{1BD4C39A-9D67-ABA9-B3EE-17AD6535B8AB}"/>
              </a:ext>
            </a:extLst>
          </p:cNvPr>
          <p:cNvSpPr/>
          <p:nvPr/>
        </p:nvSpPr>
        <p:spPr>
          <a:xfrm>
            <a:off x="807232" y="677036"/>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9" name="Text 3">
            <a:extLst>
              <a:ext uri="{FF2B5EF4-FFF2-40B4-BE49-F238E27FC236}">
                <a16:creationId xmlns:a16="http://schemas.microsoft.com/office/drawing/2014/main" id="{7A87FF88-FF30-29F8-0C72-4F2794FD6E85}"/>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itchFamily="34" charset="0"/>
                <a:ea typeface="Titillium Web" pitchFamily="34" charset="-122"/>
                <a:cs typeface="Titillium Web" pitchFamily="34" charset="-120"/>
              </a:rPr>
              <a:t>{{</a:t>
            </a:r>
            <a:r>
              <a:rPr lang="en-US" sz="1350" i="1" dirty="0" err="1">
                <a:solidFill>
                  <a:srgbClr val="1D1D1D"/>
                </a:solidFill>
                <a:latin typeface="Titillium Web" pitchFamily="34" charset="0"/>
                <a:ea typeface="Titillium Web" pitchFamily="34" charset="-122"/>
                <a:cs typeface="Titillium Web" pitchFamily="34" charset="-120"/>
              </a:rPr>
              <a:t>currentMonthYear</a:t>
            </a:r>
            <a:r>
              <a:rPr lang="en-US" sz="1350" i="1" dirty="0">
                <a:solidFill>
                  <a:srgbClr val="1D1D1D"/>
                </a:solidFill>
                <a:latin typeface="Titillium Web" pitchFamily="34" charset="0"/>
                <a:ea typeface="Titillium Web" pitchFamily="34" charset="-122"/>
                <a:cs typeface="Titillium Web" pitchFamily="34" charset="-120"/>
              </a:rPr>
              <a:t>}}</a:t>
            </a:r>
            <a:endParaRPr lang="en-US" sz="1350" dirty="0"/>
          </a:p>
        </p:txBody>
      </p:sp>
      <p:sp>
        <p:nvSpPr>
          <p:cNvPr id="12" name="Text 4">
            <a:extLst>
              <a:ext uri="{FF2B5EF4-FFF2-40B4-BE49-F238E27FC236}">
                <a16:creationId xmlns:a16="http://schemas.microsoft.com/office/drawing/2014/main" id="{4F6FC478-FE3B-FE4A-B8F3-8CBED240D401}"/>
              </a:ext>
            </a:extLst>
          </p:cNvPr>
          <p:cNvSpPr/>
          <p:nvPr/>
        </p:nvSpPr>
        <p:spPr>
          <a:xfrm>
            <a:off x="796962" y="7093838"/>
            <a:ext cx="5591920" cy="482563"/>
          </a:xfrm>
          <a:prstGeom prst="rect">
            <a:avLst/>
          </a:prstGeom>
          <a:noFill/>
          <a:ln/>
        </p:spPr>
        <p:txBody>
          <a:bodyPr wrap="square" lIns="0" tIns="0" rIns="0" bIns="0" rtlCol="0" anchor="ctr"/>
          <a:lstStyle/>
          <a:p>
            <a:pPr marL="0" indent="0" algn="l">
              <a:lnSpc>
                <a:spcPct val="79650"/>
              </a:lnSpc>
              <a:buNone/>
            </a:pPr>
            <a:r>
              <a:rPr lang="en-US" sz="1425" b="1" dirty="0">
                <a:solidFill>
                  <a:srgbClr val="2B2B35"/>
                </a:solidFill>
                <a:latin typeface="Titillium Web" panose="00000500000000000000" pitchFamily="2" charset="0"/>
                <a:ea typeface="Roboto Condensed" pitchFamily="34" charset="-122"/>
                <a:cs typeface="Roboto Condensed" pitchFamily="34" charset="-120"/>
              </a:rPr>
              <a:t>Table 6: </a:t>
            </a:r>
            <a:r>
              <a:rPr lang="en-US" sz="1425" dirty="0">
                <a:solidFill>
                  <a:srgbClr val="2B2B35"/>
                </a:solidFill>
                <a:latin typeface="Titillium Web" panose="00000500000000000000" pitchFamily="2" charset="0"/>
                <a:ea typeface="Roboto Condensed" pitchFamily="34" charset="-122"/>
                <a:cs typeface="Roboto Condensed" pitchFamily="34" charset="-120"/>
              </a:rPr>
              <a:t>Market Position Assessment</a:t>
            </a:r>
          </a:p>
          <a:p>
            <a:pPr marL="0" indent="0" algn="l">
              <a:lnSpc>
                <a:spcPct val="79650"/>
              </a:lnSpc>
              <a:buNone/>
            </a:pPr>
            <a:endParaRPr lang="en-US" sz="1425" dirty="0"/>
          </a:p>
        </p:txBody>
      </p:sp>
      <p:sp>
        <p:nvSpPr>
          <p:cNvPr id="13" name="Text 5">
            <a:extLst>
              <a:ext uri="{FF2B5EF4-FFF2-40B4-BE49-F238E27FC236}">
                <a16:creationId xmlns:a16="http://schemas.microsoft.com/office/drawing/2014/main" id="{FE504AA3-6FD1-83B1-F058-854E69589C91}"/>
              </a:ext>
            </a:extLst>
          </p:cNvPr>
          <p:cNvSpPr/>
          <p:nvPr/>
        </p:nvSpPr>
        <p:spPr>
          <a:xfrm>
            <a:off x="7419975" y="9829800"/>
            <a:ext cx="352425"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itchFamily="34" charset="0"/>
                <a:ea typeface="Titillium Web" pitchFamily="34" charset="-122"/>
                <a:cs typeface="Titillium Web" pitchFamily="34" charset="-120"/>
              </a:rPr>
              <a:t>19</a:t>
            </a:r>
            <a:endParaRPr lang="en-US" sz="1200" dirty="0"/>
          </a:p>
        </p:txBody>
      </p:sp>
      <p:graphicFrame>
        <p:nvGraphicFramePr>
          <p:cNvPr id="11" name="Table 10">
            <a:extLst>
              <a:ext uri="{FF2B5EF4-FFF2-40B4-BE49-F238E27FC236}">
                <a16:creationId xmlns:a16="http://schemas.microsoft.com/office/drawing/2014/main" id="{18861C3A-F76D-0E87-0001-AAFDCF675EB3}"/>
              </a:ext>
            </a:extLst>
          </p:cNvPr>
          <p:cNvGraphicFramePr>
            <a:graphicFrameLocks noGrp="1"/>
          </p:cNvGraphicFramePr>
          <p:nvPr>
            <p:extLst>
              <p:ext uri="{D42A27DB-BD31-4B8C-83A1-F6EECF244321}">
                <p14:modId xmlns:p14="http://schemas.microsoft.com/office/powerpoint/2010/main" val="3412879911"/>
              </p:ext>
            </p:extLst>
          </p:nvPr>
        </p:nvGraphicFramePr>
        <p:xfrm>
          <a:off x="796962" y="3764847"/>
          <a:ext cx="6516600" cy="3194232"/>
        </p:xfrm>
        <a:graphic>
          <a:graphicData uri="http://schemas.openxmlformats.org/drawingml/2006/table">
            <a:tbl>
              <a:tblPr firstRow="1" firstCol="1" bandRow="1">
                <a:tableStyleId>{7E9639D4-E3E2-4D34-9284-5A2195B3D0D7}</a:tableStyleId>
              </a:tblPr>
              <a:tblGrid>
                <a:gridCol w="3258300">
                  <a:extLst>
                    <a:ext uri="{9D8B030D-6E8A-4147-A177-3AD203B41FA5}">
                      <a16:colId xmlns:a16="http://schemas.microsoft.com/office/drawing/2014/main" val="1073329013"/>
                    </a:ext>
                  </a:extLst>
                </a:gridCol>
                <a:gridCol w="3258300">
                  <a:extLst>
                    <a:ext uri="{9D8B030D-6E8A-4147-A177-3AD203B41FA5}">
                      <a16:colId xmlns:a16="http://schemas.microsoft.com/office/drawing/2014/main" val="1950222492"/>
                    </a:ext>
                  </a:extLst>
                </a:gridCol>
              </a:tblGrid>
              <a:tr h="532372">
                <a:tc>
                  <a:txBody>
                    <a:bodyPr/>
                    <a:lstStyle/>
                    <a:p>
                      <a:pPr algn="l">
                        <a:lnSpc>
                          <a:spcPct val="115000"/>
                        </a:lnSpc>
                        <a:spcBef>
                          <a:spcPts val="1200"/>
                        </a:spcBef>
                        <a:spcAft>
                          <a:spcPts val="1000"/>
                        </a:spcAft>
                        <a:buNone/>
                      </a:pPr>
                      <a:r>
                        <a:rPr lang="en-ZA" sz="1100" kern="0" dirty="0">
                          <a:effectLst/>
                          <a:latin typeface="Titillium Web" panose="00000500000000000000" pitchFamily="2" charset="0"/>
                        </a:rPr>
                        <a:t>Market Indicator</a:t>
                      </a:r>
                      <a:endParaRPr lang="en-ZA" sz="11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B w="6350" cap="flat" cmpd="sng" algn="ctr">
                      <a:solidFill>
                        <a:schemeClr val="tx1"/>
                      </a:solidFill>
                      <a:prstDash val="solid"/>
                      <a:round/>
                      <a:headEnd type="none" w="med" len="med"/>
                      <a:tailEnd type="none" w="med" len="med"/>
                    </a:lnB>
                    <a:solidFill>
                      <a:schemeClr val="accent1">
                        <a:lumMod val="50000"/>
                      </a:schemeClr>
                    </a:solidFill>
                  </a:tcPr>
                </a:tc>
                <a:tc>
                  <a:txBody>
                    <a:bodyPr/>
                    <a:lstStyle/>
                    <a:p>
                      <a:pPr algn="l">
                        <a:lnSpc>
                          <a:spcPct val="115000"/>
                        </a:lnSpc>
                        <a:spcBef>
                          <a:spcPts val="1200"/>
                        </a:spcBef>
                        <a:spcAft>
                          <a:spcPts val="1000"/>
                        </a:spcAft>
                        <a:buNone/>
                      </a:pPr>
                      <a:r>
                        <a:rPr lang="en-ZA" sz="1100" kern="0" dirty="0">
                          <a:effectLst/>
                          <a:latin typeface="Titillium Web" panose="00000500000000000000" pitchFamily="2" charset="0"/>
                        </a:rPr>
                        <a:t>Findings</a:t>
                      </a:r>
                      <a:endParaRPr lang="en-ZA" sz="11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B w="6350" cap="flat" cmpd="sng" algn="ctr">
                      <a:solidFill>
                        <a:schemeClr val="tx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186251207"/>
                  </a:ext>
                </a:extLst>
              </a:tr>
              <a:tr h="532372">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Customer Segmentation</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ZA" sz="1000" kern="0" dirty="0" err="1">
                          <a:solidFill>
                            <a:schemeClr val="tx1"/>
                          </a:solidFill>
                          <a:effectLst/>
                          <a:latin typeface="Titillium Web" panose="00000500000000000000" pitchFamily="2" charset="0"/>
                          <a:ea typeface="+mn-ea"/>
                          <a:cs typeface="+mn-cs"/>
                        </a:rPr>
                        <a:t>customerSegmentation</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1898333"/>
                  </a:ext>
                </a:extLst>
              </a:tr>
              <a:tr h="532372">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Value Proposition Articulation</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ZA" sz="1000" kern="0" dirty="0" err="1">
                          <a:solidFill>
                            <a:schemeClr val="tx1"/>
                          </a:solidFill>
                          <a:effectLst/>
                          <a:latin typeface="Titillium Web" panose="00000500000000000000" pitchFamily="2" charset="0"/>
                          <a:ea typeface="+mn-ea"/>
                          <a:cs typeface="+mn-cs"/>
                        </a:rPr>
                        <a:t>valuePropositionClarity</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0016451"/>
                  </a:ext>
                </a:extLst>
              </a:tr>
              <a:tr h="532372">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Go-To-Market (GTM) Strategy</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ZA" sz="1000" kern="0" dirty="0" err="1">
                          <a:solidFill>
                            <a:schemeClr val="tx1"/>
                          </a:solidFill>
                          <a:effectLst/>
                          <a:latin typeface="Titillium Web" panose="00000500000000000000" pitchFamily="2" charset="0"/>
                          <a:ea typeface="+mn-ea"/>
                          <a:cs typeface="+mn-cs"/>
                        </a:rPr>
                        <a:t>gotomarketGtmStrategy</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8650055"/>
                  </a:ext>
                </a:extLst>
              </a:tr>
              <a:tr h="532372">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Sales Process and Tools</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ZA" sz="1000" kern="0" dirty="0" err="1">
                          <a:solidFill>
                            <a:schemeClr val="tx1"/>
                          </a:solidFill>
                          <a:effectLst/>
                          <a:latin typeface="Titillium Web" panose="00000500000000000000" pitchFamily="2" charset="0"/>
                          <a:ea typeface="+mn-ea"/>
                          <a:cs typeface="+mn-cs"/>
                        </a:rPr>
                        <a:t>salesProcessAndTools</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151539"/>
                  </a:ext>
                </a:extLst>
              </a:tr>
              <a:tr h="532372">
                <a:tc>
                  <a:txBody>
                    <a:bodyPr/>
                    <a:lstStyle/>
                    <a:p>
                      <a:pPr algn="l">
                        <a:lnSpc>
                          <a:spcPct val="115000"/>
                        </a:lnSpc>
                        <a:spcBef>
                          <a:spcPts val="1200"/>
                        </a:spcBef>
                        <a:spcAft>
                          <a:spcPts val="1000"/>
                        </a:spcAft>
                        <a:buNone/>
                      </a:pPr>
                      <a:r>
                        <a:rPr lang="en-ZA" sz="1000" kern="0">
                          <a:effectLst/>
                          <a:latin typeface="Titillium Web" panose="00000500000000000000" pitchFamily="2" charset="0"/>
                        </a:rPr>
                        <a:t>Branding and Market Presence</a:t>
                      </a:r>
                      <a:endParaRPr lang="en-ZA" sz="1000" kern="10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ZA" sz="1000" kern="0" dirty="0" err="1">
                          <a:solidFill>
                            <a:schemeClr val="tx1"/>
                          </a:solidFill>
                          <a:effectLst/>
                          <a:latin typeface="Titillium Web" panose="00000500000000000000" pitchFamily="2" charset="0"/>
                          <a:ea typeface="+mn-ea"/>
                          <a:cs typeface="+mn-cs"/>
                        </a:rPr>
                        <a:t>brandingAndMarketPresence</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7805129"/>
                  </a:ext>
                </a:extLst>
              </a:tr>
            </a:tbl>
          </a:graphicData>
        </a:graphic>
      </p:graphicFrame>
      <p:sp>
        <p:nvSpPr>
          <p:cNvPr id="14" name="TextBox 13">
            <a:extLst>
              <a:ext uri="{FF2B5EF4-FFF2-40B4-BE49-F238E27FC236}">
                <a16:creationId xmlns:a16="http://schemas.microsoft.com/office/drawing/2014/main" id="{21AE1151-061D-AAF6-A03A-6AA2AA7F925C}"/>
              </a:ext>
            </a:extLst>
          </p:cNvPr>
          <p:cNvSpPr txBox="1"/>
          <p:nvPr/>
        </p:nvSpPr>
        <p:spPr>
          <a:xfrm>
            <a:off x="796962" y="2584478"/>
            <a:ext cx="4794820" cy="1113125"/>
          </a:xfrm>
          <a:prstGeom prst="rect">
            <a:avLst/>
          </a:prstGeom>
          <a:noFill/>
        </p:spPr>
        <p:txBody>
          <a:bodyPr wrap="square" rtlCol="0">
            <a:spAutoFit/>
          </a:bodyPr>
          <a:lstStyle/>
          <a:p>
            <a:pPr>
              <a:lnSpc>
                <a:spcPts val="1600"/>
              </a:lnSpc>
              <a:spcBef>
                <a:spcPts val="600"/>
              </a:spcBef>
              <a:spcAft>
                <a:spcPts val="600"/>
              </a:spcAft>
            </a:pPr>
            <a:r>
              <a:rPr lang="en-US" sz="1200" dirty="0">
                <a:latin typeface="Titillium Web" panose="00000500000000000000" pitchFamily="2" charset="0"/>
              </a:rPr>
              <a:t>The market assessment reveals that {{</a:t>
            </a:r>
            <a:r>
              <a:rPr lang="en-US" sz="1200" dirty="0" err="1">
                <a:latin typeface="Titillium Web" panose="00000500000000000000" pitchFamily="2" charset="0"/>
              </a:rPr>
              <a:t>companyNameNormal</a:t>
            </a:r>
            <a:r>
              <a:rPr lang="en-US" sz="1200" dirty="0">
                <a:latin typeface="Titillium Web" panose="00000500000000000000" pitchFamily="2" charset="0"/>
              </a:rPr>
              <a:t>}} has built strong brand awareness and public resonance, particularly among socially engaged audiences. However, the company lacks structured tools, segmentation logic, and strategic market infrastructure to translate awareness into long-term customer growth</a:t>
            </a:r>
            <a:r>
              <a:rPr lang="en-US" sz="1050" dirty="0">
                <a:latin typeface="Titillium Web" panose="00000500000000000000" pitchFamily="2" charset="0"/>
              </a:rPr>
              <a:t>.</a:t>
            </a:r>
            <a:endParaRPr lang="en-ZA" sz="1050" dirty="0">
              <a:latin typeface="Titillium Web" panose="00000500000000000000" pitchFamily="2" charset="0"/>
            </a:endParaRPr>
          </a:p>
        </p:txBody>
      </p:sp>
      <p:grpSp>
        <p:nvGrpSpPr>
          <p:cNvPr id="10" name="Group 9">
            <a:extLst>
              <a:ext uri="{FF2B5EF4-FFF2-40B4-BE49-F238E27FC236}">
                <a16:creationId xmlns:a16="http://schemas.microsoft.com/office/drawing/2014/main" id="{8CC2ADC1-B417-A7C8-40D7-5770CD74DCC4}"/>
              </a:ext>
            </a:extLst>
          </p:cNvPr>
          <p:cNvGrpSpPr/>
          <p:nvPr/>
        </p:nvGrpSpPr>
        <p:grpSpPr>
          <a:xfrm>
            <a:off x="5999045" y="7883947"/>
            <a:ext cx="1314450" cy="1449210"/>
            <a:chOff x="5999045" y="7407697"/>
            <a:chExt cx="1314450" cy="1449210"/>
          </a:xfrm>
        </p:grpSpPr>
        <p:sp>
          <p:nvSpPr>
            <p:cNvPr id="15" name="Text 4">
              <a:extLst>
                <a:ext uri="{FF2B5EF4-FFF2-40B4-BE49-F238E27FC236}">
                  <a16:creationId xmlns:a16="http://schemas.microsoft.com/office/drawing/2014/main" id="{93825854-90C2-4024-2548-EA711097AC3B}"/>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20" name="Image 4" descr="preencoded.png">
              <a:extLst>
                <a:ext uri="{FF2B5EF4-FFF2-40B4-BE49-F238E27FC236}">
                  <a16:creationId xmlns:a16="http://schemas.microsoft.com/office/drawing/2014/main" id="{7192D511-6342-15AA-23C9-B520DD31F9AE}"/>
                </a:ext>
              </a:extLst>
            </p:cNvPr>
            <p:cNvPicPr>
              <a:picLocks noChangeAspect="1"/>
            </p:cNvPicPr>
            <p:nvPr/>
          </p:nvPicPr>
          <p:blipFill>
            <a:blip r:embed="rId4"/>
            <a:stretch>
              <a:fillRect/>
            </a:stretch>
          </p:blipFill>
          <p:spPr>
            <a:xfrm>
              <a:off x="6799145" y="7407697"/>
              <a:ext cx="514350" cy="400050"/>
            </a:xfrm>
            <a:prstGeom prst="rect">
              <a:avLst/>
            </a:prstGeom>
          </p:spPr>
        </p:pic>
      </p:grpSp>
      <p:grpSp>
        <p:nvGrpSpPr>
          <p:cNvPr id="3" name="Group 2">
            <a:extLst>
              <a:ext uri="{FF2B5EF4-FFF2-40B4-BE49-F238E27FC236}">
                <a16:creationId xmlns:a16="http://schemas.microsoft.com/office/drawing/2014/main" id="{DF0E3AAC-46FA-290E-6432-EB6CE8A65C1E}"/>
              </a:ext>
            </a:extLst>
          </p:cNvPr>
          <p:cNvGrpSpPr/>
          <p:nvPr/>
        </p:nvGrpSpPr>
        <p:grpSpPr>
          <a:xfrm>
            <a:off x="5591781" y="1412484"/>
            <a:ext cx="1382886" cy="1387866"/>
            <a:chOff x="5591781" y="1412484"/>
            <a:chExt cx="1382886" cy="1387866"/>
          </a:xfrm>
        </p:grpSpPr>
        <p:sp>
          <p:nvSpPr>
            <p:cNvPr id="17" name="Rectangle 16">
              <a:extLst>
                <a:ext uri="{FF2B5EF4-FFF2-40B4-BE49-F238E27FC236}">
                  <a16:creationId xmlns:a16="http://schemas.microsoft.com/office/drawing/2014/main" id="{298878E7-6E9E-A895-771D-43AA610545E6}"/>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8" name="Picture 17">
              <a:extLst>
                <a:ext uri="{FF2B5EF4-FFF2-40B4-BE49-F238E27FC236}">
                  <a16:creationId xmlns:a16="http://schemas.microsoft.com/office/drawing/2014/main" id="{9DC78016-FE34-4C25-4D10-BABA010B4E24}"/>
                </a:ext>
              </a:extLst>
            </p:cNvPr>
            <p:cNvPicPr>
              <a:picLocks noChangeAspect="1"/>
            </p:cNvPicPr>
            <p:nvPr/>
          </p:nvPicPr>
          <p:blipFill>
            <a:blip r:embed="rId5"/>
            <a:srcRect l="10092" r="10092"/>
            <a:stretch/>
          </p:blipFill>
          <p:spPr>
            <a:xfrm>
              <a:off x="5591781" y="1712378"/>
              <a:ext cx="1158067" cy="762487"/>
            </a:xfrm>
            <a:prstGeom prst="rect">
              <a:avLst/>
            </a:prstGeom>
          </p:spPr>
        </p:pic>
        <p:sp>
          <p:nvSpPr>
            <p:cNvPr id="19" name="Rectangle 18">
              <a:extLst>
                <a:ext uri="{FF2B5EF4-FFF2-40B4-BE49-F238E27FC236}">
                  <a16:creationId xmlns:a16="http://schemas.microsoft.com/office/drawing/2014/main" id="{9EA0667D-A6B5-D69F-4259-7D0B5B302228}"/>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Tree>
    <p:extLst>
      <p:ext uri="{BB962C8B-B14F-4D97-AF65-F5344CB8AC3E}">
        <p14:creationId xmlns:p14="http://schemas.microsoft.com/office/powerpoint/2010/main" val="10332364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C15DD-FC2B-CF5A-62F8-A64859E3FCB8}"/>
            </a:ext>
          </a:extLst>
        </p:cNvPr>
        <p:cNvGrpSpPr/>
        <p:nvPr/>
      </p:nvGrpSpPr>
      <p:grpSpPr>
        <a:xfrm>
          <a:off x="0" y="0"/>
          <a:ext cx="0" cy="0"/>
          <a:chOff x="0" y="0"/>
          <a:chExt cx="0" cy="0"/>
        </a:xfrm>
      </p:grpSpPr>
      <p:pic>
        <p:nvPicPr>
          <p:cNvPr id="4" name="Image 2" descr="preencoded.png">
            <a:extLst>
              <a:ext uri="{FF2B5EF4-FFF2-40B4-BE49-F238E27FC236}">
                <a16:creationId xmlns:a16="http://schemas.microsoft.com/office/drawing/2014/main" id="{6D1A768D-295B-5F41-D546-3C2F7281754D}"/>
              </a:ext>
            </a:extLst>
          </p:cNvPr>
          <p:cNvPicPr>
            <a:picLocks noChangeAspect="1"/>
          </p:cNvPicPr>
          <p:nvPr/>
        </p:nvPicPr>
        <p:blipFill>
          <a:blip r:embed="rId3"/>
          <a:stretch>
            <a:fillRect/>
          </a:stretch>
        </p:blipFill>
        <p:spPr>
          <a:xfrm>
            <a:off x="807232" y="1549479"/>
            <a:ext cx="85725" cy="981075"/>
          </a:xfrm>
          <a:prstGeom prst="rect">
            <a:avLst/>
          </a:prstGeom>
        </p:spPr>
      </p:pic>
      <p:pic>
        <p:nvPicPr>
          <p:cNvPr id="5" name="Image 3" descr="preencoded.png">
            <a:extLst>
              <a:ext uri="{FF2B5EF4-FFF2-40B4-BE49-F238E27FC236}">
                <a16:creationId xmlns:a16="http://schemas.microsoft.com/office/drawing/2014/main" id="{1208A86D-80D6-F401-CB59-705746A86759}"/>
              </a:ext>
            </a:extLst>
          </p:cNvPr>
          <p:cNvPicPr>
            <a:picLocks noChangeAspect="1"/>
          </p:cNvPicPr>
          <p:nvPr/>
        </p:nvPicPr>
        <p:blipFill>
          <a:blip r:embed="rId4"/>
          <a:stretch>
            <a:fillRect/>
          </a:stretch>
        </p:blipFill>
        <p:spPr>
          <a:xfrm>
            <a:off x="796962" y="919932"/>
            <a:ext cx="6177705" cy="190500"/>
          </a:xfrm>
          <a:prstGeom prst="rect">
            <a:avLst/>
          </a:prstGeom>
        </p:spPr>
      </p:pic>
      <p:sp>
        <p:nvSpPr>
          <p:cNvPr id="6" name="Text 0">
            <a:extLst>
              <a:ext uri="{FF2B5EF4-FFF2-40B4-BE49-F238E27FC236}">
                <a16:creationId xmlns:a16="http://schemas.microsoft.com/office/drawing/2014/main" id="{8BB9E124-DDAE-4A49-FB8B-C3A0FD4D7302}"/>
              </a:ext>
            </a:extLst>
          </p:cNvPr>
          <p:cNvSpPr/>
          <p:nvPr/>
        </p:nvSpPr>
        <p:spPr>
          <a:xfrm>
            <a:off x="958273" y="1756569"/>
            <a:ext cx="3907636" cy="685558"/>
          </a:xfrm>
          <a:prstGeom prst="rect">
            <a:avLst/>
          </a:prstGeom>
          <a:noFill/>
          <a:ln/>
        </p:spPr>
        <p:txBody>
          <a:bodyPr wrap="square" lIns="0" tIns="0" rIns="0" bIns="0" rtlCol="0" anchor="ctr"/>
          <a:lstStyle/>
          <a:p>
            <a:pPr marL="0" indent="0" algn="l">
              <a:buNone/>
            </a:pPr>
            <a:r>
              <a:rPr lang="en-US" sz="2800" b="1" dirty="0">
                <a:solidFill>
                  <a:srgbClr val="1D1D1D"/>
                </a:solidFill>
                <a:latin typeface="Titillium Web" panose="00000500000000000000" pitchFamily="2" charset="0"/>
                <a:ea typeface="Sora" pitchFamily="34" charset="-122"/>
                <a:cs typeface="Sora" pitchFamily="34" charset="-120"/>
              </a:rPr>
              <a:t>7.4 Market &amp; Sales Score</a:t>
            </a:r>
          </a:p>
        </p:txBody>
      </p:sp>
      <p:sp>
        <p:nvSpPr>
          <p:cNvPr id="7" name="Text 1">
            <a:extLst>
              <a:ext uri="{FF2B5EF4-FFF2-40B4-BE49-F238E27FC236}">
                <a16:creationId xmlns:a16="http://schemas.microsoft.com/office/drawing/2014/main" id="{3D32372A-288B-F8C4-4A62-26AEACA8D554}"/>
              </a:ext>
            </a:extLst>
          </p:cNvPr>
          <p:cNvSpPr/>
          <p:nvPr/>
        </p:nvSpPr>
        <p:spPr>
          <a:xfrm>
            <a:off x="897313" y="3188437"/>
            <a:ext cx="4608136" cy="1733550"/>
          </a:xfrm>
          <a:prstGeom prst="rect">
            <a:avLst/>
          </a:prstGeom>
          <a:noFill/>
          <a:ln/>
        </p:spPr>
        <p:txBody>
          <a:bodyPr wrap="square" lIns="0" tIns="0" rIns="0" bIns="0" rtlCol="0" anchor="ctr"/>
          <a:lstStyle/>
          <a:p>
            <a:pPr marL="0" indent="0" algn="l">
              <a:spcBef>
                <a:spcPts val="600"/>
              </a:spcBef>
              <a:spcAft>
                <a:spcPts val="600"/>
              </a:spcAft>
              <a:buNone/>
            </a:pPr>
            <a:r>
              <a:rPr lang="en-US" sz="1600" b="1" dirty="0">
                <a:solidFill>
                  <a:srgbClr val="1D1D1D"/>
                </a:solidFill>
                <a:latin typeface="Titillium Web" panose="00000500000000000000" pitchFamily="2" charset="0"/>
                <a:ea typeface="Titillium Web" pitchFamily="34" charset="-122"/>
                <a:cs typeface="Titillium Web" pitchFamily="34" charset="-120"/>
              </a:rPr>
              <a:t> </a:t>
            </a:r>
            <a:r>
              <a:rPr lang="en-US" sz="1200" dirty="0">
                <a:solidFill>
                  <a:srgbClr val="000000"/>
                </a:solidFill>
                <a:latin typeface="Titillium Web" panose="00000500000000000000" pitchFamily="2" charset="0"/>
              </a:rPr>
              <a:t> </a:t>
            </a:r>
            <a:endParaRPr lang="en-US" sz="1200" dirty="0">
              <a:latin typeface="Titillium Web" panose="00000500000000000000" pitchFamily="2" charset="0"/>
            </a:endParaRPr>
          </a:p>
        </p:txBody>
      </p:sp>
      <p:sp>
        <p:nvSpPr>
          <p:cNvPr id="8" name="Text 2">
            <a:extLst>
              <a:ext uri="{FF2B5EF4-FFF2-40B4-BE49-F238E27FC236}">
                <a16:creationId xmlns:a16="http://schemas.microsoft.com/office/drawing/2014/main" id="{D11C838B-9E74-C18C-D82C-F7A4539453DF}"/>
              </a:ext>
            </a:extLst>
          </p:cNvPr>
          <p:cNvSpPr/>
          <p:nvPr/>
        </p:nvSpPr>
        <p:spPr>
          <a:xfrm>
            <a:off x="807232" y="677036"/>
            <a:ext cx="2705100" cy="209550"/>
          </a:xfrm>
          <a:prstGeom prst="rect">
            <a:avLst/>
          </a:prstGeom>
          <a:noFill/>
          <a:ln/>
        </p:spPr>
        <p:txBody>
          <a:bodyPr wrap="square" lIns="0" tIns="0" rIns="0" bIns="0" rtlCol="0" anchor="ctr"/>
          <a:lstStyle/>
          <a:p>
            <a:pPr marL="0" indent="0" algn="l">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9" name="Text 3">
            <a:extLst>
              <a:ext uri="{FF2B5EF4-FFF2-40B4-BE49-F238E27FC236}">
                <a16:creationId xmlns:a16="http://schemas.microsoft.com/office/drawing/2014/main" id="{B6521DF6-932B-2020-1B88-C7F60A6F2420}"/>
              </a:ext>
            </a:extLst>
          </p:cNvPr>
          <p:cNvSpPr/>
          <p:nvPr/>
        </p:nvSpPr>
        <p:spPr>
          <a:xfrm>
            <a:off x="5187639" y="677036"/>
            <a:ext cx="1771650" cy="209550"/>
          </a:xfrm>
          <a:prstGeom prst="rect">
            <a:avLst/>
          </a:prstGeom>
          <a:noFill/>
          <a:ln/>
        </p:spPr>
        <p:txBody>
          <a:bodyPr wrap="square" lIns="0" tIns="0" rIns="0" bIns="0" rtlCol="0" anchor="ctr"/>
          <a:lstStyle/>
          <a:p>
            <a:pPr algn="r">
              <a:lnSpc>
                <a:spcPct val="79650"/>
              </a:lnSpc>
            </a:pPr>
            <a:r>
              <a:rPr lang="en-US" sz="1350" i="1" dirty="0">
                <a:solidFill>
                  <a:srgbClr val="1D1D1D"/>
                </a:solidFill>
                <a:latin typeface="Titillium Web" pitchFamily="34" charset="0"/>
                <a:ea typeface="Titillium Web" pitchFamily="34" charset="-122"/>
                <a:cs typeface="Titillium Web" pitchFamily="34" charset="-120"/>
              </a:rPr>
              <a:t>{{</a:t>
            </a:r>
            <a:r>
              <a:rPr lang="en-US" sz="1350" i="1" dirty="0" err="1">
                <a:solidFill>
                  <a:srgbClr val="1D1D1D"/>
                </a:solidFill>
                <a:latin typeface="Titillium Web" pitchFamily="34" charset="0"/>
                <a:ea typeface="Titillium Web" pitchFamily="34" charset="-122"/>
                <a:cs typeface="Titillium Web" pitchFamily="34" charset="-120"/>
              </a:rPr>
              <a:t>currentMonthYear</a:t>
            </a:r>
            <a:r>
              <a:rPr lang="en-US" sz="1350" i="1" dirty="0">
                <a:solidFill>
                  <a:srgbClr val="1D1D1D"/>
                </a:solidFill>
                <a:latin typeface="Titillium Web" pitchFamily="34" charset="0"/>
                <a:ea typeface="Titillium Web" pitchFamily="34" charset="-122"/>
                <a:cs typeface="Titillium Web" pitchFamily="34" charset="-120"/>
              </a:rPr>
              <a:t>}}</a:t>
            </a:r>
            <a:endParaRPr lang="en-US" sz="1350" dirty="0"/>
          </a:p>
        </p:txBody>
      </p:sp>
      <p:sp>
        <p:nvSpPr>
          <p:cNvPr id="13" name="Text 5">
            <a:extLst>
              <a:ext uri="{FF2B5EF4-FFF2-40B4-BE49-F238E27FC236}">
                <a16:creationId xmlns:a16="http://schemas.microsoft.com/office/drawing/2014/main" id="{4D773ED5-73AB-5CE6-B399-E46B05C53E6B}"/>
              </a:ext>
            </a:extLst>
          </p:cNvPr>
          <p:cNvSpPr/>
          <p:nvPr/>
        </p:nvSpPr>
        <p:spPr>
          <a:xfrm>
            <a:off x="7419975" y="9829800"/>
            <a:ext cx="352425"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19</a:t>
            </a:r>
            <a:endParaRPr lang="en-US" sz="1200" dirty="0">
              <a:latin typeface="Titillium Web" panose="00000500000000000000" pitchFamily="2" charset="0"/>
            </a:endParaRPr>
          </a:p>
        </p:txBody>
      </p:sp>
      <p:grpSp>
        <p:nvGrpSpPr>
          <p:cNvPr id="61" name="Group 60">
            <a:extLst>
              <a:ext uri="{FF2B5EF4-FFF2-40B4-BE49-F238E27FC236}">
                <a16:creationId xmlns:a16="http://schemas.microsoft.com/office/drawing/2014/main" id="{40EE92B8-3D83-C1FA-56BC-98B71AA411E2}"/>
              </a:ext>
            </a:extLst>
          </p:cNvPr>
          <p:cNvGrpSpPr/>
          <p:nvPr/>
        </p:nvGrpSpPr>
        <p:grpSpPr>
          <a:xfrm>
            <a:off x="256735" y="3363160"/>
            <a:ext cx="4979684" cy="6442137"/>
            <a:chOff x="256735" y="3363160"/>
            <a:chExt cx="4979684" cy="6442137"/>
          </a:xfrm>
        </p:grpSpPr>
        <p:grpSp>
          <p:nvGrpSpPr>
            <p:cNvPr id="11" name="Group 10">
              <a:extLst>
                <a:ext uri="{FF2B5EF4-FFF2-40B4-BE49-F238E27FC236}">
                  <a16:creationId xmlns:a16="http://schemas.microsoft.com/office/drawing/2014/main" id="{2C0612F3-15F8-17E8-EFAD-08B956BA2052}"/>
                </a:ext>
              </a:extLst>
            </p:cNvPr>
            <p:cNvGrpSpPr/>
            <p:nvPr/>
          </p:nvGrpSpPr>
          <p:grpSpPr>
            <a:xfrm>
              <a:off x="256735" y="3363160"/>
              <a:ext cx="4979684" cy="6440990"/>
              <a:chOff x="1650861" y="1521118"/>
              <a:chExt cx="3318131" cy="6440990"/>
            </a:xfrm>
          </p:grpSpPr>
          <p:pic>
            <p:nvPicPr>
              <p:cNvPr id="16" name="Image 10" descr="preencoded.png">
                <a:extLst>
                  <a:ext uri="{FF2B5EF4-FFF2-40B4-BE49-F238E27FC236}">
                    <a16:creationId xmlns:a16="http://schemas.microsoft.com/office/drawing/2014/main" id="{BDF5BA88-0740-6FC8-E5BE-AE4491926515}"/>
                  </a:ext>
                </a:extLst>
              </p:cNvPr>
              <p:cNvPicPr>
                <a:picLocks noChangeAspect="1"/>
              </p:cNvPicPr>
              <p:nvPr/>
            </p:nvPicPr>
            <p:blipFill>
              <a:blip r:embed="rId5"/>
              <a:stretch>
                <a:fillRect/>
              </a:stretch>
            </p:blipFill>
            <p:spPr>
              <a:xfrm>
                <a:off x="1658790" y="1521119"/>
                <a:ext cx="706291" cy="1174114"/>
              </a:xfrm>
              <a:prstGeom prst="rect">
                <a:avLst/>
              </a:prstGeom>
            </p:spPr>
          </p:pic>
          <p:pic>
            <p:nvPicPr>
              <p:cNvPr id="32" name="Image 26" descr="preencoded.png">
                <a:extLst>
                  <a:ext uri="{FF2B5EF4-FFF2-40B4-BE49-F238E27FC236}">
                    <a16:creationId xmlns:a16="http://schemas.microsoft.com/office/drawing/2014/main" id="{3E7F556E-F479-06D6-4ADE-31BC820316B2}"/>
                  </a:ext>
                </a:extLst>
              </p:cNvPr>
              <p:cNvPicPr>
                <a:picLocks noChangeAspect="1"/>
              </p:cNvPicPr>
              <p:nvPr/>
            </p:nvPicPr>
            <p:blipFill>
              <a:blip r:embed="rId5"/>
              <a:stretch>
                <a:fillRect/>
              </a:stretch>
            </p:blipFill>
            <p:spPr>
              <a:xfrm>
                <a:off x="1658791" y="6787994"/>
                <a:ext cx="706291" cy="1174114"/>
              </a:xfrm>
              <a:prstGeom prst="rect">
                <a:avLst/>
              </a:prstGeom>
            </p:spPr>
          </p:pic>
          <p:sp>
            <p:nvSpPr>
              <p:cNvPr id="35" name="Text 1">
                <a:extLst>
                  <a:ext uri="{FF2B5EF4-FFF2-40B4-BE49-F238E27FC236}">
                    <a16:creationId xmlns:a16="http://schemas.microsoft.com/office/drawing/2014/main" id="{6AD7EA0A-3757-4B75-0806-74F15C1B992D}"/>
                  </a:ext>
                </a:extLst>
              </p:cNvPr>
              <p:cNvSpPr/>
              <p:nvPr/>
            </p:nvSpPr>
            <p:spPr>
              <a:xfrm>
                <a:off x="1650861" y="1521118"/>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ea typeface="Arial" pitchFamily="34" charset="-122"/>
                    <a:cs typeface="Arial" pitchFamily="34" charset="-120"/>
                  </a:rPr>
                  <a:t>13.8 %</a:t>
                </a:r>
                <a:endParaRPr lang="en-US" sz="1600" dirty="0">
                  <a:latin typeface="Titillium Web" panose="00000500000000000000" pitchFamily="2" charset="0"/>
                </a:endParaRPr>
              </a:p>
            </p:txBody>
          </p:sp>
          <p:sp>
            <p:nvSpPr>
              <p:cNvPr id="36" name="Text 2">
                <a:extLst>
                  <a:ext uri="{FF2B5EF4-FFF2-40B4-BE49-F238E27FC236}">
                    <a16:creationId xmlns:a16="http://schemas.microsoft.com/office/drawing/2014/main" id="{76E2BFF6-C967-1DD4-4BAB-CAD9EDCCCA0F}"/>
                  </a:ext>
                </a:extLst>
              </p:cNvPr>
              <p:cNvSpPr/>
              <p:nvPr/>
            </p:nvSpPr>
            <p:spPr>
              <a:xfrm>
                <a:off x="2507686" y="1581836"/>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cs typeface="Arial" pitchFamily="34" charset="-120"/>
                  </a:rPr>
                  <a:t>Brand Positioning</a:t>
                </a:r>
                <a:endParaRPr lang="en-US" sz="1600" dirty="0">
                  <a:latin typeface="Titillium Web" panose="00000500000000000000" pitchFamily="2" charset="0"/>
                </a:endParaRPr>
              </a:p>
            </p:txBody>
          </p:sp>
          <p:sp>
            <p:nvSpPr>
              <p:cNvPr id="37" name="Text 3">
                <a:extLst>
                  <a:ext uri="{FF2B5EF4-FFF2-40B4-BE49-F238E27FC236}">
                    <a16:creationId xmlns:a16="http://schemas.microsoft.com/office/drawing/2014/main" id="{1808E0A5-62F4-1138-8D8B-5F2B55658F43}"/>
                  </a:ext>
                </a:extLst>
              </p:cNvPr>
              <p:cNvSpPr/>
              <p:nvPr/>
            </p:nvSpPr>
            <p:spPr>
              <a:xfrm>
                <a:off x="2507686" y="1922716"/>
                <a:ext cx="2461306" cy="570420"/>
              </a:xfrm>
              <a:prstGeom prst="rect">
                <a:avLst/>
              </a:prstGeom>
              <a:noFill/>
              <a:ln/>
            </p:spPr>
            <p:txBody>
              <a:bodyPr wrap="square" lIns="0" tIns="0" rIns="0" bIns="0" rtlCol="0" anchor="ctr"/>
              <a:lstStyle/>
              <a:p>
                <a:r>
                  <a:rPr lang="en-US" sz="1100" b="1" dirty="0">
                    <a:latin typeface="Titillium Web" panose="00000500000000000000" pitchFamily="2" charset="0"/>
                    <a:ea typeface="Arial" pitchFamily="34" charset="-122"/>
                    <a:cs typeface="Arial" pitchFamily="34" charset="-120"/>
                  </a:rPr>
                  <a:t>Weight:</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brandPosWeight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brandPosContributePercent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brandPosJustify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sp>
            <p:nvSpPr>
              <p:cNvPr id="38" name="Text 4">
                <a:extLst>
                  <a:ext uri="{FF2B5EF4-FFF2-40B4-BE49-F238E27FC236}">
                    <a16:creationId xmlns:a16="http://schemas.microsoft.com/office/drawing/2014/main" id="{820B328A-E6BB-DCBA-2E76-51E8F8C77120}"/>
                  </a:ext>
                </a:extLst>
              </p:cNvPr>
              <p:cNvSpPr/>
              <p:nvPr/>
            </p:nvSpPr>
            <p:spPr>
              <a:xfrm>
                <a:off x="1650861" y="2837836"/>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cs typeface="Arial" pitchFamily="34" charset="-120"/>
                  </a:rPr>
                  <a:t>7%</a:t>
                </a:r>
                <a:endParaRPr lang="en-US" sz="1600" dirty="0">
                  <a:latin typeface="Titillium Web" panose="00000500000000000000" pitchFamily="2" charset="0"/>
                </a:endParaRPr>
              </a:p>
            </p:txBody>
          </p:sp>
          <p:sp>
            <p:nvSpPr>
              <p:cNvPr id="39" name="Text 5">
                <a:extLst>
                  <a:ext uri="{FF2B5EF4-FFF2-40B4-BE49-F238E27FC236}">
                    <a16:creationId xmlns:a16="http://schemas.microsoft.com/office/drawing/2014/main" id="{C39A398B-25D2-831A-6E1F-827DBCB592FD}"/>
                  </a:ext>
                </a:extLst>
              </p:cNvPr>
              <p:cNvSpPr/>
              <p:nvPr/>
            </p:nvSpPr>
            <p:spPr>
              <a:xfrm>
                <a:off x="2507686" y="2912203"/>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cs typeface="Arial" pitchFamily="34" charset="-120"/>
                  </a:rPr>
                  <a:t>Market Segmentation</a:t>
                </a:r>
                <a:endParaRPr lang="en-US" sz="1600" dirty="0">
                  <a:latin typeface="Titillium Web" panose="00000500000000000000" pitchFamily="2" charset="0"/>
                </a:endParaRPr>
              </a:p>
            </p:txBody>
          </p:sp>
          <p:sp>
            <p:nvSpPr>
              <p:cNvPr id="40" name="Text 6">
                <a:extLst>
                  <a:ext uri="{FF2B5EF4-FFF2-40B4-BE49-F238E27FC236}">
                    <a16:creationId xmlns:a16="http://schemas.microsoft.com/office/drawing/2014/main" id="{66C010A9-D80E-5EFB-B6A8-634332ACF980}"/>
                  </a:ext>
                </a:extLst>
              </p:cNvPr>
              <p:cNvSpPr/>
              <p:nvPr/>
            </p:nvSpPr>
            <p:spPr>
              <a:xfrm>
                <a:off x="2507686" y="3239435"/>
                <a:ext cx="2329214" cy="570419"/>
              </a:xfrm>
              <a:prstGeom prst="rect">
                <a:avLst/>
              </a:prstGeom>
              <a:noFill/>
              <a:ln/>
            </p:spPr>
            <p:txBody>
              <a:bodyPr wrap="square" lIns="0" tIns="0" rIns="0" bIns="0" rtlCol="0" anchor="ctr"/>
              <a:lstStyle/>
              <a:p>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Weight</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marketSegWeight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marketSegContributePercent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marketSegJustify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sp>
            <p:nvSpPr>
              <p:cNvPr id="41" name="Text 7">
                <a:extLst>
                  <a:ext uri="{FF2B5EF4-FFF2-40B4-BE49-F238E27FC236}">
                    <a16:creationId xmlns:a16="http://schemas.microsoft.com/office/drawing/2014/main" id="{F1310DB3-E879-D06E-1B6C-DCAC20529352}"/>
                  </a:ext>
                </a:extLst>
              </p:cNvPr>
              <p:cNvSpPr/>
              <p:nvPr/>
            </p:nvSpPr>
            <p:spPr>
              <a:xfrm>
                <a:off x="1650861" y="4154555"/>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ea typeface="Arial" pitchFamily="34" charset="-122"/>
                    <a:cs typeface="Arial" pitchFamily="34" charset="-120"/>
                  </a:rPr>
                  <a:t>4%</a:t>
                </a:r>
                <a:endParaRPr lang="en-US" sz="1600" dirty="0">
                  <a:latin typeface="Titillium Web" panose="00000500000000000000" pitchFamily="2" charset="0"/>
                </a:endParaRPr>
              </a:p>
            </p:txBody>
          </p:sp>
          <p:sp>
            <p:nvSpPr>
              <p:cNvPr id="42" name="Text 8">
                <a:extLst>
                  <a:ext uri="{FF2B5EF4-FFF2-40B4-BE49-F238E27FC236}">
                    <a16:creationId xmlns:a16="http://schemas.microsoft.com/office/drawing/2014/main" id="{AAE3694F-EA90-8D73-4D6A-4D7FCC4BD677}"/>
                  </a:ext>
                </a:extLst>
              </p:cNvPr>
              <p:cNvSpPr/>
              <p:nvPr/>
            </p:nvSpPr>
            <p:spPr>
              <a:xfrm>
                <a:off x="2507686" y="4215273"/>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cs typeface="Arial" pitchFamily="34" charset="-120"/>
                  </a:rPr>
                  <a:t>CRM &amp; Customer Tracking</a:t>
                </a:r>
                <a:endParaRPr lang="en-US" sz="1600" dirty="0">
                  <a:latin typeface="Titillium Web" panose="00000500000000000000" pitchFamily="2" charset="0"/>
                </a:endParaRPr>
              </a:p>
            </p:txBody>
          </p:sp>
          <p:sp>
            <p:nvSpPr>
              <p:cNvPr id="43" name="Text 9">
                <a:extLst>
                  <a:ext uri="{FF2B5EF4-FFF2-40B4-BE49-F238E27FC236}">
                    <a16:creationId xmlns:a16="http://schemas.microsoft.com/office/drawing/2014/main" id="{B147CC25-971D-97AC-5D45-9A2D48F2DC10}"/>
                  </a:ext>
                </a:extLst>
              </p:cNvPr>
              <p:cNvSpPr/>
              <p:nvPr/>
            </p:nvSpPr>
            <p:spPr>
              <a:xfrm>
                <a:off x="2507686" y="4556154"/>
                <a:ext cx="2329214" cy="601796"/>
              </a:xfrm>
              <a:prstGeom prst="rect">
                <a:avLst/>
              </a:prstGeom>
              <a:noFill/>
              <a:ln/>
            </p:spPr>
            <p:txBody>
              <a:bodyPr wrap="square" lIns="0" tIns="0" rIns="0" bIns="0" rtlCol="0" anchor="ctr"/>
              <a:lstStyle/>
              <a:p>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Weight</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crmCustTrackWeight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crmCustTrackContributePercent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crmCustTrackJustify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sp>
            <p:nvSpPr>
              <p:cNvPr id="44" name="Text 10">
                <a:extLst>
                  <a:ext uri="{FF2B5EF4-FFF2-40B4-BE49-F238E27FC236}">
                    <a16:creationId xmlns:a16="http://schemas.microsoft.com/office/drawing/2014/main" id="{1EC3162E-2013-0E01-D1C7-95B0996370FE}"/>
                  </a:ext>
                </a:extLst>
              </p:cNvPr>
              <p:cNvSpPr/>
              <p:nvPr/>
            </p:nvSpPr>
            <p:spPr>
              <a:xfrm>
                <a:off x="1650861" y="5471274"/>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cs typeface="Arial" pitchFamily="34" charset="-120"/>
                  </a:rPr>
                  <a:t>8%</a:t>
                </a:r>
                <a:endParaRPr lang="en-US" sz="1600" dirty="0">
                  <a:latin typeface="Titillium Web" panose="00000500000000000000" pitchFamily="2" charset="0"/>
                </a:endParaRPr>
              </a:p>
            </p:txBody>
          </p:sp>
          <p:sp>
            <p:nvSpPr>
              <p:cNvPr id="45" name="Text 11">
                <a:extLst>
                  <a:ext uri="{FF2B5EF4-FFF2-40B4-BE49-F238E27FC236}">
                    <a16:creationId xmlns:a16="http://schemas.microsoft.com/office/drawing/2014/main" id="{15A14D61-3049-B74E-6A55-B31F81C9BAD6}"/>
                  </a:ext>
                </a:extLst>
              </p:cNvPr>
              <p:cNvSpPr/>
              <p:nvPr/>
            </p:nvSpPr>
            <p:spPr>
              <a:xfrm>
                <a:off x="2507686" y="5531992"/>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cs typeface="Arial" pitchFamily="34" charset="-120"/>
                  </a:rPr>
                  <a:t>Sales &amp; Channel Strategy </a:t>
                </a:r>
                <a:endParaRPr lang="en-US" sz="1600" dirty="0">
                  <a:latin typeface="Titillium Web" panose="00000500000000000000" pitchFamily="2" charset="0"/>
                </a:endParaRPr>
              </a:p>
            </p:txBody>
          </p:sp>
          <p:sp>
            <p:nvSpPr>
              <p:cNvPr id="46" name="Text 12">
                <a:extLst>
                  <a:ext uri="{FF2B5EF4-FFF2-40B4-BE49-F238E27FC236}">
                    <a16:creationId xmlns:a16="http://schemas.microsoft.com/office/drawing/2014/main" id="{879DA20A-7F5D-67EF-0D0E-BC0E310D94EA}"/>
                  </a:ext>
                </a:extLst>
              </p:cNvPr>
              <p:cNvSpPr/>
              <p:nvPr/>
            </p:nvSpPr>
            <p:spPr>
              <a:xfrm>
                <a:off x="2507686" y="5872872"/>
                <a:ext cx="2428802" cy="729910"/>
              </a:xfrm>
              <a:prstGeom prst="rect">
                <a:avLst/>
              </a:prstGeom>
              <a:noFill/>
              <a:ln/>
            </p:spPr>
            <p:txBody>
              <a:bodyPr wrap="square" lIns="0" tIns="0" rIns="0" bIns="0" rtlCol="0" anchor="ctr"/>
              <a:lstStyle/>
              <a:p>
                <a:r>
                  <a:rPr lang="en-US" sz="1100" b="1" dirty="0">
                    <a:latin typeface="Titillium Web" panose="00000500000000000000" pitchFamily="2" charset="0"/>
                    <a:ea typeface="Arial" pitchFamily="34" charset="-122"/>
                    <a:cs typeface="Arial" pitchFamily="34" charset="-120"/>
                  </a:rPr>
                  <a:t>Weight</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salesStratWeight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salesStratContributePercent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salesStratJustify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sp>
            <p:nvSpPr>
              <p:cNvPr id="47" name="Text 13">
                <a:extLst>
                  <a:ext uri="{FF2B5EF4-FFF2-40B4-BE49-F238E27FC236}">
                    <a16:creationId xmlns:a16="http://schemas.microsoft.com/office/drawing/2014/main" id="{26D50471-48A4-4C97-3EFC-14730DBFC19F}"/>
                  </a:ext>
                </a:extLst>
              </p:cNvPr>
              <p:cNvSpPr/>
              <p:nvPr/>
            </p:nvSpPr>
            <p:spPr>
              <a:xfrm>
                <a:off x="1650861" y="6787993"/>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ea typeface="Arial" pitchFamily="34" charset="-122"/>
                    <a:cs typeface="Arial" pitchFamily="34" charset="-120"/>
                  </a:rPr>
                  <a:t>4.5%</a:t>
                </a:r>
                <a:endParaRPr lang="en-US" sz="1600" dirty="0">
                  <a:latin typeface="Titillium Web" panose="00000500000000000000" pitchFamily="2" charset="0"/>
                </a:endParaRPr>
              </a:p>
            </p:txBody>
          </p:sp>
          <p:sp>
            <p:nvSpPr>
              <p:cNvPr id="48" name="Text 14">
                <a:extLst>
                  <a:ext uri="{FF2B5EF4-FFF2-40B4-BE49-F238E27FC236}">
                    <a16:creationId xmlns:a16="http://schemas.microsoft.com/office/drawing/2014/main" id="{B53B3305-6BB1-E7D6-FA08-8BEFB779F118}"/>
                  </a:ext>
                </a:extLst>
              </p:cNvPr>
              <p:cNvSpPr/>
              <p:nvPr/>
            </p:nvSpPr>
            <p:spPr>
              <a:xfrm>
                <a:off x="2507686" y="6848711"/>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cs typeface="Arial" pitchFamily="34" charset="-120"/>
                  </a:rPr>
                  <a:t>Feedback Mechanisms</a:t>
                </a:r>
                <a:endParaRPr lang="en-US" sz="1600" dirty="0">
                  <a:latin typeface="Titillium Web" panose="00000500000000000000" pitchFamily="2" charset="0"/>
                </a:endParaRPr>
              </a:p>
            </p:txBody>
          </p:sp>
          <p:sp>
            <p:nvSpPr>
              <p:cNvPr id="49" name="Text 15">
                <a:extLst>
                  <a:ext uri="{FF2B5EF4-FFF2-40B4-BE49-F238E27FC236}">
                    <a16:creationId xmlns:a16="http://schemas.microsoft.com/office/drawing/2014/main" id="{45DAC02D-5CB6-ECD4-4162-A559D154C036}"/>
                  </a:ext>
                </a:extLst>
              </p:cNvPr>
              <p:cNvSpPr/>
              <p:nvPr/>
            </p:nvSpPr>
            <p:spPr>
              <a:xfrm>
                <a:off x="2507686" y="7189591"/>
                <a:ext cx="2461306" cy="349731"/>
              </a:xfrm>
              <a:prstGeom prst="rect">
                <a:avLst/>
              </a:prstGeom>
              <a:noFill/>
              <a:ln/>
            </p:spPr>
            <p:txBody>
              <a:bodyPr wrap="square" lIns="0" tIns="0" rIns="0" bIns="0" rtlCol="0" anchor="ctr"/>
              <a:lstStyle/>
              <a:p>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Weight: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feedbackMechWeight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feedbackMechContributePercent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feedbackMechJustify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grpSp>
        <p:sp>
          <p:nvSpPr>
            <p:cNvPr id="55" name="Rectangle 54">
              <a:extLst>
                <a:ext uri="{FF2B5EF4-FFF2-40B4-BE49-F238E27FC236}">
                  <a16:creationId xmlns:a16="http://schemas.microsoft.com/office/drawing/2014/main" id="{84561E4C-27F4-ED33-7D05-EC40D32C58EB}"/>
                </a:ext>
              </a:extLst>
            </p:cNvPr>
            <p:cNvSpPr/>
            <p:nvPr/>
          </p:nvSpPr>
          <p:spPr>
            <a:xfrm>
              <a:off x="268636" y="3370206"/>
              <a:ext cx="1059966" cy="117411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latin typeface="Titillium Web" panose="00000500000000000000" pitchFamily="2" charset="0"/>
                  <a:cs typeface="Arial" pitchFamily="34" charset="-120"/>
                </a:rPr>
                <a:t>{{</a:t>
              </a:r>
              <a:r>
                <a:rPr lang="en-US" b="1" dirty="0" err="1">
                  <a:solidFill>
                    <a:srgbClr val="FFFFFF"/>
                  </a:solidFill>
                  <a:latin typeface="Titillium Web" panose="00000500000000000000" pitchFamily="2" charset="0"/>
                  <a:cs typeface="Arial" pitchFamily="34" charset="-120"/>
                </a:rPr>
                <a:t>brandPosPercent</a:t>
              </a:r>
              <a:r>
                <a:rPr lang="en-US" b="1" dirty="0">
                  <a:solidFill>
                    <a:srgbClr val="FFFFFF"/>
                  </a:solidFill>
                  <a:latin typeface="Titillium Web" panose="00000500000000000000" pitchFamily="2" charset="0"/>
                  <a:cs typeface="Arial" pitchFamily="34" charset="-120"/>
                </a:rPr>
                <a:t>}} %</a:t>
              </a:r>
              <a:endParaRPr lang="en-US" sz="1800" dirty="0">
                <a:latin typeface="Titillium Web" panose="00000500000000000000" pitchFamily="2" charset="0"/>
              </a:endParaRPr>
            </a:p>
          </p:txBody>
        </p:sp>
        <p:sp>
          <p:nvSpPr>
            <p:cNvPr id="57" name="Rectangle 56">
              <a:extLst>
                <a:ext uri="{FF2B5EF4-FFF2-40B4-BE49-F238E27FC236}">
                  <a16:creationId xmlns:a16="http://schemas.microsoft.com/office/drawing/2014/main" id="{3BCD993E-A49A-D78C-793F-A769E88B9D43}"/>
                </a:ext>
              </a:extLst>
            </p:cNvPr>
            <p:cNvSpPr/>
            <p:nvPr/>
          </p:nvSpPr>
          <p:spPr>
            <a:xfrm>
              <a:off x="268636" y="4669995"/>
              <a:ext cx="1059966" cy="116990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latin typeface="Titillium Web" panose="00000500000000000000" pitchFamily="2" charset="0"/>
                  <a:cs typeface="Arial" pitchFamily="34" charset="-120"/>
                </a:rPr>
                <a:t>{{</a:t>
              </a:r>
              <a:r>
                <a:rPr lang="en-US" b="1" dirty="0" err="1">
                  <a:solidFill>
                    <a:srgbClr val="FFFFFF"/>
                  </a:solidFill>
                  <a:latin typeface="Titillium Web" panose="00000500000000000000" pitchFamily="2" charset="0"/>
                  <a:cs typeface="Arial" pitchFamily="34" charset="-120"/>
                </a:rPr>
                <a:t>marketSegPercent</a:t>
              </a:r>
              <a:r>
                <a:rPr lang="en-US" b="1" dirty="0">
                  <a:solidFill>
                    <a:srgbClr val="FFFFFF"/>
                  </a:solidFill>
                  <a:latin typeface="Titillium Web" panose="00000500000000000000" pitchFamily="2" charset="0"/>
                  <a:cs typeface="Arial" pitchFamily="34" charset="-120"/>
                </a:rPr>
                <a:t>}} %</a:t>
              </a:r>
              <a:endParaRPr lang="en-US" sz="1800" dirty="0">
                <a:latin typeface="Titillium Web" panose="00000500000000000000" pitchFamily="2" charset="0"/>
              </a:endParaRPr>
            </a:p>
          </p:txBody>
        </p:sp>
        <p:sp>
          <p:nvSpPr>
            <p:cNvPr id="58" name="Rectangle 57">
              <a:extLst>
                <a:ext uri="{FF2B5EF4-FFF2-40B4-BE49-F238E27FC236}">
                  <a16:creationId xmlns:a16="http://schemas.microsoft.com/office/drawing/2014/main" id="{CFE42685-8F82-FE89-D3C8-5B57F2E2AACE}"/>
                </a:ext>
              </a:extLst>
            </p:cNvPr>
            <p:cNvSpPr/>
            <p:nvPr/>
          </p:nvSpPr>
          <p:spPr>
            <a:xfrm>
              <a:off x="268636" y="5990281"/>
              <a:ext cx="1059966" cy="1160023"/>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latin typeface="Titillium Web" panose="00000500000000000000" pitchFamily="2" charset="0"/>
                  <a:cs typeface="Arial" pitchFamily="34" charset="-120"/>
                </a:rPr>
                <a:t>{{</a:t>
              </a:r>
              <a:r>
                <a:rPr lang="en-US" b="1" dirty="0" err="1">
                  <a:solidFill>
                    <a:srgbClr val="FFFFFF"/>
                  </a:solidFill>
                  <a:latin typeface="Titillium Web" panose="00000500000000000000" pitchFamily="2" charset="0"/>
                  <a:cs typeface="Arial" pitchFamily="34" charset="-120"/>
                </a:rPr>
                <a:t>crmCustTRackPercent</a:t>
              </a:r>
              <a:r>
                <a:rPr lang="en-US" b="1" dirty="0">
                  <a:solidFill>
                    <a:srgbClr val="FFFFFF"/>
                  </a:solidFill>
                  <a:latin typeface="Titillium Web" panose="00000500000000000000" pitchFamily="2" charset="0"/>
                  <a:cs typeface="Arial" pitchFamily="34" charset="-120"/>
                </a:rPr>
                <a:t>}} %</a:t>
              </a:r>
              <a:endParaRPr lang="en-US" sz="1800" dirty="0">
                <a:latin typeface="Titillium Web" panose="00000500000000000000" pitchFamily="2" charset="0"/>
              </a:endParaRPr>
            </a:p>
          </p:txBody>
        </p:sp>
        <p:sp>
          <p:nvSpPr>
            <p:cNvPr id="59" name="Rectangle 58">
              <a:extLst>
                <a:ext uri="{FF2B5EF4-FFF2-40B4-BE49-F238E27FC236}">
                  <a16:creationId xmlns:a16="http://schemas.microsoft.com/office/drawing/2014/main" id="{71AF337D-AC96-F0E0-BBD6-895F55FDB823}"/>
                </a:ext>
              </a:extLst>
            </p:cNvPr>
            <p:cNvSpPr/>
            <p:nvPr/>
          </p:nvSpPr>
          <p:spPr>
            <a:xfrm>
              <a:off x="270858" y="7307000"/>
              <a:ext cx="1059966" cy="118374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rgbClr val="FFFFFF"/>
                  </a:solidFill>
                  <a:latin typeface="Titillium Web" panose="00000500000000000000" pitchFamily="2" charset="0"/>
                  <a:cs typeface="Arial" pitchFamily="34" charset="-120"/>
                </a:rPr>
                <a:t>{{</a:t>
              </a:r>
              <a:r>
                <a:rPr lang="en-US" sz="1800" b="1" dirty="0" err="1">
                  <a:solidFill>
                    <a:srgbClr val="FFFFFF"/>
                  </a:solidFill>
                  <a:latin typeface="Titillium Web" panose="00000500000000000000" pitchFamily="2" charset="0"/>
                  <a:cs typeface="Arial" pitchFamily="34" charset="-120"/>
                </a:rPr>
                <a:t>salesChannelStratPercent</a:t>
              </a:r>
              <a:r>
                <a:rPr lang="en-US" sz="1800" b="1" dirty="0">
                  <a:solidFill>
                    <a:srgbClr val="FFFFFF"/>
                  </a:solidFill>
                  <a:latin typeface="Titillium Web" panose="00000500000000000000" pitchFamily="2" charset="0"/>
                  <a:cs typeface="Arial" pitchFamily="34" charset="-120"/>
                </a:rPr>
                <a:t>}} %</a:t>
              </a:r>
              <a:endParaRPr lang="en-US" sz="1800" dirty="0">
                <a:latin typeface="Titillium Web" panose="00000500000000000000" pitchFamily="2" charset="0"/>
              </a:endParaRPr>
            </a:p>
          </p:txBody>
        </p:sp>
        <p:sp>
          <p:nvSpPr>
            <p:cNvPr id="60" name="Rectangle 59">
              <a:extLst>
                <a:ext uri="{FF2B5EF4-FFF2-40B4-BE49-F238E27FC236}">
                  <a16:creationId xmlns:a16="http://schemas.microsoft.com/office/drawing/2014/main" id="{CF8B409A-1FE7-516D-F754-B975DE82535C}"/>
                </a:ext>
              </a:extLst>
            </p:cNvPr>
            <p:cNvSpPr/>
            <p:nvPr/>
          </p:nvSpPr>
          <p:spPr>
            <a:xfrm>
              <a:off x="268636" y="8631182"/>
              <a:ext cx="1059966" cy="117411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latin typeface="Titillium Web" panose="00000500000000000000" pitchFamily="2" charset="0"/>
                  <a:cs typeface="Arial" pitchFamily="34" charset="-120"/>
                </a:rPr>
                <a:t>{{</a:t>
              </a:r>
              <a:r>
                <a:rPr lang="en-US" b="1" dirty="0" err="1">
                  <a:solidFill>
                    <a:srgbClr val="FFFFFF"/>
                  </a:solidFill>
                  <a:latin typeface="Titillium Web" panose="00000500000000000000" pitchFamily="2" charset="0"/>
                  <a:cs typeface="Arial" pitchFamily="34" charset="-120"/>
                </a:rPr>
                <a:t>feedbackMechPercent</a:t>
              </a:r>
              <a:r>
                <a:rPr lang="en-US" b="1" dirty="0">
                  <a:solidFill>
                    <a:srgbClr val="FFFFFF"/>
                  </a:solidFill>
                  <a:latin typeface="Titillium Web" panose="00000500000000000000" pitchFamily="2" charset="0"/>
                  <a:cs typeface="Arial" pitchFamily="34" charset="-120"/>
                </a:rPr>
                <a:t>}} %</a:t>
              </a:r>
              <a:endParaRPr lang="en-US" sz="1800" dirty="0">
                <a:latin typeface="Titillium Web" panose="00000500000000000000" pitchFamily="2" charset="0"/>
              </a:endParaRPr>
            </a:p>
          </p:txBody>
        </p:sp>
      </p:grpSp>
      <p:grpSp>
        <p:nvGrpSpPr>
          <p:cNvPr id="3" name="Group 2">
            <a:extLst>
              <a:ext uri="{FF2B5EF4-FFF2-40B4-BE49-F238E27FC236}">
                <a16:creationId xmlns:a16="http://schemas.microsoft.com/office/drawing/2014/main" id="{A913BFB6-B3D6-0F72-5162-BF3FCA164721}"/>
              </a:ext>
            </a:extLst>
          </p:cNvPr>
          <p:cNvGrpSpPr/>
          <p:nvPr/>
        </p:nvGrpSpPr>
        <p:grpSpPr>
          <a:xfrm>
            <a:off x="5591781" y="1412484"/>
            <a:ext cx="1382886" cy="1387866"/>
            <a:chOff x="5591781" y="1412484"/>
            <a:chExt cx="1382886" cy="1387866"/>
          </a:xfrm>
        </p:grpSpPr>
        <p:sp>
          <p:nvSpPr>
            <p:cNvPr id="12" name="Rectangle 11">
              <a:extLst>
                <a:ext uri="{FF2B5EF4-FFF2-40B4-BE49-F238E27FC236}">
                  <a16:creationId xmlns:a16="http://schemas.microsoft.com/office/drawing/2014/main" id="{5490972C-B834-9CAF-FE21-2C2C2FD06F7B}"/>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4" name="Picture 13">
              <a:extLst>
                <a:ext uri="{FF2B5EF4-FFF2-40B4-BE49-F238E27FC236}">
                  <a16:creationId xmlns:a16="http://schemas.microsoft.com/office/drawing/2014/main" id="{4777B5BA-6E6B-B0E3-4820-90A21C984C19}"/>
                </a:ext>
              </a:extLst>
            </p:cNvPr>
            <p:cNvPicPr>
              <a:picLocks noChangeAspect="1"/>
            </p:cNvPicPr>
            <p:nvPr/>
          </p:nvPicPr>
          <p:blipFill>
            <a:blip r:embed="rId6"/>
            <a:srcRect l="10092" r="10092"/>
            <a:stretch/>
          </p:blipFill>
          <p:spPr>
            <a:xfrm>
              <a:off x="5591781" y="1712378"/>
              <a:ext cx="1158067" cy="762487"/>
            </a:xfrm>
            <a:prstGeom prst="rect">
              <a:avLst/>
            </a:prstGeom>
          </p:spPr>
        </p:pic>
        <p:sp>
          <p:nvSpPr>
            <p:cNvPr id="15" name="Rectangle 14">
              <a:extLst>
                <a:ext uri="{FF2B5EF4-FFF2-40B4-BE49-F238E27FC236}">
                  <a16:creationId xmlns:a16="http://schemas.microsoft.com/office/drawing/2014/main" id="{95B2C5EA-2B58-3695-7852-2DEF5B9AA337}"/>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10" name="Text 1">
            <a:extLst>
              <a:ext uri="{FF2B5EF4-FFF2-40B4-BE49-F238E27FC236}">
                <a16:creationId xmlns:a16="http://schemas.microsoft.com/office/drawing/2014/main" id="{B966E4F7-001E-AA09-CB3A-F6FE4AAC8834}"/>
              </a:ext>
            </a:extLst>
          </p:cNvPr>
          <p:cNvSpPr/>
          <p:nvPr/>
        </p:nvSpPr>
        <p:spPr>
          <a:xfrm>
            <a:off x="1315584" y="2510498"/>
            <a:ext cx="4276197" cy="518438"/>
          </a:xfrm>
          <a:prstGeom prst="rect">
            <a:avLst/>
          </a:prstGeom>
          <a:noFill/>
          <a:ln/>
        </p:spPr>
        <p:txBody>
          <a:bodyPr wrap="square" lIns="0" tIns="0" rIns="0" bIns="0" rtlCol="0" anchor="ctr"/>
          <a:lstStyle/>
          <a:p>
            <a:pPr marL="0" indent="0" algn="l">
              <a:lnSpc>
                <a:spcPts val="1600"/>
              </a:lnSpc>
              <a:spcBef>
                <a:spcPts val="600"/>
              </a:spcBef>
              <a:buNone/>
            </a:pPr>
            <a:r>
              <a:rPr lang="en-GB" sz="1200" dirty="0">
                <a:solidFill>
                  <a:srgbClr val="1D1D1D"/>
                </a:solidFill>
                <a:latin typeface="Titillium Web" pitchFamily="34" charset="0"/>
                <a:ea typeface="Titillium Web" pitchFamily="34" charset="-122"/>
                <a:cs typeface="Titillium Web" pitchFamily="34" charset="-120"/>
              </a:rPr>
              <a:t>The score for this Domain was obtained by scoring the top five priorities of this domain and adding up their scores. This Domain has a 0.25 weighting (out of 1.0) towards total company score. </a:t>
            </a:r>
          </a:p>
        </p:txBody>
      </p:sp>
      <p:sp>
        <p:nvSpPr>
          <p:cNvPr id="25" name="Rectangle 24">
            <a:extLst>
              <a:ext uri="{FF2B5EF4-FFF2-40B4-BE49-F238E27FC236}">
                <a16:creationId xmlns:a16="http://schemas.microsoft.com/office/drawing/2014/main" id="{EF6E548D-E5B8-FECD-F37B-F3251983ECE7}"/>
              </a:ext>
            </a:extLst>
          </p:cNvPr>
          <p:cNvSpPr/>
          <p:nvPr/>
        </p:nvSpPr>
        <p:spPr>
          <a:xfrm>
            <a:off x="5591781" y="3358037"/>
            <a:ext cx="1382886" cy="6447258"/>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6" name="TextBox 25">
            <a:extLst>
              <a:ext uri="{FF2B5EF4-FFF2-40B4-BE49-F238E27FC236}">
                <a16:creationId xmlns:a16="http://schemas.microsoft.com/office/drawing/2014/main" id="{23B96334-1671-69DA-42B2-B346729B6ACA}"/>
              </a:ext>
            </a:extLst>
          </p:cNvPr>
          <p:cNvSpPr txBox="1"/>
          <p:nvPr/>
        </p:nvSpPr>
        <p:spPr>
          <a:xfrm rot="16200000">
            <a:off x="3078658" y="6104612"/>
            <a:ext cx="6447259" cy="954107"/>
          </a:xfrm>
          <a:prstGeom prst="rect">
            <a:avLst/>
          </a:prstGeom>
          <a:noFill/>
        </p:spPr>
        <p:txBody>
          <a:bodyPr wrap="square" rtlCol="0" anchor="ctr">
            <a:spAutoFit/>
          </a:bodyPr>
          <a:lstStyle/>
          <a:p>
            <a:pPr algn="ctr"/>
            <a:r>
              <a:rPr lang="en-GB" sz="2800" b="1" dirty="0">
                <a:solidFill>
                  <a:schemeClr val="bg1"/>
                </a:solidFill>
                <a:latin typeface="Titillium Web" panose="00000500000000000000" pitchFamily="2" charset="0"/>
              </a:rPr>
              <a:t>Market &amp; Sales Domain Score {{</a:t>
            </a:r>
            <a:r>
              <a:rPr lang="en-GB" sz="2800" b="1" dirty="0" err="1">
                <a:solidFill>
                  <a:schemeClr val="bg1"/>
                </a:solidFill>
                <a:latin typeface="Titillium Web" panose="00000500000000000000" pitchFamily="2" charset="0"/>
              </a:rPr>
              <a:t>totalMarketPosContributePercent</a:t>
            </a:r>
            <a:r>
              <a:rPr lang="en-GB" sz="2800" b="1" dirty="0">
                <a:solidFill>
                  <a:schemeClr val="bg1"/>
                </a:solidFill>
                <a:latin typeface="Titillium Web" panose="00000500000000000000" pitchFamily="2" charset="0"/>
              </a:rPr>
              <a:t>}}%</a:t>
            </a:r>
            <a:endParaRPr lang="en-ZA" sz="2800" b="1" dirty="0">
              <a:solidFill>
                <a:schemeClr val="bg1"/>
              </a:solidFill>
              <a:latin typeface="Titillium Web" panose="00000500000000000000" pitchFamily="2" charset="0"/>
            </a:endParaRPr>
          </a:p>
        </p:txBody>
      </p:sp>
      <p:sp>
        <p:nvSpPr>
          <p:cNvPr id="27" name="Rectangle 26">
            <a:extLst>
              <a:ext uri="{FF2B5EF4-FFF2-40B4-BE49-F238E27FC236}">
                <a16:creationId xmlns:a16="http://schemas.microsoft.com/office/drawing/2014/main" id="{62C30D7B-B0CA-6BD8-85D5-4CFB2F8146AF}"/>
              </a:ext>
            </a:extLst>
          </p:cNvPr>
          <p:cNvSpPr/>
          <p:nvPr/>
        </p:nvSpPr>
        <p:spPr>
          <a:xfrm>
            <a:off x="5732486" y="3518353"/>
            <a:ext cx="1108134" cy="6150828"/>
          </a:xfrm>
          <a:prstGeom prst="rect">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3765388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023A8-B44C-993A-B776-A1D0A542BB49}"/>
            </a:ext>
          </a:extLst>
        </p:cNvPr>
        <p:cNvGrpSpPr/>
        <p:nvPr/>
      </p:nvGrpSpPr>
      <p:grpSpPr>
        <a:xfrm>
          <a:off x="0" y="0"/>
          <a:ext cx="0" cy="0"/>
          <a:chOff x="0" y="0"/>
          <a:chExt cx="0" cy="0"/>
        </a:xfrm>
      </p:grpSpPr>
      <p:pic>
        <p:nvPicPr>
          <p:cNvPr id="5" name="Image 3" descr="preencoded.png">
            <a:extLst>
              <a:ext uri="{FF2B5EF4-FFF2-40B4-BE49-F238E27FC236}">
                <a16:creationId xmlns:a16="http://schemas.microsoft.com/office/drawing/2014/main" id="{DBEFA5DA-C225-A866-0439-F56EDF98EF49}"/>
              </a:ext>
            </a:extLst>
          </p:cNvPr>
          <p:cNvPicPr>
            <a:picLocks noChangeAspect="1"/>
          </p:cNvPicPr>
          <p:nvPr/>
        </p:nvPicPr>
        <p:blipFill>
          <a:blip r:embed="rId3"/>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C499D820-9238-EB04-C2C1-406C8D0A230B}"/>
              </a:ext>
            </a:extLst>
          </p:cNvPr>
          <p:cNvSpPr/>
          <p:nvPr/>
        </p:nvSpPr>
        <p:spPr>
          <a:xfrm>
            <a:off x="796962" y="2495548"/>
            <a:ext cx="4794820" cy="6210301"/>
          </a:xfrm>
          <a:prstGeom prst="rect">
            <a:avLst/>
          </a:prstGeom>
          <a:noFill/>
          <a:ln/>
        </p:spPr>
        <p:txBody>
          <a:bodyPr wrap="square" lIns="0" tIns="0" rIns="0" bIns="0" rtlCol="0" anchor="ctr"/>
          <a:lstStyle/>
          <a:p>
            <a:pPr marL="0" indent="0" algn="l">
              <a:lnSpc>
                <a:spcPts val="1600"/>
              </a:lnSpc>
              <a:spcBef>
                <a:spcPts val="1200"/>
              </a:spcBef>
              <a:spcAft>
                <a:spcPts val="600"/>
              </a:spcAft>
              <a:buNone/>
            </a:pPr>
            <a:r>
              <a:rPr lang="en-US" sz="1200" dirty="0">
                <a:solidFill>
                  <a:srgbClr val="1D1D1D"/>
                </a:solidFill>
                <a:latin typeface="Titillium Web" panose="00000500000000000000" pitchFamily="2" charset="0"/>
                <a:ea typeface="Titillium Web" pitchFamily="34" charset="-122"/>
                <a:cs typeface="Titillium Web" pitchFamily="34" charset="-120"/>
              </a:rPr>
              <a:t>{{</a:t>
            </a:r>
            <a:r>
              <a:rPr lang="en-US" sz="1200" dirty="0" err="1">
                <a:solidFill>
                  <a:srgbClr val="1D1D1D"/>
                </a:solidFill>
                <a:latin typeface="Titillium Web" panose="00000500000000000000" pitchFamily="2" charset="0"/>
                <a:ea typeface="Titillium Web" pitchFamily="34" charset="-122"/>
                <a:cs typeface="Titillium Web" pitchFamily="34" charset="-120"/>
              </a:rPr>
              <a:t>marketPosInterpretationBody</a:t>
            </a:r>
            <a:r>
              <a:rPr lang="en-US" sz="1200" dirty="0">
                <a:solidFill>
                  <a:srgbClr val="1D1D1D"/>
                </a:solidFill>
                <a:latin typeface="Titillium Web" panose="00000500000000000000" pitchFamily="2" charset="0"/>
                <a:ea typeface="Titillium Web" pitchFamily="34" charset="-122"/>
                <a:cs typeface="Titillium Web" pitchFamily="34" charset="-120"/>
              </a:rPr>
              <a:t>}}</a:t>
            </a:r>
          </a:p>
        </p:txBody>
      </p:sp>
      <p:sp>
        <p:nvSpPr>
          <p:cNvPr id="9" name="Text 1">
            <a:extLst>
              <a:ext uri="{FF2B5EF4-FFF2-40B4-BE49-F238E27FC236}">
                <a16:creationId xmlns:a16="http://schemas.microsoft.com/office/drawing/2014/main" id="{372AB3AC-EA5A-0B6F-D463-CA2742E28BAD}"/>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0" name="Text 2">
            <a:extLst>
              <a:ext uri="{FF2B5EF4-FFF2-40B4-BE49-F238E27FC236}">
                <a16:creationId xmlns:a16="http://schemas.microsoft.com/office/drawing/2014/main" id="{BC088DBE-0C1F-F0BF-19E2-A608055B3672}"/>
              </a:ext>
            </a:extLst>
          </p:cNvPr>
          <p:cNvSpPr/>
          <p:nvPr/>
        </p:nvSpPr>
        <p:spPr>
          <a:xfrm>
            <a:off x="796962" y="1869684"/>
            <a:ext cx="3676650" cy="476250"/>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rPr>
              <a:t>7.5 Interpretation</a:t>
            </a:r>
            <a:endParaRPr lang="en-US" sz="2800" dirty="0">
              <a:latin typeface="Titillium Web" panose="00000500000000000000" pitchFamily="2" charset="0"/>
            </a:endParaRPr>
          </a:p>
        </p:txBody>
      </p:sp>
      <p:sp>
        <p:nvSpPr>
          <p:cNvPr id="11" name="Text 3">
            <a:extLst>
              <a:ext uri="{FF2B5EF4-FFF2-40B4-BE49-F238E27FC236}">
                <a16:creationId xmlns:a16="http://schemas.microsoft.com/office/drawing/2014/main" id="{09A2F6C2-D4D2-DCC7-6225-DA2F61D3DF0A}"/>
              </a:ext>
            </a:extLst>
          </p:cNvPr>
          <p:cNvSpPr/>
          <p:nvPr/>
        </p:nvSpPr>
        <p:spPr>
          <a:xfrm>
            <a:off x="7209558" y="9559385"/>
            <a:ext cx="228600" cy="180975"/>
          </a:xfrm>
          <a:prstGeom prst="rect">
            <a:avLst/>
          </a:prstGeom>
          <a:noFill/>
          <a:ln/>
        </p:spPr>
        <p:txBody>
          <a:bodyPr wrap="square" lIns="0" tIns="0" rIns="0" bIns="0" rtlCol="0" anchor="ctr"/>
          <a:lstStyle/>
          <a:p>
            <a:pPr>
              <a:lnSpc>
                <a:spcPct val="79650"/>
              </a:lnSpc>
            </a:pPr>
            <a:r>
              <a:rPr lang="en-US" sz="1000" b="1" dirty="0">
                <a:solidFill>
                  <a:srgbClr val="2B2B35"/>
                </a:solidFill>
                <a:latin typeface="Titillium Web" panose="00000500000000000000" pitchFamily="2" charset="0"/>
                <a:ea typeface="Roboto Condensed" pitchFamily="34" charset="-122"/>
                <a:cs typeface="Roboto Condensed" pitchFamily="34" charset="-120"/>
              </a:rPr>
              <a:t>47</a:t>
            </a:r>
          </a:p>
        </p:txBody>
      </p:sp>
      <p:sp>
        <p:nvSpPr>
          <p:cNvPr id="12" name="Text 4">
            <a:extLst>
              <a:ext uri="{FF2B5EF4-FFF2-40B4-BE49-F238E27FC236}">
                <a16:creationId xmlns:a16="http://schemas.microsoft.com/office/drawing/2014/main" id="{9C7272A3-FE1B-8183-9BF9-E26F8A194DF0}"/>
              </a:ext>
            </a:extLst>
          </p:cNvPr>
          <p:cNvSpPr/>
          <p:nvPr/>
        </p:nvSpPr>
        <p:spPr>
          <a:xfrm>
            <a:off x="895634" y="684512"/>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4C775F4C-A9B9-B800-9E9B-F5816DF002AF}"/>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7</a:t>
            </a:r>
            <a:endParaRPr lang="en-US" sz="1200" dirty="0">
              <a:latin typeface="Titillium Web" panose="00000500000000000000" pitchFamily="2" charset="0"/>
            </a:endParaRPr>
          </a:p>
        </p:txBody>
      </p:sp>
      <p:grpSp>
        <p:nvGrpSpPr>
          <p:cNvPr id="14" name="Group 13">
            <a:extLst>
              <a:ext uri="{FF2B5EF4-FFF2-40B4-BE49-F238E27FC236}">
                <a16:creationId xmlns:a16="http://schemas.microsoft.com/office/drawing/2014/main" id="{590ADCEC-F32F-31DC-D926-B33CA9B30CD1}"/>
              </a:ext>
            </a:extLst>
          </p:cNvPr>
          <p:cNvGrpSpPr/>
          <p:nvPr/>
        </p:nvGrpSpPr>
        <p:grpSpPr>
          <a:xfrm>
            <a:off x="5999045" y="7407697"/>
            <a:ext cx="1314450" cy="1449210"/>
            <a:chOff x="5999045" y="7407697"/>
            <a:chExt cx="1314450" cy="1449210"/>
          </a:xfrm>
        </p:grpSpPr>
        <p:sp>
          <p:nvSpPr>
            <p:cNvPr id="15" name="Text 4">
              <a:extLst>
                <a:ext uri="{FF2B5EF4-FFF2-40B4-BE49-F238E27FC236}">
                  <a16:creationId xmlns:a16="http://schemas.microsoft.com/office/drawing/2014/main" id="{CFCFBC6F-49F7-16D1-7BC4-746D62E2ED92}"/>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6" name="Image 4" descr="preencoded.png">
              <a:extLst>
                <a:ext uri="{FF2B5EF4-FFF2-40B4-BE49-F238E27FC236}">
                  <a16:creationId xmlns:a16="http://schemas.microsoft.com/office/drawing/2014/main" id="{F47B248A-9421-2E4F-DEA5-E8CEDF149873}"/>
                </a:ext>
              </a:extLst>
            </p:cNvPr>
            <p:cNvPicPr>
              <a:picLocks noChangeAspect="1"/>
            </p:cNvPicPr>
            <p:nvPr/>
          </p:nvPicPr>
          <p:blipFill>
            <a:blip r:embed="rId4"/>
            <a:stretch>
              <a:fillRect/>
            </a:stretch>
          </p:blipFill>
          <p:spPr>
            <a:xfrm>
              <a:off x="6799145" y="7407697"/>
              <a:ext cx="514350" cy="400050"/>
            </a:xfrm>
            <a:prstGeom prst="rect">
              <a:avLst/>
            </a:prstGeom>
          </p:spPr>
        </p:pic>
      </p:grpSp>
      <p:grpSp>
        <p:nvGrpSpPr>
          <p:cNvPr id="3" name="Group 2">
            <a:extLst>
              <a:ext uri="{FF2B5EF4-FFF2-40B4-BE49-F238E27FC236}">
                <a16:creationId xmlns:a16="http://schemas.microsoft.com/office/drawing/2014/main" id="{B40B5301-87EB-5574-6C51-4FBE78FD2DEE}"/>
              </a:ext>
            </a:extLst>
          </p:cNvPr>
          <p:cNvGrpSpPr/>
          <p:nvPr/>
        </p:nvGrpSpPr>
        <p:grpSpPr>
          <a:xfrm>
            <a:off x="5591781" y="1412484"/>
            <a:ext cx="1382886" cy="1387866"/>
            <a:chOff x="5591781" y="1412484"/>
            <a:chExt cx="1382886" cy="1387866"/>
          </a:xfrm>
        </p:grpSpPr>
        <p:sp>
          <p:nvSpPr>
            <p:cNvPr id="17" name="Rectangle 16">
              <a:extLst>
                <a:ext uri="{FF2B5EF4-FFF2-40B4-BE49-F238E27FC236}">
                  <a16:creationId xmlns:a16="http://schemas.microsoft.com/office/drawing/2014/main" id="{6051B03E-14F6-5A99-75EA-F31D3668C00C}"/>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0" name="Picture 19">
              <a:extLst>
                <a:ext uri="{FF2B5EF4-FFF2-40B4-BE49-F238E27FC236}">
                  <a16:creationId xmlns:a16="http://schemas.microsoft.com/office/drawing/2014/main" id="{702E0B9B-D8C2-0E70-05CB-E5DBB8BCFD7E}"/>
                </a:ext>
              </a:extLst>
            </p:cNvPr>
            <p:cNvPicPr>
              <a:picLocks noChangeAspect="1"/>
            </p:cNvPicPr>
            <p:nvPr/>
          </p:nvPicPr>
          <p:blipFill>
            <a:blip r:embed="rId5"/>
            <a:srcRect l="10092" r="10092"/>
            <a:stretch/>
          </p:blipFill>
          <p:spPr>
            <a:xfrm>
              <a:off x="5591781" y="1712378"/>
              <a:ext cx="1158067" cy="762487"/>
            </a:xfrm>
            <a:prstGeom prst="rect">
              <a:avLst/>
            </a:prstGeom>
          </p:spPr>
        </p:pic>
        <p:sp>
          <p:nvSpPr>
            <p:cNvPr id="21" name="Rectangle 20">
              <a:extLst>
                <a:ext uri="{FF2B5EF4-FFF2-40B4-BE49-F238E27FC236}">
                  <a16:creationId xmlns:a16="http://schemas.microsoft.com/office/drawing/2014/main" id="{C15A0C84-F68E-F047-D83E-0C4FCDCAC7E2}"/>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2" name="Flowchart: Connector 1">
            <a:extLst>
              <a:ext uri="{FF2B5EF4-FFF2-40B4-BE49-F238E27FC236}">
                <a16:creationId xmlns:a16="http://schemas.microsoft.com/office/drawing/2014/main" id="{8961D989-00DD-DB30-DC65-E6A780101AB2}"/>
              </a:ext>
            </a:extLst>
          </p:cNvPr>
          <p:cNvSpPr/>
          <p:nvPr/>
        </p:nvSpPr>
        <p:spPr>
          <a:xfrm>
            <a:off x="7044971" y="9383172"/>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8530128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9261D-2093-3F3F-986C-17AA406B61D0}"/>
            </a:ext>
          </a:extLst>
        </p:cNvPr>
        <p:cNvGrpSpPr/>
        <p:nvPr/>
      </p:nvGrpSpPr>
      <p:grpSpPr>
        <a:xfrm>
          <a:off x="0" y="0"/>
          <a:ext cx="0" cy="0"/>
          <a:chOff x="0" y="0"/>
          <a:chExt cx="0" cy="0"/>
        </a:xfrm>
      </p:grpSpPr>
      <p:pic>
        <p:nvPicPr>
          <p:cNvPr id="5" name="Image 3" descr="preencoded.png">
            <a:extLst>
              <a:ext uri="{FF2B5EF4-FFF2-40B4-BE49-F238E27FC236}">
                <a16:creationId xmlns:a16="http://schemas.microsoft.com/office/drawing/2014/main" id="{C4FEF364-F10E-FBE5-5C2D-85700D59AC89}"/>
              </a:ext>
            </a:extLst>
          </p:cNvPr>
          <p:cNvPicPr>
            <a:picLocks noChangeAspect="1"/>
          </p:cNvPicPr>
          <p:nvPr/>
        </p:nvPicPr>
        <p:blipFill>
          <a:blip r:embed="rId3"/>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6600D903-0448-1C93-D377-BC19940895DB}"/>
              </a:ext>
            </a:extLst>
          </p:cNvPr>
          <p:cNvSpPr/>
          <p:nvPr/>
        </p:nvSpPr>
        <p:spPr>
          <a:xfrm>
            <a:off x="796962" y="2457450"/>
            <a:ext cx="4805115" cy="6153150"/>
          </a:xfrm>
          <a:prstGeom prst="rect">
            <a:avLst/>
          </a:prstGeom>
          <a:noFill/>
          <a:ln/>
        </p:spPr>
        <p:txBody>
          <a:bodyPr wrap="square" lIns="0" tIns="0" rIns="0" bIns="0" rtlCol="0" anchor="ctr"/>
          <a:lstStyle/>
          <a:p>
            <a:pPr marL="0" indent="0">
              <a:lnSpc>
                <a:spcPts val="1600"/>
              </a:lnSpc>
              <a:spcBef>
                <a:spcPts val="1200"/>
              </a:spcBef>
              <a:spcAft>
                <a:spcPts val="600"/>
              </a:spcAft>
              <a:buNone/>
            </a:pPr>
            <a:r>
              <a:rPr lang="en-US" sz="1200" dirty="0">
                <a:solidFill>
                  <a:srgbClr val="1D1D1D"/>
                </a:solidFill>
                <a:latin typeface="Titillium Web" panose="00000500000000000000" pitchFamily="2" charset="0"/>
              </a:rPr>
              <a:t>{{</a:t>
            </a:r>
            <a:r>
              <a:rPr lang="en-US" sz="1200" dirty="0" err="1">
                <a:solidFill>
                  <a:srgbClr val="1D1D1D"/>
                </a:solidFill>
                <a:latin typeface="Titillium Web" panose="00000500000000000000" pitchFamily="2" charset="0"/>
              </a:rPr>
              <a:t>marketPosPrioritiesBody</a:t>
            </a:r>
            <a:r>
              <a:rPr lang="en-US" sz="1200" dirty="0">
                <a:solidFill>
                  <a:srgbClr val="1D1D1D"/>
                </a:solidFill>
                <a:latin typeface="Titillium Web" panose="00000500000000000000" pitchFamily="2" charset="0"/>
              </a:rPr>
              <a:t>}}</a:t>
            </a:r>
          </a:p>
        </p:txBody>
      </p:sp>
      <p:sp>
        <p:nvSpPr>
          <p:cNvPr id="9" name="Text 1">
            <a:extLst>
              <a:ext uri="{FF2B5EF4-FFF2-40B4-BE49-F238E27FC236}">
                <a16:creationId xmlns:a16="http://schemas.microsoft.com/office/drawing/2014/main" id="{9F751CB4-A24E-3029-CDAB-CE0FF12D24E9}"/>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0" name="Text 2">
            <a:extLst>
              <a:ext uri="{FF2B5EF4-FFF2-40B4-BE49-F238E27FC236}">
                <a16:creationId xmlns:a16="http://schemas.microsoft.com/office/drawing/2014/main" id="{3D37EFCF-8D12-E321-6398-AF032B5F7147}"/>
              </a:ext>
            </a:extLst>
          </p:cNvPr>
          <p:cNvSpPr/>
          <p:nvPr/>
        </p:nvSpPr>
        <p:spPr>
          <a:xfrm>
            <a:off x="796962" y="1855496"/>
            <a:ext cx="3960442" cy="476250"/>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rPr>
              <a:t>7.6 Priorities</a:t>
            </a:r>
            <a:endParaRPr lang="en-US" sz="2800" dirty="0">
              <a:latin typeface="Titillium Web" panose="00000500000000000000" pitchFamily="2" charset="0"/>
            </a:endParaRPr>
          </a:p>
        </p:txBody>
      </p:sp>
      <p:sp>
        <p:nvSpPr>
          <p:cNvPr id="11" name="Text 3">
            <a:extLst>
              <a:ext uri="{FF2B5EF4-FFF2-40B4-BE49-F238E27FC236}">
                <a16:creationId xmlns:a16="http://schemas.microsoft.com/office/drawing/2014/main" id="{ED177477-CE26-9994-E8DA-0A0C1041D6BD}"/>
              </a:ext>
            </a:extLst>
          </p:cNvPr>
          <p:cNvSpPr/>
          <p:nvPr/>
        </p:nvSpPr>
        <p:spPr>
          <a:xfrm>
            <a:off x="7209558" y="9559385"/>
            <a:ext cx="228600" cy="180975"/>
          </a:xfrm>
          <a:prstGeom prst="rect">
            <a:avLst/>
          </a:prstGeom>
          <a:noFill/>
          <a:ln/>
        </p:spPr>
        <p:txBody>
          <a:bodyPr wrap="square" lIns="0" tIns="0" rIns="0" bIns="0" rtlCol="0" anchor="ctr"/>
          <a:lstStyle/>
          <a:p>
            <a:pPr>
              <a:lnSpc>
                <a:spcPct val="79650"/>
              </a:lnSpc>
            </a:pPr>
            <a:r>
              <a:rPr lang="en-US" sz="1200" b="1" dirty="0">
                <a:solidFill>
                  <a:srgbClr val="2B2B35"/>
                </a:solidFill>
                <a:latin typeface="Titillium Web" panose="00000500000000000000" pitchFamily="2" charset="0"/>
                <a:ea typeface="Roboto Condensed" pitchFamily="34" charset="-122"/>
                <a:cs typeface="Roboto Condensed" pitchFamily="34" charset="-120"/>
              </a:rPr>
              <a:t>49</a:t>
            </a:r>
            <a:endParaRPr lang="en-US" sz="1200" dirty="0">
              <a:latin typeface="Titillium Web" panose="00000500000000000000" pitchFamily="2" charset="0"/>
            </a:endParaRPr>
          </a:p>
          <a:p>
            <a:pPr marL="0" indent="0" algn="l">
              <a:lnSpc>
                <a:spcPct val="79650"/>
              </a:lnSpc>
              <a:buNone/>
            </a:pPr>
            <a:endParaRPr lang="en-US" sz="1200" dirty="0">
              <a:latin typeface="Titillium Web" panose="00000500000000000000" pitchFamily="2" charset="0"/>
            </a:endParaRPr>
          </a:p>
        </p:txBody>
      </p:sp>
      <p:sp>
        <p:nvSpPr>
          <p:cNvPr id="12" name="Text 4">
            <a:extLst>
              <a:ext uri="{FF2B5EF4-FFF2-40B4-BE49-F238E27FC236}">
                <a16:creationId xmlns:a16="http://schemas.microsoft.com/office/drawing/2014/main" id="{25E1C617-6BBA-702F-CF74-893D3D5CB00E}"/>
              </a:ext>
            </a:extLst>
          </p:cNvPr>
          <p:cNvSpPr/>
          <p:nvPr/>
        </p:nvSpPr>
        <p:spPr>
          <a:xfrm>
            <a:off x="895634" y="684512"/>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7CBE862D-1E2A-913B-7C20-95B0D800CE20}"/>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7</a:t>
            </a:r>
            <a:endParaRPr lang="en-US" sz="1200" dirty="0">
              <a:latin typeface="Titillium Web" panose="00000500000000000000" pitchFamily="2" charset="0"/>
            </a:endParaRPr>
          </a:p>
        </p:txBody>
      </p:sp>
      <p:grpSp>
        <p:nvGrpSpPr>
          <p:cNvPr id="14" name="Group 13">
            <a:extLst>
              <a:ext uri="{FF2B5EF4-FFF2-40B4-BE49-F238E27FC236}">
                <a16:creationId xmlns:a16="http://schemas.microsoft.com/office/drawing/2014/main" id="{604511DA-0915-EB2C-52D2-91DD1954E85B}"/>
              </a:ext>
            </a:extLst>
          </p:cNvPr>
          <p:cNvGrpSpPr/>
          <p:nvPr/>
        </p:nvGrpSpPr>
        <p:grpSpPr>
          <a:xfrm>
            <a:off x="5999045" y="7579147"/>
            <a:ext cx="1314450" cy="1449210"/>
            <a:chOff x="5999045" y="7407697"/>
            <a:chExt cx="1314450" cy="1449210"/>
          </a:xfrm>
        </p:grpSpPr>
        <p:sp>
          <p:nvSpPr>
            <p:cNvPr id="15" name="Text 4">
              <a:extLst>
                <a:ext uri="{FF2B5EF4-FFF2-40B4-BE49-F238E27FC236}">
                  <a16:creationId xmlns:a16="http://schemas.microsoft.com/office/drawing/2014/main" id="{47FBD0C3-9013-B959-3D0F-FD04D139462A}"/>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6" name="Image 4" descr="preencoded.png">
              <a:extLst>
                <a:ext uri="{FF2B5EF4-FFF2-40B4-BE49-F238E27FC236}">
                  <a16:creationId xmlns:a16="http://schemas.microsoft.com/office/drawing/2014/main" id="{9F9632D9-7EA0-CD57-09F8-3E96531C047E}"/>
                </a:ext>
              </a:extLst>
            </p:cNvPr>
            <p:cNvPicPr>
              <a:picLocks noChangeAspect="1"/>
            </p:cNvPicPr>
            <p:nvPr/>
          </p:nvPicPr>
          <p:blipFill>
            <a:blip r:embed="rId4"/>
            <a:stretch>
              <a:fillRect/>
            </a:stretch>
          </p:blipFill>
          <p:spPr>
            <a:xfrm>
              <a:off x="6799145" y="7407697"/>
              <a:ext cx="514350" cy="400050"/>
            </a:xfrm>
            <a:prstGeom prst="rect">
              <a:avLst/>
            </a:prstGeom>
          </p:spPr>
        </p:pic>
      </p:grpSp>
      <p:grpSp>
        <p:nvGrpSpPr>
          <p:cNvPr id="3" name="Group 2">
            <a:extLst>
              <a:ext uri="{FF2B5EF4-FFF2-40B4-BE49-F238E27FC236}">
                <a16:creationId xmlns:a16="http://schemas.microsoft.com/office/drawing/2014/main" id="{82132D52-48F0-A771-BBC6-323A8BCAFCD8}"/>
              </a:ext>
            </a:extLst>
          </p:cNvPr>
          <p:cNvGrpSpPr/>
          <p:nvPr/>
        </p:nvGrpSpPr>
        <p:grpSpPr>
          <a:xfrm>
            <a:off x="5591781" y="1412484"/>
            <a:ext cx="1382886" cy="1387866"/>
            <a:chOff x="5591781" y="1412484"/>
            <a:chExt cx="1382886" cy="1387866"/>
          </a:xfrm>
        </p:grpSpPr>
        <p:sp>
          <p:nvSpPr>
            <p:cNvPr id="17" name="Rectangle 16">
              <a:extLst>
                <a:ext uri="{FF2B5EF4-FFF2-40B4-BE49-F238E27FC236}">
                  <a16:creationId xmlns:a16="http://schemas.microsoft.com/office/drawing/2014/main" id="{EEF7315F-9085-7D48-390C-A50CFFF3F008}"/>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0" name="Picture 19">
              <a:extLst>
                <a:ext uri="{FF2B5EF4-FFF2-40B4-BE49-F238E27FC236}">
                  <a16:creationId xmlns:a16="http://schemas.microsoft.com/office/drawing/2014/main" id="{E46E22E8-7A5B-ACC7-B697-5776FDE4BA37}"/>
                </a:ext>
              </a:extLst>
            </p:cNvPr>
            <p:cNvPicPr>
              <a:picLocks noChangeAspect="1"/>
            </p:cNvPicPr>
            <p:nvPr/>
          </p:nvPicPr>
          <p:blipFill>
            <a:blip r:embed="rId5"/>
            <a:srcRect l="10092" r="10092"/>
            <a:stretch/>
          </p:blipFill>
          <p:spPr>
            <a:xfrm>
              <a:off x="5591781" y="1712378"/>
              <a:ext cx="1158067" cy="762487"/>
            </a:xfrm>
            <a:prstGeom prst="rect">
              <a:avLst/>
            </a:prstGeom>
          </p:spPr>
        </p:pic>
        <p:sp>
          <p:nvSpPr>
            <p:cNvPr id="21" name="Rectangle 20">
              <a:extLst>
                <a:ext uri="{FF2B5EF4-FFF2-40B4-BE49-F238E27FC236}">
                  <a16:creationId xmlns:a16="http://schemas.microsoft.com/office/drawing/2014/main" id="{4C44B5E1-FCA8-74FE-645F-3A4005D46434}"/>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2" name="Flowchart: Connector 1">
            <a:extLst>
              <a:ext uri="{FF2B5EF4-FFF2-40B4-BE49-F238E27FC236}">
                <a16:creationId xmlns:a16="http://schemas.microsoft.com/office/drawing/2014/main" id="{D8EEE2EA-60D7-2165-BAD1-76FD1911DC83}"/>
              </a:ext>
            </a:extLst>
          </p:cNvPr>
          <p:cNvSpPr/>
          <p:nvPr/>
        </p:nvSpPr>
        <p:spPr>
          <a:xfrm>
            <a:off x="7044971" y="933450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17444062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03803-37A7-3BBE-BECC-489A76057DF9}"/>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DF6DBE55-DEEA-DDD9-2CA6-4FA05945793F}"/>
              </a:ext>
            </a:extLst>
          </p:cNvPr>
          <p:cNvSpPr/>
          <p:nvPr/>
        </p:nvSpPr>
        <p:spPr>
          <a:xfrm>
            <a:off x="214856" y="865637"/>
            <a:ext cx="585961" cy="1895475"/>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5" name="Image 3">
            <a:extLst>
              <a:ext uri="{FF2B5EF4-FFF2-40B4-BE49-F238E27FC236}">
                <a16:creationId xmlns:a16="http://schemas.microsoft.com/office/drawing/2014/main" id="{1418CA3F-50E2-32A6-4028-BD8979870A6A}"/>
              </a:ext>
            </a:extLst>
          </p:cNvPr>
          <p:cNvPicPr>
            <a:picLocks noChangeAspect="1"/>
          </p:cNvPicPr>
          <p:nvPr/>
        </p:nvPicPr>
        <p:blipFill>
          <a:blip r:embed="rId3"/>
          <a:srcRect/>
          <a:stretch/>
        </p:blipFill>
        <p:spPr>
          <a:xfrm>
            <a:off x="1" y="4219575"/>
            <a:ext cx="7772398" cy="4076699"/>
          </a:xfrm>
          <a:prstGeom prst="rect">
            <a:avLst/>
          </a:prstGeom>
        </p:spPr>
      </p:pic>
      <p:pic>
        <p:nvPicPr>
          <p:cNvPr id="6" name="Image 4" descr="preencoded.png">
            <a:extLst>
              <a:ext uri="{FF2B5EF4-FFF2-40B4-BE49-F238E27FC236}">
                <a16:creationId xmlns:a16="http://schemas.microsoft.com/office/drawing/2014/main" id="{D60315F5-1913-89F3-ECAE-E671B6552A3E}"/>
              </a:ext>
            </a:extLst>
          </p:cNvPr>
          <p:cNvPicPr>
            <a:picLocks noChangeAspect="1"/>
          </p:cNvPicPr>
          <p:nvPr/>
        </p:nvPicPr>
        <p:blipFill>
          <a:blip r:embed="rId4"/>
          <a:stretch>
            <a:fillRect/>
          </a:stretch>
        </p:blipFill>
        <p:spPr>
          <a:xfrm>
            <a:off x="4862751" y="6575308"/>
            <a:ext cx="1752600" cy="1752600"/>
          </a:xfrm>
          <a:prstGeom prst="rect">
            <a:avLst/>
          </a:prstGeom>
        </p:spPr>
      </p:pic>
      <p:pic>
        <p:nvPicPr>
          <p:cNvPr id="7" name="Image 5" descr="preencoded.png">
            <a:extLst>
              <a:ext uri="{FF2B5EF4-FFF2-40B4-BE49-F238E27FC236}">
                <a16:creationId xmlns:a16="http://schemas.microsoft.com/office/drawing/2014/main" id="{6B0C91BE-F9FC-68FD-349A-723CD675416A}"/>
              </a:ext>
            </a:extLst>
          </p:cNvPr>
          <p:cNvPicPr>
            <a:picLocks noChangeAspect="1"/>
          </p:cNvPicPr>
          <p:nvPr/>
        </p:nvPicPr>
        <p:blipFill>
          <a:blip r:embed="rId5"/>
          <a:stretch>
            <a:fillRect/>
          </a:stretch>
        </p:blipFill>
        <p:spPr>
          <a:xfrm>
            <a:off x="6607635" y="6575308"/>
            <a:ext cx="1171575" cy="1752600"/>
          </a:xfrm>
          <a:prstGeom prst="rect">
            <a:avLst/>
          </a:prstGeom>
        </p:spPr>
      </p:pic>
      <p:pic>
        <p:nvPicPr>
          <p:cNvPr id="8" name="Image 6" descr="preencoded.png">
            <a:extLst>
              <a:ext uri="{FF2B5EF4-FFF2-40B4-BE49-F238E27FC236}">
                <a16:creationId xmlns:a16="http://schemas.microsoft.com/office/drawing/2014/main" id="{74DEF89B-9C2C-DEF4-F585-50996E022EA1}"/>
              </a:ext>
            </a:extLst>
          </p:cNvPr>
          <p:cNvPicPr>
            <a:picLocks noChangeAspect="1"/>
          </p:cNvPicPr>
          <p:nvPr/>
        </p:nvPicPr>
        <p:blipFill>
          <a:blip r:embed="rId6"/>
          <a:stretch>
            <a:fillRect/>
          </a:stretch>
        </p:blipFill>
        <p:spPr>
          <a:xfrm>
            <a:off x="551487" y="9286170"/>
            <a:ext cx="6652174" cy="190500"/>
          </a:xfrm>
          <a:prstGeom prst="rect">
            <a:avLst/>
          </a:prstGeom>
        </p:spPr>
      </p:pic>
      <p:sp>
        <p:nvSpPr>
          <p:cNvPr id="12" name="Text 3">
            <a:extLst>
              <a:ext uri="{FF2B5EF4-FFF2-40B4-BE49-F238E27FC236}">
                <a16:creationId xmlns:a16="http://schemas.microsoft.com/office/drawing/2014/main" id="{5011D1CC-EB4B-39D8-B35A-E5A3E55E9F18}"/>
              </a:ext>
            </a:extLst>
          </p:cNvPr>
          <p:cNvSpPr/>
          <p:nvPr/>
        </p:nvSpPr>
        <p:spPr>
          <a:xfrm>
            <a:off x="4362917" y="8902446"/>
            <a:ext cx="2838450" cy="228600"/>
          </a:xfrm>
          <a:prstGeom prst="rect">
            <a:avLst/>
          </a:prstGeom>
          <a:noFill/>
          <a:ln/>
        </p:spPr>
        <p:txBody>
          <a:bodyPr wrap="square" lIns="0" tIns="0" rIns="0" bIns="0" rtlCol="0" anchor="ctr"/>
          <a:lstStyle/>
          <a:p>
            <a:pPr marL="0" indent="0" algn="r">
              <a:lnSpc>
                <a:spcPct val="99141"/>
              </a:lnSpc>
              <a:buNone/>
            </a:pPr>
            <a:r>
              <a:rPr lang="en-US" sz="1200" dirty="0">
                <a:solidFill>
                  <a:srgbClr val="000000"/>
                </a:solidFill>
                <a:latin typeface="Titillium Web" panose="00000500000000000000" pitchFamily="2" charset="0"/>
                <a:ea typeface="Arimo" pitchFamily="34" charset="-122"/>
                <a:cs typeface="Arimo" pitchFamily="34" charset="-120"/>
              </a:rPr>
              <a:t>{{</a:t>
            </a:r>
            <a:r>
              <a:rPr lang="en-US" sz="1200" dirty="0" err="1">
                <a:solidFill>
                  <a:srgbClr val="000000"/>
                </a:solidFill>
                <a:latin typeface="Titillium Web" panose="00000500000000000000" pitchFamily="2" charset="0"/>
                <a:ea typeface="Arimo" pitchFamily="34" charset="-122"/>
                <a:cs typeface="Arimo" pitchFamily="34" charset="-120"/>
              </a:rPr>
              <a:t>emailAddress</a:t>
            </a:r>
            <a:r>
              <a:rPr lang="en-US" sz="1200" dirty="0">
                <a:solidFill>
                  <a:srgbClr val="000000"/>
                </a:solidFill>
                <a:latin typeface="Titillium Web" panose="00000500000000000000" pitchFamily="2" charset="0"/>
                <a:ea typeface="Arimo" pitchFamily="34" charset="-122"/>
                <a:cs typeface="Arimo" pitchFamily="34" charset="-120"/>
              </a:rPr>
              <a:t>}}</a:t>
            </a:r>
            <a:endParaRPr lang="en-US" sz="1200" dirty="0">
              <a:latin typeface="Titillium Web" panose="00000500000000000000" pitchFamily="2" charset="0"/>
            </a:endParaRPr>
          </a:p>
        </p:txBody>
      </p:sp>
      <p:sp>
        <p:nvSpPr>
          <p:cNvPr id="14" name="Text 0">
            <a:extLst>
              <a:ext uri="{FF2B5EF4-FFF2-40B4-BE49-F238E27FC236}">
                <a16:creationId xmlns:a16="http://schemas.microsoft.com/office/drawing/2014/main" id="{C5391BB5-DA36-536E-187A-5732F4439DEF}"/>
              </a:ext>
            </a:extLst>
          </p:cNvPr>
          <p:cNvSpPr/>
          <p:nvPr/>
        </p:nvSpPr>
        <p:spPr>
          <a:xfrm>
            <a:off x="1252713" y="1042807"/>
            <a:ext cx="4641947" cy="1028700"/>
          </a:xfrm>
          <a:prstGeom prst="rect">
            <a:avLst/>
          </a:prstGeom>
          <a:noFill/>
          <a:ln/>
        </p:spPr>
        <p:txBody>
          <a:bodyPr wrap="square" lIns="0" tIns="0" rIns="0" bIns="0" rtlCol="0" anchor="ctr"/>
          <a:lstStyle/>
          <a:p>
            <a:pPr lvl="1">
              <a:lnSpc>
                <a:spcPts val="7500"/>
              </a:lnSpc>
              <a:buSzPct val="100000"/>
            </a:pPr>
            <a:r>
              <a:rPr lang="en-US" sz="4400" b="1" dirty="0">
                <a:solidFill>
                  <a:srgbClr val="1D1D1D"/>
                </a:solidFill>
                <a:latin typeface="Titillium Web" panose="00000500000000000000" pitchFamily="2" charset="0"/>
                <a:ea typeface="Sora" pitchFamily="34" charset="-122"/>
                <a:cs typeface="Sora" pitchFamily="34" charset="-120"/>
              </a:rPr>
              <a:t>SECTION8</a:t>
            </a:r>
          </a:p>
          <a:p>
            <a:pPr lvl="1">
              <a:lnSpc>
                <a:spcPct val="70000"/>
              </a:lnSpc>
              <a:buSzPct val="100000"/>
            </a:pPr>
            <a:r>
              <a:rPr lang="en-US" sz="3375" b="1" dirty="0">
                <a:solidFill>
                  <a:schemeClr val="tx1">
                    <a:lumMod val="50000"/>
                    <a:lumOff val="50000"/>
                  </a:schemeClr>
                </a:solidFill>
                <a:latin typeface="Titillium Web" panose="00000500000000000000" pitchFamily="2" charset="0"/>
                <a:ea typeface="Sora" pitchFamily="34" charset="-122"/>
              </a:rPr>
              <a:t>Governance</a:t>
            </a:r>
            <a:endParaRPr lang="en-US" sz="3375" dirty="0">
              <a:solidFill>
                <a:schemeClr val="tx1">
                  <a:lumMod val="50000"/>
                  <a:lumOff val="50000"/>
                </a:schemeClr>
              </a:solidFill>
              <a:latin typeface="Titillium Web" panose="00000500000000000000" pitchFamily="2" charset="0"/>
            </a:endParaRPr>
          </a:p>
        </p:txBody>
      </p:sp>
      <p:sp>
        <p:nvSpPr>
          <p:cNvPr id="23" name="Rectangle 22">
            <a:extLst>
              <a:ext uri="{FF2B5EF4-FFF2-40B4-BE49-F238E27FC236}">
                <a16:creationId xmlns:a16="http://schemas.microsoft.com/office/drawing/2014/main" id="{4212C00D-5D7D-E012-CBDF-25A5CB09BF1C}"/>
              </a:ext>
            </a:extLst>
          </p:cNvPr>
          <p:cNvSpPr/>
          <p:nvPr/>
        </p:nvSpPr>
        <p:spPr>
          <a:xfrm>
            <a:off x="214856" y="865637"/>
            <a:ext cx="585961" cy="1895475"/>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Rectangle 20">
            <a:extLst>
              <a:ext uri="{FF2B5EF4-FFF2-40B4-BE49-F238E27FC236}">
                <a16:creationId xmlns:a16="http://schemas.microsoft.com/office/drawing/2014/main" id="{4BECAFF0-CF37-5DD0-4548-D024C1088F11}"/>
              </a:ext>
            </a:extLst>
          </p:cNvPr>
          <p:cNvSpPr/>
          <p:nvPr/>
        </p:nvSpPr>
        <p:spPr>
          <a:xfrm>
            <a:off x="214856" y="865637"/>
            <a:ext cx="1054386" cy="1416053"/>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40472132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90739-5A2C-C1F7-8726-E8BF0E3C3E9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4CC6155-8499-DDA4-883C-4AD79F344B31}"/>
              </a:ext>
            </a:extLst>
          </p:cNvPr>
          <p:cNvPicPr>
            <a:picLocks noChangeAspect="1"/>
          </p:cNvPicPr>
          <p:nvPr/>
        </p:nvPicPr>
        <p:blipFill>
          <a:blip r:embed="rId3"/>
          <a:stretch>
            <a:fillRect/>
          </a:stretch>
        </p:blipFill>
        <p:spPr>
          <a:xfrm>
            <a:off x="0" y="0"/>
            <a:ext cx="7772400" cy="10058400"/>
          </a:xfrm>
          <a:prstGeom prst="rect">
            <a:avLst/>
          </a:prstGeom>
        </p:spPr>
      </p:pic>
      <p:pic>
        <p:nvPicPr>
          <p:cNvPr id="5" name="Image 3" descr="preencoded.png">
            <a:extLst>
              <a:ext uri="{FF2B5EF4-FFF2-40B4-BE49-F238E27FC236}">
                <a16:creationId xmlns:a16="http://schemas.microsoft.com/office/drawing/2014/main" id="{48C9FAF8-2EC4-C6DE-7F41-2A07D632E373}"/>
              </a:ext>
            </a:extLst>
          </p:cNvPr>
          <p:cNvPicPr>
            <a:picLocks noChangeAspect="1"/>
          </p:cNvPicPr>
          <p:nvPr/>
        </p:nvPicPr>
        <p:blipFill>
          <a:blip r:embed="rId4"/>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D35CF7EB-A7FB-FCEB-C2B8-B2A5476D45DA}"/>
              </a:ext>
            </a:extLst>
          </p:cNvPr>
          <p:cNvSpPr/>
          <p:nvPr/>
        </p:nvSpPr>
        <p:spPr>
          <a:xfrm>
            <a:off x="796962" y="2474865"/>
            <a:ext cx="4813853" cy="6416008"/>
          </a:xfrm>
          <a:prstGeom prst="rect">
            <a:avLst/>
          </a:prstGeom>
          <a:noFill/>
          <a:ln/>
        </p:spPr>
        <p:txBody>
          <a:bodyPr wrap="square" lIns="0" tIns="0" rIns="0" bIns="0" rtlCol="0" anchor="ctr"/>
          <a:lstStyle/>
          <a:p>
            <a:pPr>
              <a:lnSpc>
                <a:spcPts val="1600"/>
              </a:lnSpc>
              <a:spcBef>
                <a:spcPts val="1200"/>
              </a:spcBef>
              <a:spcAft>
                <a:spcPts val="600"/>
              </a:spcAft>
            </a:pPr>
            <a:r>
              <a:rPr lang="en-US" sz="1200" dirty="0">
                <a:solidFill>
                  <a:srgbClr val="1D1D1D"/>
                </a:solidFill>
                <a:latin typeface="Titillium Web" panose="00000500000000000000" pitchFamily="2" charset="0"/>
                <a:ea typeface="Titillium Web" pitchFamily="34" charset="-122"/>
                <a:cs typeface="Titillium Web" pitchFamily="34" charset="-120"/>
              </a:rPr>
              <a:t>{{introduction8}}</a:t>
            </a:r>
          </a:p>
        </p:txBody>
      </p:sp>
      <p:sp>
        <p:nvSpPr>
          <p:cNvPr id="9" name="Text 1">
            <a:extLst>
              <a:ext uri="{FF2B5EF4-FFF2-40B4-BE49-F238E27FC236}">
                <a16:creationId xmlns:a16="http://schemas.microsoft.com/office/drawing/2014/main" id="{87766DE7-12A8-C246-1239-208633953A8A}"/>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0" name="Text 2">
            <a:extLst>
              <a:ext uri="{FF2B5EF4-FFF2-40B4-BE49-F238E27FC236}">
                <a16:creationId xmlns:a16="http://schemas.microsoft.com/office/drawing/2014/main" id="{A808EB3A-6C10-19BD-A451-B086303E6FD0}"/>
              </a:ext>
            </a:extLst>
          </p:cNvPr>
          <p:cNvSpPr/>
          <p:nvPr/>
        </p:nvSpPr>
        <p:spPr>
          <a:xfrm>
            <a:off x="796962" y="1950746"/>
            <a:ext cx="3960442" cy="285750"/>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cs typeface="Sora" pitchFamily="34" charset="-120"/>
              </a:rPr>
              <a:t>8.1 Introduction</a:t>
            </a:r>
            <a:endParaRPr lang="en-US" sz="2800" dirty="0">
              <a:latin typeface="Titillium Web" panose="00000500000000000000" pitchFamily="2" charset="0"/>
            </a:endParaRPr>
          </a:p>
        </p:txBody>
      </p:sp>
      <p:sp>
        <p:nvSpPr>
          <p:cNvPr id="11" name="Text 3">
            <a:extLst>
              <a:ext uri="{FF2B5EF4-FFF2-40B4-BE49-F238E27FC236}">
                <a16:creationId xmlns:a16="http://schemas.microsoft.com/office/drawing/2014/main" id="{A77FFEE5-2CBA-6DD0-9B0C-A667DC8FDC00}"/>
              </a:ext>
            </a:extLst>
          </p:cNvPr>
          <p:cNvSpPr/>
          <p:nvPr/>
        </p:nvSpPr>
        <p:spPr>
          <a:xfrm>
            <a:off x="7209558" y="9559385"/>
            <a:ext cx="228600" cy="180975"/>
          </a:xfrm>
          <a:prstGeom prst="rect">
            <a:avLst/>
          </a:prstGeom>
          <a:noFill/>
          <a:ln/>
        </p:spPr>
        <p:txBody>
          <a:bodyPr wrap="square" lIns="0" tIns="0" rIns="0" bIns="0" rtlCol="0" anchor="ctr"/>
          <a:lstStyle/>
          <a:p>
            <a:pPr>
              <a:lnSpc>
                <a:spcPct val="79650"/>
              </a:lnSpc>
            </a:pPr>
            <a:r>
              <a:rPr lang="en-US" sz="1200" b="1" dirty="0">
                <a:solidFill>
                  <a:srgbClr val="2B2B35"/>
                </a:solidFill>
                <a:latin typeface="Titillium Web" panose="00000500000000000000" pitchFamily="2" charset="0"/>
                <a:ea typeface="Roboto Condensed" pitchFamily="34" charset="-122"/>
                <a:cs typeface="Roboto Condensed" pitchFamily="34" charset="-120"/>
              </a:rPr>
              <a:t>51</a:t>
            </a:r>
            <a:endParaRPr lang="en-US" sz="1200" dirty="0">
              <a:latin typeface="Titillium Web" panose="00000500000000000000" pitchFamily="2" charset="0"/>
            </a:endParaRPr>
          </a:p>
          <a:p>
            <a:pPr marL="0" indent="0" algn="l">
              <a:lnSpc>
                <a:spcPct val="79650"/>
              </a:lnSpc>
              <a:buNone/>
            </a:pPr>
            <a:endParaRPr lang="en-US" sz="1200" dirty="0">
              <a:latin typeface="Titillium Web" panose="00000500000000000000" pitchFamily="2" charset="0"/>
            </a:endParaRPr>
          </a:p>
        </p:txBody>
      </p:sp>
      <p:sp>
        <p:nvSpPr>
          <p:cNvPr id="12" name="Text 4">
            <a:extLst>
              <a:ext uri="{FF2B5EF4-FFF2-40B4-BE49-F238E27FC236}">
                <a16:creationId xmlns:a16="http://schemas.microsoft.com/office/drawing/2014/main" id="{7E0460BA-5101-74FA-3ACD-37CFF5C3D413}"/>
              </a:ext>
            </a:extLst>
          </p:cNvPr>
          <p:cNvSpPr/>
          <p:nvPr/>
        </p:nvSpPr>
        <p:spPr>
          <a:xfrm>
            <a:off x="895634" y="684512"/>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07108CE9-548E-1088-26E6-3C1A3726E8FA}"/>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7</a:t>
            </a:r>
            <a:endParaRPr lang="en-US" sz="1200" dirty="0">
              <a:latin typeface="Titillium Web" panose="00000500000000000000" pitchFamily="2" charset="0"/>
            </a:endParaRPr>
          </a:p>
        </p:txBody>
      </p:sp>
      <p:grpSp>
        <p:nvGrpSpPr>
          <p:cNvPr id="14" name="Group 13">
            <a:extLst>
              <a:ext uri="{FF2B5EF4-FFF2-40B4-BE49-F238E27FC236}">
                <a16:creationId xmlns:a16="http://schemas.microsoft.com/office/drawing/2014/main" id="{B9D89EEF-EA19-3DD7-5BD7-AF659E1E5D75}"/>
              </a:ext>
            </a:extLst>
          </p:cNvPr>
          <p:cNvGrpSpPr/>
          <p:nvPr/>
        </p:nvGrpSpPr>
        <p:grpSpPr>
          <a:xfrm>
            <a:off x="5999045" y="7407697"/>
            <a:ext cx="1314450" cy="1449210"/>
            <a:chOff x="5999045" y="7407697"/>
            <a:chExt cx="1314450" cy="1449210"/>
          </a:xfrm>
        </p:grpSpPr>
        <p:sp>
          <p:nvSpPr>
            <p:cNvPr id="15" name="Text 4">
              <a:extLst>
                <a:ext uri="{FF2B5EF4-FFF2-40B4-BE49-F238E27FC236}">
                  <a16:creationId xmlns:a16="http://schemas.microsoft.com/office/drawing/2014/main" id="{A7A08C5F-32CD-4A93-74FE-F9926880BA07}"/>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6" name="Image 4" descr="preencoded.png">
              <a:extLst>
                <a:ext uri="{FF2B5EF4-FFF2-40B4-BE49-F238E27FC236}">
                  <a16:creationId xmlns:a16="http://schemas.microsoft.com/office/drawing/2014/main" id="{E0C807E1-6731-27B0-B85B-3929AFCAD011}"/>
                </a:ext>
              </a:extLst>
            </p:cNvPr>
            <p:cNvPicPr>
              <a:picLocks noChangeAspect="1"/>
            </p:cNvPicPr>
            <p:nvPr/>
          </p:nvPicPr>
          <p:blipFill>
            <a:blip r:embed="rId5"/>
            <a:stretch>
              <a:fillRect/>
            </a:stretch>
          </p:blipFill>
          <p:spPr>
            <a:xfrm>
              <a:off x="6799145" y="7407697"/>
              <a:ext cx="514350" cy="400050"/>
            </a:xfrm>
            <a:prstGeom prst="rect">
              <a:avLst/>
            </a:prstGeom>
          </p:spPr>
        </p:pic>
      </p:grpSp>
      <p:grpSp>
        <p:nvGrpSpPr>
          <p:cNvPr id="3" name="Group 2">
            <a:extLst>
              <a:ext uri="{FF2B5EF4-FFF2-40B4-BE49-F238E27FC236}">
                <a16:creationId xmlns:a16="http://schemas.microsoft.com/office/drawing/2014/main" id="{E9407053-FDE3-DEE6-1CF4-9572A462F865}"/>
              </a:ext>
            </a:extLst>
          </p:cNvPr>
          <p:cNvGrpSpPr/>
          <p:nvPr/>
        </p:nvGrpSpPr>
        <p:grpSpPr>
          <a:xfrm>
            <a:off x="5591781" y="1412484"/>
            <a:ext cx="1382886" cy="1387866"/>
            <a:chOff x="5591781" y="1412484"/>
            <a:chExt cx="1382886" cy="1387866"/>
          </a:xfrm>
        </p:grpSpPr>
        <p:sp>
          <p:nvSpPr>
            <p:cNvPr id="17" name="Rectangle 16">
              <a:extLst>
                <a:ext uri="{FF2B5EF4-FFF2-40B4-BE49-F238E27FC236}">
                  <a16:creationId xmlns:a16="http://schemas.microsoft.com/office/drawing/2014/main" id="{563CE1F5-2211-2142-B841-CC63985BE1E7}"/>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0" name="Picture 19">
              <a:extLst>
                <a:ext uri="{FF2B5EF4-FFF2-40B4-BE49-F238E27FC236}">
                  <a16:creationId xmlns:a16="http://schemas.microsoft.com/office/drawing/2014/main" id="{1E521302-D33C-7C71-C7C0-146E7622FF77}"/>
                </a:ext>
              </a:extLst>
            </p:cNvPr>
            <p:cNvPicPr>
              <a:picLocks noChangeAspect="1"/>
            </p:cNvPicPr>
            <p:nvPr/>
          </p:nvPicPr>
          <p:blipFill>
            <a:blip r:embed="rId6"/>
            <a:srcRect l="10092" r="10092"/>
            <a:stretch/>
          </p:blipFill>
          <p:spPr>
            <a:xfrm>
              <a:off x="5591781" y="1712378"/>
              <a:ext cx="1158067" cy="762487"/>
            </a:xfrm>
            <a:prstGeom prst="rect">
              <a:avLst/>
            </a:prstGeom>
          </p:spPr>
        </p:pic>
        <p:sp>
          <p:nvSpPr>
            <p:cNvPr id="21" name="Rectangle 20">
              <a:extLst>
                <a:ext uri="{FF2B5EF4-FFF2-40B4-BE49-F238E27FC236}">
                  <a16:creationId xmlns:a16="http://schemas.microsoft.com/office/drawing/2014/main" id="{C8728EAE-8B4A-A3E6-575D-4D050CCB1982}"/>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4" name="Flowchart: Connector 3">
            <a:extLst>
              <a:ext uri="{FF2B5EF4-FFF2-40B4-BE49-F238E27FC236}">
                <a16:creationId xmlns:a16="http://schemas.microsoft.com/office/drawing/2014/main" id="{C10957D7-6E75-D9AE-80C2-E89B1B24A764}"/>
              </a:ext>
            </a:extLst>
          </p:cNvPr>
          <p:cNvSpPr/>
          <p:nvPr/>
        </p:nvSpPr>
        <p:spPr>
          <a:xfrm>
            <a:off x="7057671" y="933450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5739981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11D13-06E6-5874-38BC-11D626B94C97}"/>
            </a:ext>
          </a:extLst>
        </p:cNvPr>
        <p:cNvGrpSpPr/>
        <p:nvPr/>
      </p:nvGrpSpPr>
      <p:grpSpPr>
        <a:xfrm>
          <a:off x="0" y="0"/>
          <a:ext cx="0" cy="0"/>
          <a:chOff x="0" y="0"/>
          <a:chExt cx="0" cy="0"/>
        </a:xfrm>
      </p:grpSpPr>
      <p:pic>
        <p:nvPicPr>
          <p:cNvPr id="5" name="Image 3" descr="preencoded.png">
            <a:extLst>
              <a:ext uri="{FF2B5EF4-FFF2-40B4-BE49-F238E27FC236}">
                <a16:creationId xmlns:a16="http://schemas.microsoft.com/office/drawing/2014/main" id="{B585A62D-9D48-A090-E7B0-EAF1AAB3121E}"/>
              </a:ext>
            </a:extLst>
          </p:cNvPr>
          <p:cNvPicPr>
            <a:picLocks noChangeAspect="1"/>
          </p:cNvPicPr>
          <p:nvPr/>
        </p:nvPicPr>
        <p:blipFill>
          <a:blip r:embed="rId3"/>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1496A468-8EBC-5B44-D5E3-B81E2B7E5F00}"/>
              </a:ext>
            </a:extLst>
          </p:cNvPr>
          <p:cNvSpPr/>
          <p:nvPr/>
        </p:nvSpPr>
        <p:spPr>
          <a:xfrm>
            <a:off x="796962" y="2508059"/>
            <a:ext cx="4794819" cy="5032988"/>
          </a:xfrm>
          <a:prstGeom prst="rect">
            <a:avLst/>
          </a:prstGeom>
          <a:noFill/>
          <a:ln/>
        </p:spPr>
        <p:txBody>
          <a:bodyPr wrap="square" lIns="0" tIns="0" rIns="0" bIns="0" rtlCol="0" anchor="ctr"/>
          <a:lstStyle/>
          <a:p>
            <a:pPr algn="l">
              <a:lnSpc>
                <a:spcPts val="1600"/>
              </a:lnSpc>
              <a:spcBef>
                <a:spcPts val="1200"/>
              </a:spcBef>
              <a:spcAft>
                <a:spcPts val="600"/>
              </a:spcAft>
            </a:pPr>
            <a:r>
              <a:rPr lang="en-US" sz="1200" dirty="0">
                <a:solidFill>
                  <a:srgbClr val="1D1D1D"/>
                </a:solidFill>
                <a:latin typeface="Titillium Web" panose="00000500000000000000" pitchFamily="2" charset="0"/>
                <a:ea typeface="Titillium Web" pitchFamily="34" charset="-122"/>
                <a:cs typeface="Titillium Web" pitchFamily="34" charset="-120"/>
              </a:rPr>
              <a:t>{{</a:t>
            </a:r>
            <a:r>
              <a:rPr lang="en-US" sz="1200" dirty="0" err="1">
                <a:solidFill>
                  <a:srgbClr val="1D1D1D"/>
                </a:solidFill>
                <a:latin typeface="Titillium Web" panose="00000500000000000000" pitchFamily="2" charset="0"/>
                <a:ea typeface="Titillium Web" pitchFamily="34" charset="-122"/>
                <a:cs typeface="Titillium Web" pitchFamily="34" charset="-120"/>
              </a:rPr>
              <a:t>govDocSummary</a:t>
            </a:r>
            <a:r>
              <a:rPr lang="en-US" sz="1200" dirty="0">
                <a:solidFill>
                  <a:srgbClr val="1D1D1D"/>
                </a:solidFill>
                <a:latin typeface="Titillium Web" panose="00000500000000000000" pitchFamily="2" charset="0"/>
                <a:ea typeface="Titillium Web" pitchFamily="34" charset="-122"/>
                <a:cs typeface="Titillium Web" pitchFamily="34" charset="-120"/>
              </a:rPr>
              <a:t>}}</a:t>
            </a:r>
          </a:p>
          <a:p>
            <a:pPr algn="l">
              <a:lnSpc>
                <a:spcPts val="1600"/>
              </a:lnSpc>
              <a:spcBef>
                <a:spcPts val="1200"/>
              </a:spcBef>
              <a:spcAft>
                <a:spcPts val="600"/>
              </a:spcAft>
            </a:pPr>
            <a:r>
              <a:rPr lang="en-US" sz="1200" b="1" dirty="0">
                <a:solidFill>
                  <a:srgbClr val="1D1D1D"/>
                </a:solidFill>
                <a:latin typeface="Titillium Web" panose="00000500000000000000" pitchFamily="2" charset="0"/>
                <a:ea typeface="Titillium Web" pitchFamily="34" charset="-122"/>
                <a:cs typeface="Titillium Web" pitchFamily="34" charset="-120"/>
              </a:rPr>
              <a:t>Documents Received:</a:t>
            </a:r>
          </a:p>
          <a:p>
            <a:pPr algn="l">
              <a:lnSpc>
                <a:spcPts val="1600"/>
              </a:lnSpc>
              <a:spcBef>
                <a:spcPts val="1200"/>
              </a:spcBef>
              <a:spcAft>
                <a:spcPts val="600"/>
              </a:spcAft>
            </a:pPr>
            <a:r>
              <a:rPr lang="en-US" sz="1200" dirty="0">
                <a:solidFill>
                  <a:srgbClr val="1D1D1D"/>
                </a:solidFill>
                <a:latin typeface="Titillium Web" panose="00000500000000000000" pitchFamily="2" charset="0"/>
                <a:ea typeface="Titillium Web" pitchFamily="34" charset="-122"/>
                <a:cs typeface="Titillium Web" pitchFamily="34" charset="-120"/>
              </a:rPr>
              <a:t>{{</a:t>
            </a:r>
            <a:r>
              <a:rPr lang="en-US" sz="1200" dirty="0" err="1">
                <a:solidFill>
                  <a:srgbClr val="1D1D1D"/>
                </a:solidFill>
                <a:latin typeface="Titillium Web" panose="00000500000000000000" pitchFamily="2" charset="0"/>
                <a:ea typeface="Titillium Web" pitchFamily="34" charset="-122"/>
                <a:cs typeface="Titillium Web" pitchFamily="34" charset="-120"/>
              </a:rPr>
              <a:t>govDocsReceive</a:t>
            </a:r>
            <a:r>
              <a:rPr lang="en-US" sz="1200" dirty="0">
                <a:solidFill>
                  <a:srgbClr val="1D1D1D"/>
                </a:solidFill>
                <a:latin typeface="Titillium Web" panose="00000500000000000000" pitchFamily="2" charset="0"/>
                <a:ea typeface="Titillium Web" pitchFamily="34" charset="-122"/>
                <a:cs typeface="Titillium Web" pitchFamily="34" charset="-120"/>
              </a:rPr>
              <a:t>}}</a:t>
            </a:r>
          </a:p>
          <a:p>
            <a:pPr algn="l">
              <a:lnSpc>
                <a:spcPts val="1600"/>
              </a:lnSpc>
              <a:spcBef>
                <a:spcPts val="1200"/>
              </a:spcBef>
              <a:spcAft>
                <a:spcPts val="600"/>
              </a:spcAft>
            </a:pPr>
            <a:r>
              <a:rPr lang="en-US" sz="1200" b="1" dirty="0">
                <a:solidFill>
                  <a:srgbClr val="1D1D1D"/>
                </a:solidFill>
                <a:latin typeface="Titillium Web" panose="00000500000000000000" pitchFamily="2" charset="0"/>
                <a:ea typeface="Titillium Web" pitchFamily="34" charset="-122"/>
                <a:cs typeface="Titillium Web" pitchFamily="34" charset="-120"/>
              </a:rPr>
              <a:t>Not Received:</a:t>
            </a:r>
          </a:p>
          <a:p>
            <a:pPr algn="l">
              <a:lnSpc>
                <a:spcPts val="1600"/>
              </a:lnSpc>
              <a:spcBef>
                <a:spcPts val="1200"/>
              </a:spcBef>
              <a:spcAft>
                <a:spcPts val="600"/>
              </a:spcAft>
            </a:pPr>
            <a:r>
              <a:rPr lang="en-US" sz="1200" dirty="0">
                <a:solidFill>
                  <a:srgbClr val="1D1D1D"/>
                </a:solidFill>
                <a:latin typeface="Titillium Web" panose="00000500000000000000" pitchFamily="2" charset="0"/>
                <a:ea typeface="Titillium Web" pitchFamily="34" charset="-122"/>
                <a:cs typeface="Titillium Web" pitchFamily="34" charset="-120"/>
              </a:rPr>
              <a:t>{{</a:t>
            </a:r>
            <a:r>
              <a:rPr lang="en-US" sz="1200" dirty="0" err="1">
                <a:solidFill>
                  <a:srgbClr val="1D1D1D"/>
                </a:solidFill>
                <a:latin typeface="Titillium Web" panose="00000500000000000000" pitchFamily="2" charset="0"/>
                <a:ea typeface="Titillium Web" pitchFamily="34" charset="-122"/>
                <a:cs typeface="Titillium Web" pitchFamily="34" charset="-120"/>
              </a:rPr>
              <a:t>govDocsNotReceive</a:t>
            </a:r>
            <a:r>
              <a:rPr lang="en-US" sz="1200" dirty="0">
                <a:solidFill>
                  <a:srgbClr val="1D1D1D"/>
                </a:solidFill>
                <a:latin typeface="Titillium Web" panose="00000500000000000000" pitchFamily="2" charset="0"/>
                <a:ea typeface="Titillium Web" pitchFamily="34" charset="-122"/>
                <a:cs typeface="Titillium Web" pitchFamily="34" charset="-120"/>
              </a:rPr>
              <a:t>}}</a:t>
            </a:r>
          </a:p>
          <a:p>
            <a:pPr algn="l">
              <a:lnSpc>
                <a:spcPts val="1600"/>
              </a:lnSpc>
              <a:spcBef>
                <a:spcPts val="1200"/>
              </a:spcBef>
              <a:spcAft>
                <a:spcPts val="600"/>
              </a:spcAft>
            </a:pPr>
            <a:r>
              <a:rPr lang="en-US" sz="1200" dirty="0">
                <a:solidFill>
                  <a:srgbClr val="1D1D1D"/>
                </a:solidFill>
                <a:latin typeface="Titillium Web" panose="00000500000000000000" pitchFamily="2" charset="0"/>
                <a:ea typeface="Titillium Web" pitchFamily="34" charset="-122"/>
                <a:cs typeface="Titillium Web" pitchFamily="34" charset="-120"/>
              </a:rPr>
              <a:t>{{</a:t>
            </a:r>
            <a:r>
              <a:rPr lang="en-US" sz="1200" dirty="0" err="1">
                <a:solidFill>
                  <a:srgbClr val="1D1D1D"/>
                </a:solidFill>
                <a:latin typeface="Titillium Web" panose="00000500000000000000" pitchFamily="2" charset="0"/>
                <a:ea typeface="Titillium Web" pitchFamily="34" charset="-122"/>
                <a:cs typeface="Titillium Web" pitchFamily="34" charset="-120"/>
              </a:rPr>
              <a:t>govDocConclusion</a:t>
            </a:r>
            <a:r>
              <a:rPr lang="en-US" sz="1200" dirty="0">
                <a:solidFill>
                  <a:srgbClr val="1D1D1D"/>
                </a:solidFill>
                <a:latin typeface="Titillium Web" panose="00000500000000000000" pitchFamily="2" charset="0"/>
                <a:ea typeface="Titillium Web" pitchFamily="34" charset="-122"/>
                <a:cs typeface="Titillium Web" pitchFamily="34" charset="-120"/>
              </a:rPr>
              <a:t>}}</a:t>
            </a:r>
          </a:p>
        </p:txBody>
      </p:sp>
      <p:sp>
        <p:nvSpPr>
          <p:cNvPr id="9" name="Text 1">
            <a:extLst>
              <a:ext uri="{FF2B5EF4-FFF2-40B4-BE49-F238E27FC236}">
                <a16:creationId xmlns:a16="http://schemas.microsoft.com/office/drawing/2014/main" id="{CACEBD6D-10B7-13FC-464C-27AA62D9A470}"/>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0" name="Text 2">
            <a:extLst>
              <a:ext uri="{FF2B5EF4-FFF2-40B4-BE49-F238E27FC236}">
                <a16:creationId xmlns:a16="http://schemas.microsoft.com/office/drawing/2014/main" id="{0F4C8E05-D22C-6D0B-1DDF-8B843E7E972C}"/>
              </a:ext>
            </a:extLst>
          </p:cNvPr>
          <p:cNvSpPr/>
          <p:nvPr/>
        </p:nvSpPr>
        <p:spPr>
          <a:xfrm>
            <a:off x="796962" y="1880196"/>
            <a:ext cx="3960442" cy="476250"/>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cs typeface="Sora" pitchFamily="34" charset="-120"/>
              </a:rPr>
              <a:t>8.2 Documentation</a:t>
            </a:r>
            <a:endParaRPr lang="en-US" sz="2800" dirty="0">
              <a:latin typeface="Titillium Web" panose="00000500000000000000" pitchFamily="2" charset="0"/>
            </a:endParaRPr>
          </a:p>
        </p:txBody>
      </p:sp>
      <p:sp>
        <p:nvSpPr>
          <p:cNvPr id="11" name="Text 3">
            <a:extLst>
              <a:ext uri="{FF2B5EF4-FFF2-40B4-BE49-F238E27FC236}">
                <a16:creationId xmlns:a16="http://schemas.microsoft.com/office/drawing/2014/main" id="{D54507DF-CB7F-CD8D-455C-E8569B06C483}"/>
              </a:ext>
            </a:extLst>
          </p:cNvPr>
          <p:cNvSpPr/>
          <p:nvPr/>
        </p:nvSpPr>
        <p:spPr>
          <a:xfrm>
            <a:off x="7209558" y="9559385"/>
            <a:ext cx="228600" cy="180975"/>
          </a:xfrm>
          <a:prstGeom prst="rect">
            <a:avLst/>
          </a:prstGeom>
          <a:noFill/>
          <a:ln/>
        </p:spPr>
        <p:txBody>
          <a:bodyPr wrap="square" lIns="0" tIns="0" rIns="0" bIns="0" rtlCol="0" anchor="ctr"/>
          <a:lstStyle/>
          <a:p>
            <a:pPr>
              <a:lnSpc>
                <a:spcPct val="79650"/>
              </a:lnSpc>
            </a:pPr>
            <a:r>
              <a:rPr lang="en-US" sz="1200" b="1" dirty="0">
                <a:solidFill>
                  <a:srgbClr val="2B2B35"/>
                </a:solidFill>
                <a:latin typeface="Titillium Web" panose="00000500000000000000" pitchFamily="2" charset="0"/>
                <a:ea typeface="Roboto Condensed" pitchFamily="34" charset="-122"/>
                <a:cs typeface="Roboto Condensed" pitchFamily="34" charset="-120"/>
              </a:rPr>
              <a:t>52</a:t>
            </a:r>
            <a:endParaRPr lang="en-US" sz="1200" dirty="0">
              <a:latin typeface="Titillium Web" panose="00000500000000000000" pitchFamily="2" charset="0"/>
            </a:endParaRPr>
          </a:p>
          <a:p>
            <a:pPr marL="0" indent="0" algn="l">
              <a:lnSpc>
                <a:spcPct val="79650"/>
              </a:lnSpc>
              <a:buNone/>
            </a:pPr>
            <a:endParaRPr lang="en-US" sz="1200" dirty="0">
              <a:latin typeface="Titillium Web" panose="00000500000000000000" pitchFamily="2" charset="0"/>
            </a:endParaRPr>
          </a:p>
        </p:txBody>
      </p:sp>
      <p:sp>
        <p:nvSpPr>
          <p:cNvPr id="12" name="Text 4">
            <a:extLst>
              <a:ext uri="{FF2B5EF4-FFF2-40B4-BE49-F238E27FC236}">
                <a16:creationId xmlns:a16="http://schemas.microsoft.com/office/drawing/2014/main" id="{123444EC-5B74-FF62-F1B1-85B31981A817}"/>
              </a:ext>
            </a:extLst>
          </p:cNvPr>
          <p:cNvSpPr/>
          <p:nvPr/>
        </p:nvSpPr>
        <p:spPr>
          <a:xfrm>
            <a:off x="895634" y="684512"/>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071C8B77-688F-AD3F-4331-E005A449F8E0}"/>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7</a:t>
            </a:r>
            <a:endParaRPr lang="en-US" sz="1200" dirty="0">
              <a:latin typeface="Titillium Web" panose="00000500000000000000" pitchFamily="2" charset="0"/>
            </a:endParaRPr>
          </a:p>
        </p:txBody>
      </p:sp>
      <p:grpSp>
        <p:nvGrpSpPr>
          <p:cNvPr id="14" name="Group 13">
            <a:extLst>
              <a:ext uri="{FF2B5EF4-FFF2-40B4-BE49-F238E27FC236}">
                <a16:creationId xmlns:a16="http://schemas.microsoft.com/office/drawing/2014/main" id="{36FF9380-8367-514A-037D-9EB5630CEB8A}"/>
              </a:ext>
            </a:extLst>
          </p:cNvPr>
          <p:cNvGrpSpPr/>
          <p:nvPr/>
        </p:nvGrpSpPr>
        <p:grpSpPr>
          <a:xfrm>
            <a:off x="5999045" y="7407697"/>
            <a:ext cx="1314450" cy="1449210"/>
            <a:chOff x="5999045" y="7407697"/>
            <a:chExt cx="1314450" cy="1449210"/>
          </a:xfrm>
        </p:grpSpPr>
        <p:sp>
          <p:nvSpPr>
            <p:cNvPr id="15" name="Text 4">
              <a:extLst>
                <a:ext uri="{FF2B5EF4-FFF2-40B4-BE49-F238E27FC236}">
                  <a16:creationId xmlns:a16="http://schemas.microsoft.com/office/drawing/2014/main" id="{B5B931D2-345D-9F36-ECCF-268BC9A2F373}"/>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6" name="Image 4" descr="preencoded.png">
              <a:extLst>
                <a:ext uri="{FF2B5EF4-FFF2-40B4-BE49-F238E27FC236}">
                  <a16:creationId xmlns:a16="http://schemas.microsoft.com/office/drawing/2014/main" id="{7BC5C207-7EF3-ABA1-855D-4B452F2EECB2}"/>
                </a:ext>
              </a:extLst>
            </p:cNvPr>
            <p:cNvPicPr>
              <a:picLocks noChangeAspect="1"/>
            </p:cNvPicPr>
            <p:nvPr/>
          </p:nvPicPr>
          <p:blipFill>
            <a:blip r:embed="rId4"/>
            <a:stretch>
              <a:fillRect/>
            </a:stretch>
          </p:blipFill>
          <p:spPr>
            <a:xfrm>
              <a:off x="6799145" y="7407697"/>
              <a:ext cx="514350" cy="400050"/>
            </a:xfrm>
            <a:prstGeom prst="rect">
              <a:avLst/>
            </a:prstGeom>
          </p:spPr>
        </p:pic>
      </p:grpSp>
      <p:grpSp>
        <p:nvGrpSpPr>
          <p:cNvPr id="3" name="Group 2">
            <a:extLst>
              <a:ext uri="{FF2B5EF4-FFF2-40B4-BE49-F238E27FC236}">
                <a16:creationId xmlns:a16="http://schemas.microsoft.com/office/drawing/2014/main" id="{8EAEB2D5-BB17-7FE9-8F82-7D975DB81CE7}"/>
              </a:ext>
            </a:extLst>
          </p:cNvPr>
          <p:cNvGrpSpPr/>
          <p:nvPr/>
        </p:nvGrpSpPr>
        <p:grpSpPr>
          <a:xfrm>
            <a:off x="5591781" y="1412484"/>
            <a:ext cx="1382886" cy="1387866"/>
            <a:chOff x="5591781" y="1412484"/>
            <a:chExt cx="1382886" cy="1387866"/>
          </a:xfrm>
        </p:grpSpPr>
        <p:sp>
          <p:nvSpPr>
            <p:cNvPr id="17" name="Rectangle 16">
              <a:extLst>
                <a:ext uri="{FF2B5EF4-FFF2-40B4-BE49-F238E27FC236}">
                  <a16:creationId xmlns:a16="http://schemas.microsoft.com/office/drawing/2014/main" id="{51EB4660-569C-09B8-C5ED-59B5BE72B1CC}"/>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0" name="Picture 19">
              <a:extLst>
                <a:ext uri="{FF2B5EF4-FFF2-40B4-BE49-F238E27FC236}">
                  <a16:creationId xmlns:a16="http://schemas.microsoft.com/office/drawing/2014/main" id="{46A3C053-37A6-8549-5D4E-67DF1CF607B8}"/>
                </a:ext>
              </a:extLst>
            </p:cNvPr>
            <p:cNvPicPr>
              <a:picLocks noChangeAspect="1"/>
            </p:cNvPicPr>
            <p:nvPr/>
          </p:nvPicPr>
          <p:blipFill>
            <a:blip r:embed="rId5"/>
            <a:srcRect l="10092" r="10092"/>
            <a:stretch/>
          </p:blipFill>
          <p:spPr>
            <a:xfrm>
              <a:off x="5591781" y="1712378"/>
              <a:ext cx="1158067" cy="762487"/>
            </a:xfrm>
            <a:prstGeom prst="rect">
              <a:avLst/>
            </a:prstGeom>
          </p:spPr>
        </p:pic>
        <p:sp>
          <p:nvSpPr>
            <p:cNvPr id="21" name="Rectangle 20">
              <a:extLst>
                <a:ext uri="{FF2B5EF4-FFF2-40B4-BE49-F238E27FC236}">
                  <a16:creationId xmlns:a16="http://schemas.microsoft.com/office/drawing/2014/main" id="{AE542FC2-5A85-E92D-F03F-3A0363FD0B98}"/>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2" name="Flowchart: Connector 1">
            <a:extLst>
              <a:ext uri="{FF2B5EF4-FFF2-40B4-BE49-F238E27FC236}">
                <a16:creationId xmlns:a16="http://schemas.microsoft.com/office/drawing/2014/main" id="{F17BF449-D509-94D6-F94D-AC7E33BDE11C}"/>
              </a:ext>
            </a:extLst>
          </p:cNvPr>
          <p:cNvSpPr/>
          <p:nvPr/>
        </p:nvSpPr>
        <p:spPr>
          <a:xfrm>
            <a:off x="7044971" y="933450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9723850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2AC3B-A362-6BA0-461F-A50E31CA2FE5}"/>
            </a:ext>
          </a:extLst>
        </p:cNvPr>
        <p:cNvGrpSpPr/>
        <p:nvPr/>
      </p:nvGrpSpPr>
      <p:grpSpPr>
        <a:xfrm>
          <a:off x="0" y="0"/>
          <a:ext cx="0" cy="0"/>
          <a:chOff x="0" y="0"/>
          <a:chExt cx="0" cy="0"/>
        </a:xfrm>
      </p:grpSpPr>
      <p:pic>
        <p:nvPicPr>
          <p:cNvPr id="5" name="Image 3" descr="preencoded.png">
            <a:extLst>
              <a:ext uri="{FF2B5EF4-FFF2-40B4-BE49-F238E27FC236}">
                <a16:creationId xmlns:a16="http://schemas.microsoft.com/office/drawing/2014/main" id="{36702BE2-32BA-5C3B-61D1-00AD08B46749}"/>
              </a:ext>
            </a:extLst>
          </p:cNvPr>
          <p:cNvPicPr>
            <a:picLocks noChangeAspect="1"/>
          </p:cNvPicPr>
          <p:nvPr/>
        </p:nvPicPr>
        <p:blipFill>
          <a:blip r:embed="rId3"/>
          <a:stretch>
            <a:fillRect/>
          </a:stretch>
        </p:blipFill>
        <p:spPr>
          <a:xfrm>
            <a:off x="796962" y="919932"/>
            <a:ext cx="6177705" cy="190500"/>
          </a:xfrm>
          <a:prstGeom prst="rect">
            <a:avLst/>
          </a:prstGeom>
        </p:spPr>
      </p:pic>
      <p:sp>
        <p:nvSpPr>
          <p:cNvPr id="6" name="Text 0">
            <a:extLst>
              <a:ext uri="{FF2B5EF4-FFF2-40B4-BE49-F238E27FC236}">
                <a16:creationId xmlns:a16="http://schemas.microsoft.com/office/drawing/2014/main" id="{455E7C3E-1ED7-2DE8-A599-77509927FFC4}"/>
              </a:ext>
            </a:extLst>
          </p:cNvPr>
          <p:cNvSpPr/>
          <p:nvPr/>
        </p:nvSpPr>
        <p:spPr>
          <a:xfrm>
            <a:off x="796962" y="1889865"/>
            <a:ext cx="4122956" cy="361740"/>
          </a:xfrm>
          <a:prstGeom prst="rect">
            <a:avLst/>
          </a:prstGeom>
          <a:noFill/>
          <a:ln/>
        </p:spPr>
        <p:txBody>
          <a:bodyPr wrap="square" lIns="0" tIns="0" rIns="0" bIns="0" rtlCol="0" anchor="ctr"/>
          <a:lstStyle/>
          <a:p>
            <a:pPr marL="0" indent="0" algn="l">
              <a:lnSpc>
                <a:spcPct val="79650"/>
              </a:lnSpc>
              <a:buNone/>
            </a:pPr>
            <a:r>
              <a:rPr lang="en-US" sz="2800" b="1" dirty="0">
                <a:solidFill>
                  <a:srgbClr val="1D1D1D"/>
                </a:solidFill>
                <a:latin typeface="Titillium Web" panose="00000500000000000000" pitchFamily="2" charset="0"/>
                <a:ea typeface="Sora" pitchFamily="34" charset="-122"/>
                <a:cs typeface="Sora" pitchFamily="34" charset="-120"/>
              </a:rPr>
              <a:t>8.3 Preliminary Findings</a:t>
            </a:r>
          </a:p>
        </p:txBody>
      </p:sp>
      <p:sp>
        <p:nvSpPr>
          <p:cNvPr id="7" name="Text 1">
            <a:extLst>
              <a:ext uri="{FF2B5EF4-FFF2-40B4-BE49-F238E27FC236}">
                <a16:creationId xmlns:a16="http://schemas.microsoft.com/office/drawing/2014/main" id="{6305C808-E88B-4836-6ECF-70C7558A22DD}"/>
              </a:ext>
            </a:extLst>
          </p:cNvPr>
          <p:cNvSpPr/>
          <p:nvPr/>
        </p:nvSpPr>
        <p:spPr>
          <a:xfrm>
            <a:off x="897313" y="3188437"/>
            <a:ext cx="4608136" cy="1733550"/>
          </a:xfrm>
          <a:prstGeom prst="rect">
            <a:avLst/>
          </a:prstGeom>
          <a:noFill/>
          <a:ln/>
        </p:spPr>
        <p:txBody>
          <a:bodyPr wrap="square" lIns="0" tIns="0" rIns="0" bIns="0" rtlCol="0" anchor="ctr"/>
          <a:lstStyle/>
          <a:p>
            <a:pPr marL="0" indent="0" algn="l">
              <a:lnSpc>
                <a:spcPts val="1600"/>
              </a:lnSpc>
              <a:spcBef>
                <a:spcPts val="600"/>
              </a:spcBef>
              <a:spcAft>
                <a:spcPts val="600"/>
              </a:spcAft>
              <a:buNone/>
            </a:pPr>
            <a:r>
              <a:rPr lang="en-US" sz="1600" b="1" dirty="0">
                <a:solidFill>
                  <a:srgbClr val="1D1D1D"/>
                </a:solidFill>
                <a:latin typeface="Titillium Web" pitchFamily="34" charset="0"/>
                <a:ea typeface="Titillium Web" pitchFamily="34" charset="-122"/>
                <a:cs typeface="Titillium Web" pitchFamily="34" charset="-120"/>
              </a:rPr>
              <a:t> </a:t>
            </a:r>
            <a:r>
              <a:rPr lang="en-US" sz="1200" dirty="0">
                <a:solidFill>
                  <a:srgbClr val="000000"/>
                </a:solidFill>
              </a:rPr>
              <a:t> </a:t>
            </a:r>
            <a:endParaRPr lang="en-US" sz="1200" dirty="0"/>
          </a:p>
        </p:txBody>
      </p:sp>
      <p:sp>
        <p:nvSpPr>
          <p:cNvPr id="8" name="Text 2">
            <a:extLst>
              <a:ext uri="{FF2B5EF4-FFF2-40B4-BE49-F238E27FC236}">
                <a16:creationId xmlns:a16="http://schemas.microsoft.com/office/drawing/2014/main" id="{D5E08AF7-BB41-B2AB-E5C5-AB70287A7632}"/>
              </a:ext>
            </a:extLst>
          </p:cNvPr>
          <p:cNvSpPr/>
          <p:nvPr/>
        </p:nvSpPr>
        <p:spPr>
          <a:xfrm>
            <a:off x="807232" y="677036"/>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9" name="Text 3">
            <a:extLst>
              <a:ext uri="{FF2B5EF4-FFF2-40B4-BE49-F238E27FC236}">
                <a16:creationId xmlns:a16="http://schemas.microsoft.com/office/drawing/2014/main" id="{83938C78-DD85-25D7-3EEC-11BD5612ED13}"/>
              </a:ext>
            </a:extLst>
          </p:cNvPr>
          <p:cNvSpPr/>
          <p:nvPr/>
        </p:nvSpPr>
        <p:spPr>
          <a:xfrm>
            <a:off x="5187639" y="677036"/>
            <a:ext cx="1771650" cy="209550"/>
          </a:xfrm>
          <a:prstGeom prst="rect">
            <a:avLst/>
          </a:prstGeom>
          <a:noFill/>
          <a:ln/>
        </p:spPr>
        <p:txBody>
          <a:bodyPr wrap="square" lIns="0" tIns="0" rIns="0" bIns="0" rtlCol="0" anchor="ctr"/>
          <a:lstStyle/>
          <a:p>
            <a:pPr algn="r">
              <a:lnSpc>
                <a:spcPct val="79650"/>
              </a:lnSpc>
            </a:pPr>
            <a:r>
              <a:rPr lang="en-US" sz="1350" i="1" dirty="0">
                <a:solidFill>
                  <a:srgbClr val="1D1D1D"/>
                </a:solidFill>
                <a:latin typeface="Titillium Web" pitchFamily="34" charset="0"/>
                <a:ea typeface="Titillium Web" pitchFamily="34" charset="-122"/>
                <a:cs typeface="Titillium Web" pitchFamily="34" charset="-120"/>
              </a:rPr>
              <a:t>{{</a:t>
            </a:r>
            <a:r>
              <a:rPr lang="en-US" sz="1350" i="1" dirty="0" err="1">
                <a:solidFill>
                  <a:srgbClr val="1D1D1D"/>
                </a:solidFill>
                <a:latin typeface="Titillium Web" pitchFamily="34" charset="0"/>
                <a:ea typeface="Titillium Web" pitchFamily="34" charset="-122"/>
                <a:cs typeface="Titillium Web" pitchFamily="34" charset="-120"/>
              </a:rPr>
              <a:t>currentMonthYear</a:t>
            </a:r>
            <a:r>
              <a:rPr lang="en-US" sz="1350" i="1" dirty="0">
                <a:solidFill>
                  <a:srgbClr val="1D1D1D"/>
                </a:solidFill>
                <a:latin typeface="Titillium Web" pitchFamily="34" charset="0"/>
                <a:ea typeface="Titillium Web" pitchFamily="34" charset="-122"/>
                <a:cs typeface="Titillium Web" pitchFamily="34" charset="-120"/>
              </a:rPr>
              <a:t>}}</a:t>
            </a:r>
            <a:endParaRPr lang="en-US" sz="1350" dirty="0"/>
          </a:p>
        </p:txBody>
      </p:sp>
      <p:sp>
        <p:nvSpPr>
          <p:cNvPr id="12" name="Text 4">
            <a:extLst>
              <a:ext uri="{FF2B5EF4-FFF2-40B4-BE49-F238E27FC236}">
                <a16:creationId xmlns:a16="http://schemas.microsoft.com/office/drawing/2014/main" id="{3231D840-C52B-9B03-1786-CED6F3A9B473}"/>
              </a:ext>
            </a:extLst>
          </p:cNvPr>
          <p:cNvSpPr/>
          <p:nvPr/>
        </p:nvSpPr>
        <p:spPr>
          <a:xfrm>
            <a:off x="796962" y="7252438"/>
            <a:ext cx="5591920" cy="519962"/>
          </a:xfrm>
          <a:prstGeom prst="rect">
            <a:avLst/>
          </a:prstGeom>
          <a:noFill/>
          <a:ln/>
        </p:spPr>
        <p:txBody>
          <a:bodyPr wrap="square" lIns="0" tIns="0" rIns="0" bIns="0" rtlCol="0" anchor="ctr"/>
          <a:lstStyle/>
          <a:p>
            <a:pPr marL="0" indent="0" algn="l">
              <a:lnSpc>
                <a:spcPct val="79650"/>
              </a:lnSpc>
              <a:buNone/>
            </a:pPr>
            <a:r>
              <a:rPr lang="en-US" sz="1425" b="1" dirty="0">
                <a:solidFill>
                  <a:srgbClr val="2B2B35"/>
                </a:solidFill>
                <a:latin typeface="Titillium Web" panose="00000500000000000000" pitchFamily="2" charset="0"/>
                <a:ea typeface="Roboto Condensed" pitchFamily="34" charset="-122"/>
                <a:cs typeface="Roboto Condensed" pitchFamily="34" charset="-120"/>
              </a:rPr>
              <a:t>Table 8: </a:t>
            </a:r>
            <a:r>
              <a:rPr lang="en-US" sz="1425" dirty="0">
                <a:solidFill>
                  <a:srgbClr val="2B2B35"/>
                </a:solidFill>
                <a:latin typeface="Titillium Web" panose="00000500000000000000" pitchFamily="2" charset="0"/>
                <a:ea typeface="Roboto Condensed" pitchFamily="34" charset="-122"/>
                <a:cs typeface="Roboto Condensed" pitchFamily="34" charset="-120"/>
              </a:rPr>
              <a:t>Governance &amp; Compliance Assessment</a:t>
            </a:r>
          </a:p>
          <a:p>
            <a:pPr marL="0" indent="0" algn="l">
              <a:lnSpc>
                <a:spcPct val="79650"/>
              </a:lnSpc>
              <a:buNone/>
            </a:pPr>
            <a:endParaRPr lang="en-US" sz="1425" dirty="0"/>
          </a:p>
        </p:txBody>
      </p:sp>
      <p:sp>
        <p:nvSpPr>
          <p:cNvPr id="13" name="Text 5">
            <a:extLst>
              <a:ext uri="{FF2B5EF4-FFF2-40B4-BE49-F238E27FC236}">
                <a16:creationId xmlns:a16="http://schemas.microsoft.com/office/drawing/2014/main" id="{10E5E47F-0C1E-34B4-EDE3-E8A44336F2AC}"/>
              </a:ext>
            </a:extLst>
          </p:cNvPr>
          <p:cNvSpPr/>
          <p:nvPr/>
        </p:nvSpPr>
        <p:spPr>
          <a:xfrm>
            <a:off x="7419975" y="9829800"/>
            <a:ext cx="352425"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itchFamily="34" charset="0"/>
                <a:ea typeface="Titillium Web" pitchFamily="34" charset="-122"/>
                <a:cs typeface="Titillium Web" pitchFamily="34" charset="-120"/>
              </a:rPr>
              <a:t>19</a:t>
            </a:r>
            <a:endParaRPr lang="en-US" sz="1200" dirty="0"/>
          </a:p>
        </p:txBody>
      </p:sp>
      <p:graphicFrame>
        <p:nvGraphicFramePr>
          <p:cNvPr id="11" name="Table 10">
            <a:extLst>
              <a:ext uri="{FF2B5EF4-FFF2-40B4-BE49-F238E27FC236}">
                <a16:creationId xmlns:a16="http://schemas.microsoft.com/office/drawing/2014/main" id="{82F8DCAB-CD52-D84D-629F-FC47F428409A}"/>
              </a:ext>
            </a:extLst>
          </p:cNvPr>
          <p:cNvGraphicFramePr>
            <a:graphicFrameLocks noGrp="1"/>
          </p:cNvGraphicFramePr>
          <p:nvPr>
            <p:extLst>
              <p:ext uri="{D42A27DB-BD31-4B8C-83A1-F6EECF244321}">
                <p14:modId xmlns:p14="http://schemas.microsoft.com/office/powerpoint/2010/main" val="964886326"/>
              </p:ext>
            </p:extLst>
          </p:nvPr>
        </p:nvGraphicFramePr>
        <p:xfrm>
          <a:off x="807232" y="3734428"/>
          <a:ext cx="6377744" cy="3316578"/>
        </p:xfrm>
        <a:graphic>
          <a:graphicData uri="http://schemas.openxmlformats.org/drawingml/2006/table">
            <a:tbl>
              <a:tblPr firstRow="1" firstCol="1" bandRow="1">
                <a:tableStyleId>{7E9639D4-E3E2-4D34-9284-5A2195B3D0D7}</a:tableStyleId>
              </a:tblPr>
              <a:tblGrid>
                <a:gridCol w="3188872">
                  <a:extLst>
                    <a:ext uri="{9D8B030D-6E8A-4147-A177-3AD203B41FA5}">
                      <a16:colId xmlns:a16="http://schemas.microsoft.com/office/drawing/2014/main" val="2345181697"/>
                    </a:ext>
                  </a:extLst>
                </a:gridCol>
                <a:gridCol w="3188872">
                  <a:extLst>
                    <a:ext uri="{9D8B030D-6E8A-4147-A177-3AD203B41FA5}">
                      <a16:colId xmlns:a16="http://schemas.microsoft.com/office/drawing/2014/main" val="467905593"/>
                    </a:ext>
                  </a:extLst>
                </a:gridCol>
              </a:tblGrid>
              <a:tr h="552763">
                <a:tc>
                  <a:txBody>
                    <a:bodyPr/>
                    <a:lstStyle/>
                    <a:p>
                      <a:pPr algn="l">
                        <a:lnSpc>
                          <a:spcPct val="115000"/>
                        </a:lnSpc>
                        <a:spcBef>
                          <a:spcPts val="1200"/>
                        </a:spcBef>
                        <a:spcAft>
                          <a:spcPts val="1000"/>
                        </a:spcAft>
                        <a:buNone/>
                      </a:pPr>
                      <a:r>
                        <a:rPr lang="en-ZA" sz="1100" kern="0" dirty="0">
                          <a:effectLst/>
                          <a:latin typeface="Titillium Web" panose="00000500000000000000" pitchFamily="2" charset="0"/>
                        </a:rPr>
                        <a:t>Governance Indicator</a:t>
                      </a:r>
                      <a:endParaRPr lang="en-ZA" sz="11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50000"/>
                      </a:schemeClr>
                    </a:solidFill>
                  </a:tcPr>
                </a:tc>
                <a:tc>
                  <a:txBody>
                    <a:bodyPr/>
                    <a:lstStyle/>
                    <a:p>
                      <a:pPr algn="l">
                        <a:lnSpc>
                          <a:spcPct val="115000"/>
                        </a:lnSpc>
                        <a:spcBef>
                          <a:spcPts val="1200"/>
                        </a:spcBef>
                        <a:spcAft>
                          <a:spcPts val="1000"/>
                        </a:spcAft>
                        <a:buNone/>
                      </a:pPr>
                      <a:r>
                        <a:rPr lang="en-ZA" sz="1100" kern="0" dirty="0">
                          <a:effectLst/>
                          <a:latin typeface="Titillium Web" panose="00000500000000000000" pitchFamily="2" charset="0"/>
                        </a:rPr>
                        <a:t>Findings</a:t>
                      </a:r>
                      <a:endParaRPr lang="en-ZA" sz="11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931727009"/>
                  </a:ext>
                </a:extLst>
              </a:tr>
              <a:tr h="552763">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Legal Registration &amp; Tax Status</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ZA" sz="1000" b="0" i="0" kern="1200" dirty="0" err="1">
                          <a:solidFill>
                            <a:schemeClr val="tx1"/>
                          </a:solidFill>
                          <a:effectLst/>
                          <a:latin typeface="Titillium Web" panose="00000500000000000000"/>
                          <a:ea typeface="+mn-ea"/>
                          <a:cs typeface="+mn-cs"/>
                        </a:rPr>
                        <a:t>legalRegistrationTaxStatus</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3706924"/>
                  </a:ext>
                </a:extLst>
              </a:tr>
              <a:tr h="552763">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Board Structure and Oversight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ZA" sz="1000" b="0" i="0" kern="1200" dirty="0" err="1">
                          <a:solidFill>
                            <a:schemeClr val="tx1"/>
                          </a:solidFill>
                          <a:effectLst/>
                          <a:latin typeface="Titillium Web" panose="00000500000000000000"/>
                          <a:ea typeface="+mn-ea"/>
                          <a:cs typeface="+mn-cs"/>
                        </a:rPr>
                        <a:t>boardStructureAndOversight</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289069"/>
                  </a:ext>
                </a:extLst>
              </a:tr>
              <a:tr h="552763">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Policy Framework</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US" sz="1000" kern="0" dirty="0" err="1">
                          <a:effectLst/>
                          <a:latin typeface="Titillium Web" panose="00000500000000000000" pitchFamily="2" charset="0"/>
                        </a:rPr>
                        <a:t>policyFramework</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4126947"/>
                  </a:ext>
                </a:extLst>
              </a:tr>
              <a:tr h="552763">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Risk Management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US" sz="1000" kern="0" dirty="0" err="1">
                          <a:effectLst/>
                          <a:latin typeface="Titillium Web" panose="00000500000000000000" pitchFamily="2" charset="0"/>
                        </a:rPr>
                        <a:t>riskManagement</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1509312"/>
                  </a:ext>
                </a:extLst>
              </a:tr>
              <a:tr h="552763">
                <a:tc>
                  <a:txBody>
                    <a:bodyPr/>
                    <a:lstStyle/>
                    <a:p>
                      <a:pPr algn="l">
                        <a:lnSpc>
                          <a:spcPct val="115000"/>
                        </a:lnSpc>
                        <a:spcBef>
                          <a:spcPts val="1200"/>
                        </a:spcBef>
                        <a:spcAft>
                          <a:spcPts val="1000"/>
                        </a:spcAft>
                        <a:buNone/>
                      </a:pPr>
                      <a:r>
                        <a:rPr lang="en-ZA" sz="1000" kern="0" dirty="0">
                          <a:effectLst/>
                          <a:latin typeface="Titillium Web" panose="00000500000000000000" pitchFamily="2" charset="0"/>
                        </a:rPr>
                        <a:t>Compliance Monitoring</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lnSpc>
                          <a:spcPct val="115000"/>
                        </a:lnSpc>
                        <a:spcBef>
                          <a:spcPts val="1200"/>
                        </a:spcBef>
                        <a:spcAft>
                          <a:spcPts val="1000"/>
                        </a:spcAft>
                        <a:buNone/>
                      </a:pPr>
                      <a:r>
                        <a:rPr lang="en-US" sz="1000" kern="0" dirty="0">
                          <a:effectLst/>
                          <a:latin typeface="Titillium Web" panose="00000500000000000000" pitchFamily="2" charset="0"/>
                        </a:rPr>
                        <a:t>{{</a:t>
                      </a:r>
                      <a:r>
                        <a:rPr lang="en-US" sz="1000" kern="0" dirty="0" err="1">
                          <a:effectLst/>
                          <a:latin typeface="Titillium Web" panose="00000500000000000000" pitchFamily="2" charset="0"/>
                        </a:rPr>
                        <a:t>complianceMonitoring</a:t>
                      </a:r>
                      <a:r>
                        <a:rPr lang="en-US" sz="1000" kern="0" dirty="0">
                          <a:effectLst/>
                          <a:latin typeface="Titillium Web" panose="00000500000000000000" pitchFamily="2" charset="0"/>
                        </a:rPr>
                        <a:t>}}</a:t>
                      </a:r>
                      <a:endParaRPr lang="en-ZA" sz="1000" kern="100" dirty="0">
                        <a:effectLst/>
                        <a:latin typeface="Titillium Web" panose="00000500000000000000" pitchFamily="2" charset="0"/>
                        <a:ea typeface="Aptos" panose="020B0004020202020204" pitchFamily="34" charset="0"/>
                        <a:cs typeface="Times New Roman" panose="02020603050405020304" pitchFamily="18"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853375"/>
                  </a:ext>
                </a:extLst>
              </a:tr>
            </a:tbl>
          </a:graphicData>
        </a:graphic>
      </p:graphicFrame>
      <p:sp>
        <p:nvSpPr>
          <p:cNvPr id="15" name="TextBox 14">
            <a:extLst>
              <a:ext uri="{FF2B5EF4-FFF2-40B4-BE49-F238E27FC236}">
                <a16:creationId xmlns:a16="http://schemas.microsoft.com/office/drawing/2014/main" id="{1F80046A-5C3C-6882-2455-AA5910990EB3}"/>
              </a:ext>
            </a:extLst>
          </p:cNvPr>
          <p:cNvSpPr txBox="1"/>
          <p:nvPr/>
        </p:nvSpPr>
        <p:spPr>
          <a:xfrm>
            <a:off x="784870" y="2419871"/>
            <a:ext cx="4806911" cy="1113125"/>
          </a:xfrm>
          <a:prstGeom prst="rect">
            <a:avLst/>
          </a:prstGeom>
          <a:noFill/>
        </p:spPr>
        <p:txBody>
          <a:bodyPr wrap="square" rtlCol="0">
            <a:spAutoFit/>
          </a:bodyPr>
          <a:lstStyle/>
          <a:p>
            <a:pPr>
              <a:lnSpc>
                <a:spcPts val="1600"/>
              </a:lnSpc>
              <a:spcBef>
                <a:spcPts val="600"/>
              </a:spcBef>
              <a:spcAft>
                <a:spcPts val="600"/>
              </a:spcAft>
            </a:pPr>
            <a:r>
              <a:rPr lang="en-US" sz="1200" dirty="0">
                <a:latin typeface="Titillium Web" panose="00000500000000000000" pitchFamily="2" charset="0"/>
              </a:rPr>
              <a:t>The governance review confirms that {{</a:t>
            </a:r>
            <a:r>
              <a:rPr lang="en-US" sz="1200" dirty="0" err="1">
                <a:latin typeface="Titillium Web" panose="00000500000000000000" pitchFamily="2" charset="0"/>
              </a:rPr>
              <a:t>companyNameNormal</a:t>
            </a:r>
            <a:r>
              <a:rPr lang="en-US" sz="1200" dirty="0">
                <a:latin typeface="Titillium Web" panose="00000500000000000000" pitchFamily="2" charset="0"/>
              </a:rPr>
              <a:t>}} is legally compliant and guided by a strong ethical narrative, but lacks institutional governance systems, formal oversight structures, and risk management practices. Oversight remains centralised in the founder, with no advisory mechanisms, compliance logs, or board governance in place.</a:t>
            </a:r>
            <a:endParaRPr lang="en-ZA" sz="1200" dirty="0">
              <a:latin typeface="Titillium Web" panose="00000500000000000000" pitchFamily="2" charset="0"/>
            </a:endParaRPr>
          </a:p>
        </p:txBody>
      </p:sp>
      <p:sp>
        <p:nvSpPr>
          <p:cNvPr id="22" name="Text 4">
            <a:extLst>
              <a:ext uri="{FF2B5EF4-FFF2-40B4-BE49-F238E27FC236}">
                <a16:creationId xmlns:a16="http://schemas.microsoft.com/office/drawing/2014/main" id="{C3601B17-DA55-C42B-4A73-9857AF99AF8F}"/>
              </a:ext>
            </a:extLst>
          </p:cNvPr>
          <p:cNvSpPr/>
          <p:nvPr/>
        </p:nvSpPr>
        <p:spPr>
          <a:xfrm>
            <a:off x="6018095" y="84759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23" name="Image 4" descr="preencoded.png">
            <a:extLst>
              <a:ext uri="{FF2B5EF4-FFF2-40B4-BE49-F238E27FC236}">
                <a16:creationId xmlns:a16="http://schemas.microsoft.com/office/drawing/2014/main" id="{00BA0E74-FE6E-A0EA-B78D-043FABA5DBEA}"/>
              </a:ext>
            </a:extLst>
          </p:cNvPr>
          <p:cNvPicPr>
            <a:picLocks noChangeAspect="1"/>
          </p:cNvPicPr>
          <p:nvPr/>
        </p:nvPicPr>
        <p:blipFill>
          <a:blip r:embed="rId4"/>
          <a:stretch>
            <a:fillRect/>
          </a:stretch>
        </p:blipFill>
        <p:spPr>
          <a:xfrm>
            <a:off x="6768898" y="7941097"/>
            <a:ext cx="514350" cy="400050"/>
          </a:xfrm>
          <a:prstGeom prst="rect">
            <a:avLst/>
          </a:prstGeom>
        </p:spPr>
      </p:pic>
      <p:grpSp>
        <p:nvGrpSpPr>
          <p:cNvPr id="3" name="Group 2">
            <a:extLst>
              <a:ext uri="{FF2B5EF4-FFF2-40B4-BE49-F238E27FC236}">
                <a16:creationId xmlns:a16="http://schemas.microsoft.com/office/drawing/2014/main" id="{90E1B125-D989-9201-91DD-D0A12E5206ED}"/>
              </a:ext>
            </a:extLst>
          </p:cNvPr>
          <p:cNvGrpSpPr/>
          <p:nvPr/>
        </p:nvGrpSpPr>
        <p:grpSpPr>
          <a:xfrm>
            <a:off x="5591781" y="1412484"/>
            <a:ext cx="1382886" cy="1387866"/>
            <a:chOff x="5591781" y="1412484"/>
            <a:chExt cx="1382886" cy="1387866"/>
          </a:xfrm>
        </p:grpSpPr>
        <p:sp>
          <p:nvSpPr>
            <p:cNvPr id="18" name="Rectangle 17">
              <a:extLst>
                <a:ext uri="{FF2B5EF4-FFF2-40B4-BE49-F238E27FC236}">
                  <a16:creationId xmlns:a16="http://schemas.microsoft.com/office/drawing/2014/main" id="{ED384AE6-741A-2934-24BB-C32A4258F9ED}"/>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9" name="Picture 18">
              <a:extLst>
                <a:ext uri="{FF2B5EF4-FFF2-40B4-BE49-F238E27FC236}">
                  <a16:creationId xmlns:a16="http://schemas.microsoft.com/office/drawing/2014/main" id="{8841CDF3-AAC9-10AE-0693-70AE3E82025A}"/>
                </a:ext>
              </a:extLst>
            </p:cNvPr>
            <p:cNvPicPr>
              <a:picLocks noChangeAspect="1"/>
            </p:cNvPicPr>
            <p:nvPr/>
          </p:nvPicPr>
          <p:blipFill>
            <a:blip r:embed="rId5"/>
            <a:srcRect l="10092" r="10092"/>
            <a:stretch/>
          </p:blipFill>
          <p:spPr>
            <a:xfrm>
              <a:off x="5591781" y="1712378"/>
              <a:ext cx="1158067" cy="762487"/>
            </a:xfrm>
            <a:prstGeom prst="rect">
              <a:avLst/>
            </a:prstGeom>
          </p:spPr>
        </p:pic>
        <p:sp>
          <p:nvSpPr>
            <p:cNvPr id="20" name="Rectangle 19">
              <a:extLst>
                <a:ext uri="{FF2B5EF4-FFF2-40B4-BE49-F238E27FC236}">
                  <a16:creationId xmlns:a16="http://schemas.microsoft.com/office/drawing/2014/main" id="{04F99CDC-E65E-1927-D42A-F0F7191F4532}"/>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Tree>
    <p:extLst>
      <p:ext uri="{BB962C8B-B14F-4D97-AF65-F5344CB8AC3E}">
        <p14:creationId xmlns:p14="http://schemas.microsoft.com/office/powerpoint/2010/main" val="33558266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736D4-9F69-7CC3-5F36-57FE9B503AF8}"/>
            </a:ext>
          </a:extLst>
        </p:cNvPr>
        <p:cNvGrpSpPr/>
        <p:nvPr/>
      </p:nvGrpSpPr>
      <p:grpSpPr>
        <a:xfrm>
          <a:off x="0" y="0"/>
          <a:ext cx="0" cy="0"/>
          <a:chOff x="0" y="0"/>
          <a:chExt cx="0" cy="0"/>
        </a:xfrm>
      </p:grpSpPr>
      <p:pic>
        <p:nvPicPr>
          <p:cNvPr id="4" name="Image 2" descr="preencoded.png">
            <a:extLst>
              <a:ext uri="{FF2B5EF4-FFF2-40B4-BE49-F238E27FC236}">
                <a16:creationId xmlns:a16="http://schemas.microsoft.com/office/drawing/2014/main" id="{A6501B24-3813-1579-1D5A-ED5CE1BF3D47}"/>
              </a:ext>
            </a:extLst>
          </p:cNvPr>
          <p:cNvPicPr>
            <a:picLocks noChangeAspect="1"/>
          </p:cNvPicPr>
          <p:nvPr/>
        </p:nvPicPr>
        <p:blipFill>
          <a:blip r:embed="rId3"/>
          <a:stretch>
            <a:fillRect/>
          </a:stretch>
        </p:blipFill>
        <p:spPr>
          <a:xfrm>
            <a:off x="807232" y="1549479"/>
            <a:ext cx="85725" cy="981075"/>
          </a:xfrm>
          <a:prstGeom prst="rect">
            <a:avLst/>
          </a:prstGeom>
        </p:spPr>
      </p:pic>
      <p:pic>
        <p:nvPicPr>
          <p:cNvPr id="5" name="Image 3" descr="preencoded.png">
            <a:extLst>
              <a:ext uri="{FF2B5EF4-FFF2-40B4-BE49-F238E27FC236}">
                <a16:creationId xmlns:a16="http://schemas.microsoft.com/office/drawing/2014/main" id="{DECC6F3A-5A6F-1632-1443-A46DA892DEBA}"/>
              </a:ext>
            </a:extLst>
          </p:cNvPr>
          <p:cNvPicPr>
            <a:picLocks noChangeAspect="1"/>
          </p:cNvPicPr>
          <p:nvPr/>
        </p:nvPicPr>
        <p:blipFill>
          <a:blip r:embed="rId4"/>
          <a:stretch>
            <a:fillRect/>
          </a:stretch>
        </p:blipFill>
        <p:spPr>
          <a:xfrm>
            <a:off x="796962" y="919932"/>
            <a:ext cx="6177705" cy="190500"/>
          </a:xfrm>
          <a:prstGeom prst="rect">
            <a:avLst/>
          </a:prstGeom>
        </p:spPr>
      </p:pic>
      <p:sp>
        <p:nvSpPr>
          <p:cNvPr id="6" name="Text 0">
            <a:extLst>
              <a:ext uri="{FF2B5EF4-FFF2-40B4-BE49-F238E27FC236}">
                <a16:creationId xmlns:a16="http://schemas.microsoft.com/office/drawing/2014/main" id="{EBF8C5CC-B2DB-436F-4FCC-EA6452A79FCC}"/>
              </a:ext>
            </a:extLst>
          </p:cNvPr>
          <p:cNvSpPr/>
          <p:nvPr/>
        </p:nvSpPr>
        <p:spPr>
          <a:xfrm>
            <a:off x="982639" y="1658772"/>
            <a:ext cx="3676650" cy="762487"/>
          </a:xfrm>
          <a:prstGeom prst="rect">
            <a:avLst/>
          </a:prstGeom>
          <a:noFill/>
          <a:ln/>
        </p:spPr>
        <p:txBody>
          <a:bodyPr wrap="square" lIns="0" tIns="0" rIns="0" bIns="0" rtlCol="0" anchor="ctr"/>
          <a:lstStyle/>
          <a:p>
            <a:pPr marL="0" indent="0" algn="l">
              <a:buNone/>
            </a:pPr>
            <a:r>
              <a:rPr lang="en-US" sz="2800" b="1" dirty="0">
                <a:solidFill>
                  <a:srgbClr val="1D1D1D"/>
                </a:solidFill>
                <a:latin typeface="Titillium Web" panose="00000500000000000000" pitchFamily="2" charset="0"/>
                <a:ea typeface="Sora" pitchFamily="34" charset="-122"/>
                <a:cs typeface="Sora" pitchFamily="34" charset="-120"/>
              </a:rPr>
              <a:t>8.4 Governance Score</a:t>
            </a:r>
          </a:p>
        </p:txBody>
      </p:sp>
      <p:sp>
        <p:nvSpPr>
          <p:cNvPr id="7" name="Text 1">
            <a:extLst>
              <a:ext uri="{FF2B5EF4-FFF2-40B4-BE49-F238E27FC236}">
                <a16:creationId xmlns:a16="http://schemas.microsoft.com/office/drawing/2014/main" id="{F6BCA91B-DB92-6B65-4279-0A7A6203D579}"/>
              </a:ext>
            </a:extLst>
          </p:cNvPr>
          <p:cNvSpPr/>
          <p:nvPr/>
        </p:nvSpPr>
        <p:spPr>
          <a:xfrm>
            <a:off x="897313" y="3188437"/>
            <a:ext cx="4608136" cy="1733550"/>
          </a:xfrm>
          <a:prstGeom prst="rect">
            <a:avLst/>
          </a:prstGeom>
          <a:noFill/>
          <a:ln/>
        </p:spPr>
        <p:txBody>
          <a:bodyPr wrap="square" lIns="0" tIns="0" rIns="0" bIns="0" rtlCol="0" anchor="ctr"/>
          <a:lstStyle/>
          <a:p>
            <a:pPr marL="0" indent="0" algn="l">
              <a:spcBef>
                <a:spcPts val="600"/>
              </a:spcBef>
              <a:spcAft>
                <a:spcPts val="600"/>
              </a:spcAft>
              <a:buNone/>
            </a:pPr>
            <a:r>
              <a:rPr lang="en-US" sz="1600" b="1" dirty="0">
                <a:solidFill>
                  <a:srgbClr val="1D1D1D"/>
                </a:solidFill>
                <a:latin typeface="Titillium Web" panose="00000500000000000000" pitchFamily="2" charset="0"/>
                <a:ea typeface="Titillium Web" pitchFamily="34" charset="-122"/>
                <a:cs typeface="Titillium Web" pitchFamily="34" charset="-120"/>
              </a:rPr>
              <a:t> </a:t>
            </a:r>
            <a:r>
              <a:rPr lang="en-US" sz="1200" dirty="0">
                <a:solidFill>
                  <a:srgbClr val="000000"/>
                </a:solidFill>
                <a:latin typeface="Titillium Web" panose="00000500000000000000" pitchFamily="2" charset="0"/>
              </a:rPr>
              <a:t> </a:t>
            </a:r>
            <a:endParaRPr lang="en-US" sz="1200" dirty="0">
              <a:latin typeface="Titillium Web" panose="00000500000000000000" pitchFamily="2" charset="0"/>
            </a:endParaRPr>
          </a:p>
        </p:txBody>
      </p:sp>
      <p:sp>
        <p:nvSpPr>
          <p:cNvPr id="8" name="Text 2">
            <a:extLst>
              <a:ext uri="{FF2B5EF4-FFF2-40B4-BE49-F238E27FC236}">
                <a16:creationId xmlns:a16="http://schemas.microsoft.com/office/drawing/2014/main" id="{8BAC3C58-38B1-6372-3AA8-03D29D9466D2}"/>
              </a:ext>
            </a:extLst>
          </p:cNvPr>
          <p:cNvSpPr/>
          <p:nvPr/>
        </p:nvSpPr>
        <p:spPr>
          <a:xfrm>
            <a:off x="807232" y="677036"/>
            <a:ext cx="2705100" cy="209550"/>
          </a:xfrm>
          <a:prstGeom prst="rect">
            <a:avLst/>
          </a:prstGeom>
          <a:noFill/>
          <a:ln/>
        </p:spPr>
        <p:txBody>
          <a:bodyPr wrap="square" lIns="0" tIns="0" rIns="0" bIns="0" rtlCol="0" anchor="ctr"/>
          <a:lstStyle/>
          <a:p>
            <a:pPr marL="0" indent="0" algn="l">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9" name="Text 3">
            <a:extLst>
              <a:ext uri="{FF2B5EF4-FFF2-40B4-BE49-F238E27FC236}">
                <a16:creationId xmlns:a16="http://schemas.microsoft.com/office/drawing/2014/main" id="{828D40A6-EE86-A640-0AF1-B1E839E330CA}"/>
              </a:ext>
            </a:extLst>
          </p:cNvPr>
          <p:cNvSpPr/>
          <p:nvPr/>
        </p:nvSpPr>
        <p:spPr>
          <a:xfrm>
            <a:off x="5187639" y="677036"/>
            <a:ext cx="1771650" cy="209550"/>
          </a:xfrm>
          <a:prstGeom prst="rect">
            <a:avLst/>
          </a:prstGeom>
          <a:noFill/>
          <a:ln/>
        </p:spPr>
        <p:txBody>
          <a:bodyPr wrap="square" lIns="0" tIns="0" rIns="0" bIns="0" rtlCol="0" anchor="ctr"/>
          <a:lstStyle/>
          <a:p>
            <a:pPr marL="0" indent="0" algn="r">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E6EE48E6-4782-8A7C-54F7-A912BBBE1465}"/>
              </a:ext>
            </a:extLst>
          </p:cNvPr>
          <p:cNvSpPr/>
          <p:nvPr/>
        </p:nvSpPr>
        <p:spPr>
          <a:xfrm>
            <a:off x="7419975" y="9829800"/>
            <a:ext cx="352425"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19</a:t>
            </a:r>
            <a:endParaRPr lang="en-US" sz="1200" dirty="0">
              <a:latin typeface="Titillium Web" panose="00000500000000000000" pitchFamily="2" charset="0"/>
            </a:endParaRPr>
          </a:p>
        </p:txBody>
      </p:sp>
      <p:grpSp>
        <p:nvGrpSpPr>
          <p:cNvPr id="61" name="Group 60">
            <a:extLst>
              <a:ext uri="{FF2B5EF4-FFF2-40B4-BE49-F238E27FC236}">
                <a16:creationId xmlns:a16="http://schemas.microsoft.com/office/drawing/2014/main" id="{CFADB949-76BC-1883-1FA1-E0707A8654EB}"/>
              </a:ext>
            </a:extLst>
          </p:cNvPr>
          <p:cNvGrpSpPr/>
          <p:nvPr/>
        </p:nvGrpSpPr>
        <p:grpSpPr>
          <a:xfrm>
            <a:off x="256735" y="3363160"/>
            <a:ext cx="5243123" cy="6466639"/>
            <a:chOff x="256735" y="3363160"/>
            <a:chExt cx="5243123" cy="6466639"/>
          </a:xfrm>
        </p:grpSpPr>
        <p:grpSp>
          <p:nvGrpSpPr>
            <p:cNvPr id="11" name="Group 10">
              <a:extLst>
                <a:ext uri="{FF2B5EF4-FFF2-40B4-BE49-F238E27FC236}">
                  <a16:creationId xmlns:a16="http://schemas.microsoft.com/office/drawing/2014/main" id="{E5323390-C272-324B-0AB3-2A934DC9287C}"/>
                </a:ext>
              </a:extLst>
            </p:cNvPr>
            <p:cNvGrpSpPr/>
            <p:nvPr/>
          </p:nvGrpSpPr>
          <p:grpSpPr>
            <a:xfrm>
              <a:off x="256735" y="3363160"/>
              <a:ext cx="5243123" cy="6466639"/>
              <a:chOff x="1650861" y="1521118"/>
              <a:chExt cx="3493669" cy="6466639"/>
            </a:xfrm>
          </p:grpSpPr>
          <p:pic>
            <p:nvPicPr>
              <p:cNvPr id="32" name="Image 26" descr="preencoded.png">
                <a:extLst>
                  <a:ext uri="{FF2B5EF4-FFF2-40B4-BE49-F238E27FC236}">
                    <a16:creationId xmlns:a16="http://schemas.microsoft.com/office/drawing/2014/main" id="{8B01F82A-9E0C-D55B-E994-5C6CBDEF40F8}"/>
                  </a:ext>
                </a:extLst>
              </p:cNvPr>
              <p:cNvPicPr>
                <a:picLocks noChangeAspect="1"/>
              </p:cNvPicPr>
              <p:nvPr/>
            </p:nvPicPr>
            <p:blipFill>
              <a:blip r:embed="rId5"/>
              <a:stretch>
                <a:fillRect/>
              </a:stretch>
            </p:blipFill>
            <p:spPr>
              <a:xfrm>
                <a:off x="1658791" y="6787994"/>
                <a:ext cx="706291" cy="1174114"/>
              </a:xfrm>
              <a:prstGeom prst="rect">
                <a:avLst/>
              </a:prstGeom>
            </p:spPr>
          </p:pic>
          <p:sp>
            <p:nvSpPr>
              <p:cNvPr id="35" name="Text 1">
                <a:extLst>
                  <a:ext uri="{FF2B5EF4-FFF2-40B4-BE49-F238E27FC236}">
                    <a16:creationId xmlns:a16="http://schemas.microsoft.com/office/drawing/2014/main" id="{9B89CBC5-B55B-4E91-A3D6-D99068CF095D}"/>
                  </a:ext>
                </a:extLst>
              </p:cNvPr>
              <p:cNvSpPr/>
              <p:nvPr/>
            </p:nvSpPr>
            <p:spPr>
              <a:xfrm>
                <a:off x="1650861" y="1521118"/>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ea typeface="Arial" pitchFamily="34" charset="-122"/>
                    <a:cs typeface="Arial" pitchFamily="34" charset="-120"/>
                  </a:rPr>
                  <a:t>13.8 %</a:t>
                </a:r>
                <a:endParaRPr lang="en-US" sz="1600" dirty="0">
                  <a:latin typeface="Titillium Web" panose="00000500000000000000" pitchFamily="2" charset="0"/>
                </a:endParaRPr>
              </a:p>
            </p:txBody>
          </p:sp>
          <p:sp>
            <p:nvSpPr>
              <p:cNvPr id="36" name="Text 2">
                <a:extLst>
                  <a:ext uri="{FF2B5EF4-FFF2-40B4-BE49-F238E27FC236}">
                    <a16:creationId xmlns:a16="http://schemas.microsoft.com/office/drawing/2014/main" id="{6A493FC9-A90D-DC42-DB54-E0EB004E0524}"/>
                  </a:ext>
                </a:extLst>
              </p:cNvPr>
              <p:cNvSpPr/>
              <p:nvPr/>
            </p:nvSpPr>
            <p:spPr>
              <a:xfrm>
                <a:off x="2507686" y="1581836"/>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cs typeface="Arial" pitchFamily="34" charset="-120"/>
                  </a:rPr>
                  <a:t>Board &amp; Oversight</a:t>
                </a:r>
                <a:endParaRPr lang="en-US" sz="1600" dirty="0">
                  <a:latin typeface="Titillium Web" panose="00000500000000000000" pitchFamily="2" charset="0"/>
                </a:endParaRPr>
              </a:p>
            </p:txBody>
          </p:sp>
          <p:sp>
            <p:nvSpPr>
              <p:cNvPr id="37" name="Text 3">
                <a:extLst>
                  <a:ext uri="{FF2B5EF4-FFF2-40B4-BE49-F238E27FC236}">
                    <a16:creationId xmlns:a16="http://schemas.microsoft.com/office/drawing/2014/main" id="{CF27406F-8183-D8FB-2DFF-7AACF7A98620}"/>
                  </a:ext>
                </a:extLst>
              </p:cNvPr>
              <p:cNvSpPr/>
              <p:nvPr/>
            </p:nvSpPr>
            <p:spPr>
              <a:xfrm>
                <a:off x="2507686" y="1922716"/>
                <a:ext cx="2461306" cy="582765"/>
              </a:xfrm>
              <a:prstGeom prst="rect">
                <a:avLst/>
              </a:prstGeom>
              <a:noFill/>
              <a:ln/>
            </p:spPr>
            <p:txBody>
              <a:bodyPr wrap="square" lIns="0" tIns="0" rIns="0" bIns="0" rtlCol="0" anchor="ctr"/>
              <a:lstStyle/>
              <a:p>
                <a:r>
                  <a:rPr lang="en-US" sz="1100" b="1" dirty="0">
                    <a:latin typeface="Titillium Web" panose="00000500000000000000" pitchFamily="2" charset="0"/>
                    <a:ea typeface="Arial" pitchFamily="34" charset="-122"/>
                    <a:cs typeface="Arial" pitchFamily="34" charset="-120"/>
                  </a:rPr>
                  <a:t>Weight:</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boardOversightWeight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boardOversightContributePercent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boardOverSightJustify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sp>
            <p:nvSpPr>
              <p:cNvPr id="38" name="Text 4">
                <a:extLst>
                  <a:ext uri="{FF2B5EF4-FFF2-40B4-BE49-F238E27FC236}">
                    <a16:creationId xmlns:a16="http://schemas.microsoft.com/office/drawing/2014/main" id="{9DA1FBF1-62D3-C1C2-7005-99CEE267D457}"/>
                  </a:ext>
                </a:extLst>
              </p:cNvPr>
              <p:cNvSpPr/>
              <p:nvPr/>
            </p:nvSpPr>
            <p:spPr>
              <a:xfrm>
                <a:off x="1650861" y="2837836"/>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cs typeface="Arial" pitchFamily="34" charset="-120"/>
                  </a:rPr>
                  <a:t>7%</a:t>
                </a:r>
                <a:endParaRPr lang="en-US" sz="1600" dirty="0">
                  <a:latin typeface="Titillium Web" panose="00000500000000000000" pitchFamily="2" charset="0"/>
                </a:endParaRPr>
              </a:p>
            </p:txBody>
          </p:sp>
          <p:sp>
            <p:nvSpPr>
              <p:cNvPr id="39" name="Text 5">
                <a:extLst>
                  <a:ext uri="{FF2B5EF4-FFF2-40B4-BE49-F238E27FC236}">
                    <a16:creationId xmlns:a16="http://schemas.microsoft.com/office/drawing/2014/main" id="{B00FE030-E115-BB97-7277-E4B44EE8E04D}"/>
                  </a:ext>
                </a:extLst>
              </p:cNvPr>
              <p:cNvSpPr/>
              <p:nvPr/>
            </p:nvSpPr>
            <p:spPr>
              <a:xfrm>
                <a:off x="2507686" y="2912203"/>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cs typeface="Arial" pitchFamily="34" charset="-120"/>
                  </a:rPr>
                  <a:t>Internal Policy Framework</a:t>
                </a:r>
                <a:endParaRPr lang="en-US" sz="1600" dirty="0">
                  <a:latin typeface="Titillium Web" panose="00000500000000000000" pitchFamily="2" charset="0"/>
                </a:endParaRPr>
              </a:p>
            </p:txBody>
          </p:sp>
          <p:sp>
            <p:nvSpPr>
              <p:cNvPr id="40" name="Text 6">
                <a:extLst>
                  <a:ext uri="{FF2B5EF4-FFF2-40B4-BE49-F238E27FC236}">
                    <a16:creationId xmlns:a16="http://schemas.microsoft.com/office/drawing/2014/main" id="{28287FBD-DAC3-9AF4-FE40-DF5CFE4680E1}"/>
                  </a:ext>
                </a:extLst>
              </p:cNvPr>
              <p:cNvSpPr/>
              <p:nvPr/>
            </p:nvSpPr>
            <p:spPr>
              <a:xfrm>
                <a:off x="2507686" y="3239435"/>
                <a:ext cx="2461306" cy="758424"/>
              </a:xfrm>
              <a:prstGeom prst="rect">
                <a:avLst/>
              </a:prstGeom>
              <a:noFill/>
              <a:ln/>
            </p:spPr>
            <p:txBody>
              <a:bodyPr wrap="square" lIns="0" tIns="0" rIns="0" bIns="0" rtlCol="0" anchor="ctr"/>
              <a:lstStyle/>
              <a:p>
                <a:r>
                  <a:rPr lang="en-US" sz="1100" b="1" dirty="0">
                    <a:latin typeface="Titillium Web" panose="00000500000000000000" pitchFamily="2" charset="0"/>
                    <a:ea typeface="Arial" pitchFamily="34" charset="-122"/>
                    <a:cs typeface="Arial" pitchFamily="34" charset="-120"/>
                  </a:rPr>
                  <a:t>Weight</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policyFrameWeight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policyFrameWeightContributionPercent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policyFrameJustify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sp>
            <p:nvSpPr>
              <p:cNvPr id="41" name="Text 7">
                <a:extLst>
                  <a:ext uri="{FF2B5EF4-FFF2-40B4-BE49-F238E27FC236}">
                    <a16:creationId xmlns:a16="http://schemas.microsoft.com/office/drawing/2014/main" id="{AA4DACF3-7C90-FE0C-2E42-BF504DFC46C2}"/>
                  </a:ext>
                </a:extLst>
              </p:cNvPr>
              <p:cNvSpPr/>
              <p:nvPr/>
            </p:nvSpPr>
            <p:spPr>
              <a:xfrm>
                <a:off x="1650861" y="4154555"/>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ea typeface="Arial" pitchFamily="34" charset="-122"/>
                    <a:cs typeface="Arial" pitchFamily="34" charset="-120"/>
                  </a:rPr>
                  <a:t>4%</a:t>
                </a:r>
                <a:endParaRPr lang="en-US" sz="1600" dirty="0">
                  <a:latin typeface="Titillium Web" panose="00000500000000000000" pitchFamily="2" charset="0"/>
                </a:endParaRPr>
              </a:p>
            </p:txBody>
          </p:sp>
          <p:sp>
            <p:nvSpPr>
              <p:cNvPr id="42" name="Text 8">
                <a:extLst>
                  <a:ext uri="{FF2B5EF4-FFF2-40B4-BE49-F238E27FC236}">
                    <a16:creationId xmlns:a16="http://schemas.microsoft.com/office/drawing/2014/main" id="{E68E5D3B-8277-F911-CBB4-C17F929A9AAB}"/>
                  </a:ext>
                </a:extLst>
              </p:cNvPr>
              <p:cNvSpPr/>
              <p:nvPr/>
            </p:nvSpPr>
            <p:spPr>
              <a:xfrm>
                <a:off x="2507686" y="4215273"/>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cs typeface="Arial" pitchFamily="34" charset="-120"/>
                  </a:rPr>
                  <a:t>Compliance Monitoring</a:t>
                </a:r>
                <a:endParaRPr lang="en-US" sz="1600" dirty="0">
                  <a:latin typeface="Titillium Web" panose="00000500000000000000" pitchFamily="2" charset="0"/>
                </a:endParaRPr>
              </a:p>
            </p:txBody>
          </p:sp>
          <p:sp>
            <p:nvSpPr>
              <p:cNvPr id="43" name="Text 9">
                <a:extLst>
                  <a:ext uri="{FF2B5EF4-FFF2-40B4-BE49-F238E27FC236}">
                    <a16:creationId xmlns:a16="http://schemas.microsoft.com/office/drawing/2014/main" id="{57A25EA4-D780-5050-6ACB-6C96159C58C3}"/>
                  </a:ext>
                </a:extLst>
              </p:cNvPr>
              <p:cNvSpPr/>
              <p:nvPr/>
            </p:nvSpPr>
            <p:spPr>
              <a:xfrm>
                <a:off x="2507686" y="4556154"/>
                <a:ext cx="2461306" cy="758424"/>
              </a:xfrm>
              <a:prstGeom prst="rect">
                <a:avLst/>
              </a:prstGeom>
              <a:noFill/>
              <a:ln/>
            </p:spPr>
            <p:txBody>
              <a:bodyPr wrap="square" lIns="0" tIns="0" rIns="0" bIns="0" rtlCol="0" anchor="ctr"/>
              <a:lstStyle/>
              <a:p>
                <a:r>
                  <a:rPr lang="en-US" sz="1100" b="1" dirty="0">
                    <a:latin typeface="Titillium Web" panose="00000500000000000000" pitchFamily="2" charset="0"/>
                    <a:ea typeface="Arial" pitchFamily="34" charset="-122"/>
                    <a:cs typeface="Arial" pitchFamily="34" charset="-120"/>
                  </a:rPr>
                  <a:t>Weight</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complianceMonitorWeight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complianceMonitorContributePercent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complianceMonitoringJustify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sp>
            <p:nvSpPr>
              <p:cNvPr id="44" name="Text 10">
                <a:extLst>
                  <a:ext uri="{FF2B5EF4-FFF2-40B4-BE49-F238E27FC236}">
                    <a16:creationId xmlns:a16="http://schemas.microsoft.com/office/drawing/2014/main" id="{E7F2DBAC-F513-1ECE-831B-7516E4DE1882}"/>
                  </a:ext>
                </a:extLst>
              </p:cNvPr>
              <p:cNvSpPr/>
              <p:nvPr/>
            </p:nvSpPr>
            <p:spPr>
              <a:xfrm>
                <a:off x="1650861" y="5471274"/>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cs typeface="Arial" pitchFamily="34" charset="-120"/>
                  </a:rPr>
                  <a:t>8%</a:t>
                </a:r>
                <a:endParaRPr lang="en-US" sz="1600" dirty="0">
                  <a:latin typeface="Titillium Web" panose="00000500000000000000" pitchFamily="2" charset="0"/>
                </a:endParaRPr>
              </a:p>
            </p:txBody>
          </p:sp>
          <p:sp>
            <p:nvSpPr>
              <p:cNvPr id="45" name="Text 11">
                <a:extLst>
                  <a:ext uri="{FF2B5EF4-FFF2-40B4-BE49-F238E27FC236}">
                    <a16:creationId xmlns:a16="http://schemas.microsoft.com/office/drawing/2014/main" id="{F9CFC2CE-3984-E272-4BAF-FD8BC9C43534}"/>
                  </a:ext>
                </a:extLst>
              </p:cNvPr>
              <p:cNvSpPr/>
              <p:nvPr/>
            </p:nvSpPr>
            <p:spPr>
              <a:xfrm>
                <a:off x="2507686" y="5531992"/>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cs typeface="Arial" pitchFamily="34" charset="-120"/>
                  </a:rPr>
                  <a:t>Risk Management</a:t>
                </a:r>
                <a:endParaRPr lang="en-US" sz="1600" dirty="0">
                  <a:latin typeface="Titillium Web" panose="00000500000000000000" pitchFamily="2" charset="0"/>
                </a:endParaRPr>
              </a:p>
            </p:txBody>
          </p:sp>
          <p:sp>
            <p:nvSpPr>
              <p:cNvPr id="46" name="Text 12">
                <a:extLst>
                  <a:ext uri="{FF2B5EF4-FFF2-40B4-BE49-F238E27FC236}">
                    <a16:creationId xmlns:a16="http://schemas.microsoft.com/office/drawing/2014/main" id="{58EF40FB-4A3E-8129-76D6-92C3BE41660C}"/>
                  </a:ext>
                </a:extLst>
              </p:cNvPr>
              <p:cNvSpPr/>
              <p:nvPr/>
            </p:nvSpPr>
            <p:spPr>
              <a:xfrm>
                <a:off x="2507686" y="5872872"/>
                <a:ext cx="2329214" cy="570420"/>
              </a:xfrm>
              <a:prstGeom prst="rect">
                <a:avLst/>
              </a:prstGeom>
              <a:noFill/>
              <a:ln/>
            </p:spPr>
            <p:txBody>
              <a:bodyPr wrap="square" lIns="0" tIns="0" rIns="0" bIns="0" rtlCol="0" anchor="ctr"/>
              <a:lstStyle/>
              <a:p>
                <a:r>
                  <a:rPr lang="en-US" sz="1100" b="1" dirty="0">
                    <a:latin typeface="Titillium Web" panose="00000500000000000000" pitchFamily="2" charset="0"/>
                    <a:ea typeface="Arial" pitchFamily="34" charset="-122"/>
                    <a:cs typeface="Arial" pitchFamily="34" charset="-120"/>
                  </a:rPr>
                  <a:t>Weight</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riskManWeight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a:t>
                </a:r>
                <a:r>
                  <a:rPr lang="en-US" sz="1100" dirty="0">
                    <a:latin typeface="Titillium Web" panose="00000500000000000000" pitchFamily="2" charset="0"/>
                    <a:ea typeface="Arial" pitchFamily="34" charset="-122"/>
                    <a:cs typeface="Arial" pitchFamily="34" charset="-120"/>
                  </a:rPr>
                  <a:t>: {{</a:t>
                </a:r>
                <a:r>
                  <a:rPr lang="en-US" sz="1100" dirty="0" err="1">
                    <a:latin typeface="Titillium Web" panose="00000500000000000000" pitchFamily="2" charset="0"/>
                    <a:ea typeface="Arial" pitchFamily="34" charset="-122"/>
                    <a:cs typeface="Arial" pitchFamily="34" charset="-120"/>
                  </a:rPr>
                  <a:t>riskManContributePercent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riskManJustify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sp>
            <p:nvSpPr>
              <p:cNvPr id="47" name="Text 13">
                <a:extLst>
                  <a:ext uri="{FF2B5EF4-FFF2-40B4-BE49-F238E27FC236}">
                    <a16:creationId xmlns:a16="http://schemas.microsoft.com/office/drawing/2014/main" id="{27225332-9DBB-D1DF-7D24-DD7BEDD2EF2F}"/>
                  </a:ext>
                </a:extLst>
              </p:cNvPr>
              <p:cNvSpPr/>
              <p:nvPr/>
            </p:nvSpPr>
            <p:spPr>
              <a:xfrm>
                <a:off x="1650861" y="6787993"/>
                <a:ext cx="705547" cy="1160023"/>
              </a:xfrm>
              <a:prstGeom prst="rect">
                <a:avLst/>
              </a:prstGeom>
              <a:noFill/>
              <a:ln/>
            </p:spPr>
            <p:txBody>
              <a:bodyPr wrap="square" lIns="0" tIns="0" rIns="0" bIns="0" rtlCol="0" anchor="ctr"/>
              <a:lstStyle/>
              <a:p>
                <a:pPr algn="ctr"/>
                <a:r>
                  <a:rPr lang="en-US" sz="1600" b="1" dirty="0">
                    <a:solidFill>
                      <a:srgbClr val="FFFFFF"/>
                    </a:solidFill>
                    <a:latin typeface="Titillium Web" panose="00000500000000000000" pitchFamily="2" charset="0"/>
                    <a:ea typeface="Arial" pitchFamily="34" charset="-122"/>
                    <a:cs typeface="Arial" pitchFamily="34" charset="-120"/>
                  </a:rPr>
                  <a:t>4.5%</a:t>
                </a:r>
                <a:endParaRPr lang="en-US" sz="1600" dirty="0">
                  <a:latin typeface="Titillium Web" panose="00000500000000000000" pitchFamily="2" charset="0"/>
                </a:endParaRPr>
              </a:p>
            </p:txBody>
          </p:sp>
          <p:sp>
            <p:nvSpPr>
              <p:cNvPr id="48" name="Text 14">
                <a:extLst>
                  <a:ext uri="{FF2B5EF4-FFF2-40B4-BE49-F238E27FC236}">
                    <a16:creationId xmlns:a16="http://schemas.microsoft.com/office/drawing/2014/main" id="{6B7A2BDE-23D2-0DA7-F648-3E15A8227464}"/>
                  </a:ext>
                </a:extLst>
              </p:cNvPr>
              <p:cNvSpPr/>
              <p:nvPr/>
            </p:nvSpPr>
            <p:spPr>
              <a:xfrm>
                <a:off x="2507686" y="6848711"/>
                <a:ext cx="2333967" cy="133098"/>
              </a:xfrm>
              <a:prstGeom prst="rect">
                <a:avLst/>
              </a:prstGeom>
              <a:noFill/>
              <a:ln/>
            </p:spPr>
            <p:txBody>
              <a:bodyPr wrap="square" lIns="0" tIns="0" rIns="0" bIns="0" rtlCol="0" anchor="ctr"/>
              <a:lstStyle/>
              <a:p>
                <a:r>
                  <a:rPr lang="en-US" sz="1600" b="1" dirty="0">
                    <a:latin typeface="Titillium Web" panose="00000500000000000000" pitchFamily="2" charset="0"/>
                    <a:cs typeface="Arial" pitchFamily="34" charset="-120"/>
                  </a:rPr>
                  <a:t>Delegation &amp; Accountability</a:t>
                </a:r>
                <a:endParaRPr lang="en-US" sz="1600" dirty="0">
                  <a:latin typeface="Titillium Web" panose="00000500000000000000" pitchFamily="2" charset="0"/>
                </a:endParaRPr>
              </a:p>
            </p:txBody>
          </p:sp>
          <p:sp>
            <p:nvSpPr>
              <p:cNvPr id="49" name="Text 15">
                <a:extLst>
                  <a:ext uri="{FF2B5EF4-FFF2-40B4-BE49-F238E27FC236}">
                    <a16:creationId xmlns:a16="http://schemas.microsoft.com/office/drawing/2014/main" id="{6F2DDA21-2903-5524-DC75-5D3FBC2F67EF}"/>
                  </a:ext>
                </a:extLst>
              </p:cNvPr>
              <p:cNvSpPr/>
              <p:nvPr/>
            </p:nvSpPr>
            <p:spPr>
              <a:xfrm>
                <a:off x="2507685" y="7127972"/>
                <a:ext cx="2636845" cy="859785"/>
              </a:xfrm>
              <a:prstGeom prst="rect">
                <a:avLst/>
              </a:prstGeom>
              <a:noFill/>
              <a:ln/>
            </p:spPr>
            <p:txBody>
              <a:bodyPr wrap="square" lIns="0" tIns="0" rIns="0" bIns="0" rtlCol="0" anchor="ctr"/>
              <a:lstStyle/>
              <a:p>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Weight: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delegateAccountWeight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Contribution: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delegateAccountContributePercent</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a:p>
                <a:r>
                  <a:rPr lang="en-US" sz="1100" b="1" dirty="0">
                    <a:latin typeface="Titillium Web" panose="00000500000000000000" pitchFamily="2" charset="0"/>
                    <a:ea typeface="Arial" pitchFamily="34" charset="-122"/>
                    <a:cs typeface="Arial" pitchFamily="34" charset="-120"/>
                  </a:rPr>
                  <a:t>Justification: </a:t>
                </a:r>
                <a:r>
                  <a:rPr lang="en-US" sz="1100" dirty="0">
                    <a:latin typeface="Titillium Web" panose="00000500000000000000" pitchFamily="2" charset="0"/>
                    <a:ea typeface="Arial" pitchFamily="34" charset="-122"/>
                    <a:cs typeface="Arial" pitchFamily="34" charset="-120"/>
                  </a:rPr>
                  <a:t>{{</a:t>
                </a:r>
                <a:r>
                  <a:rPr lang="en-US" sz="1100" dirty="0" err="1">
                    <a:latin typeface="Titillium Web" panose="00000500000000000000" pitchFamily="2" charset="0"/>
                    <a:ea typeface="Arial" pitchFamily="34" charset="-122"/>
                    <a:cs typeface="Arial" pitchFamily="34" charset="-120"/>
                  </a:rPr>
                  <a:t>delegateAccountJustify</a:t>
                </a:r>
                <a:r>
                  <a:rPr lang="en-US" sz="1100" dirty="0">
                    <a:latin typeface="Titillium Web" panose="00000500000000000000" pitchFamily="2" charset="0"/>
                    <a:ea typeface="Arial" pitchFamily="34" charset="-122"/>
                    <a:cs typeface="Arial" pitchFamily="34" charset="-120"/>
                  </a:rPr>
                  <a:t>}}</a:t>
                </a:r>
                <a:endParaRPr lang="en-US" sz="1100" dirty="0">
                  <a:latin typeface="Titillium Web" panose="00000500000000000000" pitchFamily="2" charset="0"/>
                </a:endParaRPr>
              </a:p>
            </p:txBody>
          </p:sp>
        </p:grpSp>
        <p:sp>
          <p:nvSpPr>
            <p:cNvPr id="55" name="Rectangle 54">
              <a:extLst>
                <a:ext uri="{FF2B5EF4-FFF2-40B4-BE49-F238E27FC236}">
                  <a16:creationId xmlns:a16="http://schemas.microsoft.com/office/drawing/2014/main" id="{63FDC719-10D3-5744-5685-2CEA2B7BA7EC}"/>
                </a:ext>
              </a:extLst>
            </p:cNvPr>
            <p:cNvSpPr/>
            <p:nvPr/>
          </p:nvSpPr>
          <p:spPr>
            <a:xfrm>
              <a:off x="268636" y="3363160"/>
              <a:ext cx="1059966" cy="116990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latin typeface="Titillium Web" panose="00000500000000000000" pitchFamily="2" charset="0"/>
                  <a:cs typeface="Arial" pitchFamily="34" charset="-120"/>
                </a:rPr>
                <a:t>{{</a:t>
              </a:r>
              <a:r>
                <a:rPr lang="en-US" b="1" dirty="0" err="1">
                  <a:solidFill>
                    <a:srgbClr val="FFFFFF"/>
                  </a:solidFill>
                  <a:latin typeface="Titillium Web" panose="00000500000000000000" pitchFamily="2" charset="0"/>
                  <a:cs typeface="Arial" pitchFamily="34" charset="-120"/>
                </a:rPr>
                <a:t>boardOversightPercent</a:t>
              </a:r>
              <a:r>
                <a:rPr lang="en-US" b="1" dirty="0">
                  <a:solidFill>
                    <a:srgbClr val="FFFFFF"/>
                  </a:solidFill>
                  <a:latin typeface="Titillium Web" panose="00000500000000000000" pitchFamily="2" charset="0"/>
                  <a:cs typeface="Arial" pitchFamily="34" charset="-120"/>
                </a:rPr>
                <a:t>}} %</a:t>
              </a:r>
            </a:p>
          </p:txBody>
        </p:sp>
        <p:sp>
          <p:nvSpPr>
            <p:cNvPr id="57" name="Rectangle 56">
              <a:extLst>
                <a:ext uri="{FF2B5EF4-FFF2-40B4-BE49-F238E27FC236}">
                  <a16:creationId xmlns:a16="http://schemas.microsoft.com/office/drawing/2014/main" id="{4AFD596F-E111-B5B2-5459-374574803955}"/>
                </a:ext>
              </a:extLst>
            </p:cNvPr>
            <p:cNvSpPr/>
            <p:nvPr/>
          </p:nvSpPr>
          <p:spPr>
            <a:xfrm>
              <a:off x="268636" y="4669994"/>
              <a:ext cx="1059966" cy="1160023"/>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rgbClr val="FFFFFF"/>
                  </a:solidFill>
                  <a:latin typeface="Titillium Web" panose="00000500000000000000" pitchFamily="2" charset="0"/>
                  <a:cs typeface="Arial" pitchFamily="34" charset="-120"/>
                </a:rPr>
                <a:t>{{</a:t>
              </a:r>
              <a:r>
                <a:rPr lang="en-US" sz="1800" b="1" dirty="0" err="1">
                  <a:solidFill>
                    <a:srgbClr val="FFFFFF"/>
                  </a:solidFill>
                  <a:latin typeface="Titillium Web" panose="00000500000000000000" pitchFamily="2" charset="0"/>
                  <a:cs typeface="Arial" pitchFamily="34" charset="-120"/>
                </a:rPr>
                <a:t>policyFramePercent</a:t>
              </a:r>
              <a:r>
                <a:rPr lang="en-US" sz="1800" b="1" dirty="0">
                  <a:solidFill>
                    <a:srgbClr val="FFFFFF"/>
                  </a:solidFill>
                  <a:latin typeface="Titillium Web" panose="00000500000000000000" pitchFamily="2" charset="0"/>
                  <a:cs typeface="Arial" pitchFamily="34" charset="-120"/>
                </a:rPr>
                <a:t>}} %</a:t>
              </a:r>
              <a:endParaRPr lang="en-US" sz="1800" dirty="0">
                <a:latin typeface="Titillium Web" panose="00000500000000000000" pitchFamily="2" charset="0"/>
              </a:endParaRPr>
            </a:p>
          </p:txBody>
        </p:sp>
        <p:sp>
          <p:nvSpPr>
            <p:cNvPr id="58" name="Rectangle 57">
              <a:extLst>
                <a:ext uri="{FF2B5EF4-FFF2-40B4-BE49-F238E27FC236}">
                  <a16:creationId xmlns:a16="http://schemas.microsoft.com/office/drawing/2014/main" id="{10628F56-8DCA-DD92-0E0D-BD1BCDCA36DB}"/>
                </a:ext>
              </a:extLst>
            </p:cNvPr>
            <p:cNvSpPr/>
            <p:nvPr/>
          </p:nvSpPr>
          <p:spPr>
            <a:xfrm>
              <a:off x="268636" y="5990281"/>
              <a:ext cx="1059966" cy="1160023"/>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latin typeface="Titillium Web" panose="00000500000000000000" pitchFamily="2" charset="0"/>
                  <a:cs typeface="Arial" pitchFamily="34" charset="-120"/>
                </a:rPr>
                <a:t>{{</a:t>
              </a:r>
              <a:r>
                <a:rPr lang="en-US" b="1" dirty="0" err="1">
                  <a:solidFill>
                    <a:srgbClr val="FFFFFF"/>
                  </a:solidFill>
                  <a:latin typeface="Titillium Web" panose="00000500000000000000" pitchFamily="2" charset="0"/>
                  <a:cs typeface="Arial" pitchFamily="34" charset="-120"/>
                </a:rPr>
                <a:t>complianceMonPercent</a:t>
              </a:r>
              <a:r>
                <a:rPr lang="en-US" b="1" dirty="0">
                  <a:solidFill>
                    <a:srgbClr val="FFFFFF"/>
                  </a:solidFill>
                  <a:latin typeface="Titillium Web" panose="00000500000000000000" pitchFamily="2" charset="0"/>
                  <a:cs typeface="Arial" pitchFamily="34" charset="-120"/>
                </a:rPr>
                <a:t>}} %</a:t>
              </a:r>
              <a:endParaRPr lang="en-US" sz="1800" dirty="0">
                <a:latin typeface="Titillium Web" panose="00000500000000000000" pitchFamily="2" charset="0"/>
              </a:endParaRPr>
            </a:p>
          </p:txBody>
        </p:sp>
        <p:sp>
          <p:nvSpPr>
            <p:cNvPr id="59" name="Rectangle 58">
              <a:extLst>
                <a:ext uri="{FF2B5EF4-FFF2-40B4-BE49-F238E27FC236}">
                  <a16:creationId xmlns:a16="http://schemas.microsoft.com/office/drawing/2014/main" id="{A1BD7892-8229-039D-379B-3D4CE7D042C6}"/>
                </a:ext>
              </a:extLst>
            </p:cNvPr>
            <p:cNvSpPr/>
            <p:nvPr/>
          </p:nvSpPr>
          <p:spPr>
            <a:xfrm>
              <a:off x="268634" y="7316631"/>
              <a:ext cx="1062190" cy="1156708"/>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rgbClr val="FFFFFF"/>
                  </a:solidFill>
                  <a:latin typeface="Titillium Web" panose="00000500000000000000" pitchFamily="2" charset="0"/>
                  <a:cs typeface="Arial" pitchFamily="34" charset="-120"/>
                </a:rPr>
                <a:t>{{</a:t>
              </a:r>
              <a:r>
                <a:rPr lang="en-US" sz="1800" b="1" dirty="0" err="1">
                  <a:solidFill>
                    <a:srgbClr val="FFFFFF"/>
                  </a:solidFill>
                  <a:latin typeface="Titillium Web" panose="00000500000000000000" pitchFamily="2" charset="0"/>
                  <a:cs typeface="Arial" pitchFamily="34" charset="-120"/>
                </a:rPr>
                <a:t>riskManPercent</a:t>
              </a:r>
              <a:r>
                <a:rPr lang="en-US" sz="1800" b="1" dirty="0">
                  <a:solidFill>
                    <a:srgbClr val="FFFFFF"/>
                  </a:solidFill>
                  <a:latin typeface="Titillium Web" panose="00000500000000000000" pitchFamily="2" charset="0"/>
                  <a:cs typeface="Arial" pitchFamily="34" charset="-120"/>
                </a:rPr>
                <a:t>}} %</a:t>
              </a:r>
              <a:endParaRPr lang="en-US" sz="1800" dirty="0">
                <a:latin typeface="Titillium Web" panose="00000500000000000000" pitchFamily="2" charset="0"/>
              </a:endParaRPr>
            </a:p>
          </p:txBody>
        </p:sp>
        <p:sp>
          <p:nvSpPr>
            <p:cNvPr id="60" name="Rectangle 59">
              <a:extLst>
                <a:ext uri="{FF2B5EF4-FFF2-40B4-BE49-F238E27FC236}">
                  <a16:creationId xmlns:a16="http://schemas.microsoft.com/office/drawing/2014/main" id="{579C82E0-C6D4-BFDA-FA93-FDBE6A794ECC}"/>
                </a:ext>
              </a:extLst>
            </p:cNvPr>
            <p:cNvSpPr/>
            <p:nvPr/>
          </p:nvSpPr>
          <p:spPr>
            <a:xfrm>
              <a:off x="268636" y="8631182"/>
              <a:ext cx="1059966" cy="117411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latin typeface="Titillium Web" panose="00000500000000000000" pitchFamily="2" charset="0"/>
                  <a:cs typeface="Arial" pitchFamily="34" charset="-120"/>
                </a:rPr>
                <a:t>{{</a:t>
              </a:r>
              <a:r>
                <a:rPr lang="en-US" b="1" dirty="0" err="1">
                  <a:solidFill>
                    <a:srgbClr val="FFFFFF"/>
                  </a:solidFill>
                  <a:latin typeface="Titillium Web" panose="00000500000000000000" pitchFamily="2" charset="0"/>
                  <a:cs typeface="Arial" pitchFamily="34" charset="-120"/>
                </a:rPr>
                <a:t>delegateAccountPercent</a:t>
              </a:r>
              <a:r>
                <a:rPr lang="en-US" b="1" dirty="0">
                  <a:solidFill>
                    <a:srgbClr val="FFFFFF"/>
                  </a:solidFill>
                  <a:latin typeface="Titillium Web" panose="00000500000000000000" pitchFamily="2" charset="0"/>
                  <a:cs typeface="Arial" pitchFamily="34" charset="-120"/>
                </a:rPr>
                <a:t>}} %</a:t>
              </a:r>
              <a:endParaRPr lang="en-US" sz="1800" dirty="0">
                <a:latin typeface="Titillium Web" panose="00000500000000000000" pitchFamily="2" charset="0"/>
              </a:endParaRPr>
            </a:p>
          </p:txBody>
        </p:sp>
      </p:grpSp>
      <p:grpSp>
        <p:nvGrpSpPr>
          <p:cNvPr id="3" name="Group 2">
            <a:extLst>
              <a:ext uri="{FF2B5EF4-FFF2-40B4-BE49-F238E27FC236}">
                <a16:creationId xmlns:a16="http://schemas.microsoft.com/office/drawing/2014/main" id="{938585DB-22B3-1AEC-7707-E93B533B4B5C}"/>
              </a:ext>
            </a:extLst>
          </p:cNvPr>
          <p:cNvGrpSpPr/>
          <p:nvPr/>
        </p:nvGrpSpPr>
        <p:grpSpPr>
          <a:xfrm>
            <a:off x="5591781" y="1412484"/>
            <a:ext cx="1382886" cy="1387866"/>
            <a:chOff x="5591781" y="1412484"/>
            <a:chExt cx="1382886" cy="1387866"/>
          </a:xfrm>
        </p:grpSpPr>
        <p:sp>
          <p:nvSpPr>
            <p:cNvPr id="12" name="Rectangle 11">
              <a:extLst>
                <a:ext uri="{FF2B5EF4-FFF2-40B4-BE49-F238E27FC236}">
                  <a16:creationId xmlns:a16="http://schemas.microsoft.com/office/drawing/2014/main" id="{9D5BB835-7BC3-C8F9-F0D5-699B1C266F86}"/>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4" name="Picture 13">
              <a:extLst>
                <a:ext uri="{FF2B5EF4-FFF2-40B4-BE49-F238E27FC236}">
                  <a16:creationId xmlns:a16="http://schemas.microsoft.com/office/drawing/2014/main" id="{B4CBD4EC-DB5A-13C2-DFA4-FE0C917DC046}"/>
                </a:ext>
              </a:extLst>
            </p:cNvPr>
            <p:cNvPicPr>
              <a:picLocks noChangeAspect="1"/>
            </p:cNvPicPr>
            <p:nvPr/>
          </p:nvPicPr>
          <p:blipFill>
            <a:blip r:embed="rId6"/>
            <a:srcRect l="10092" r="10092"/>
            <a:stretch/>
          </p:blipFill>
          <p:spPr>
            <a:xfrm>
              <a:off x="5591781" y="1712378"/>
              <a:ext cx="1158067" cy="762487"/>
            </a:xfrm>
            <a:prstGeom prst="rect">
              <a:avLst/>
            </a:prstGeom>
          </p:spPr>
        </p:pic>
        <p:sp>
          <p:nvSpPr>
            <p:cNvPr id="15" name="Rectangle 14">
              <a:extLst>
                <a:ext uri="{FF2B5EF4-FFF2-40B4-BE49-F238E27FC236}">
                  <a16:creationId xmlns:a16="http://schemas.microsoft.com/office/drawing/2014/main" id="{06894151-5017-2C49-4FD1-A7393F8702F4}"/>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10" name="Text 1">
            <a:extLst>
              <a:ext uri="{FF2B5EF4-FFF2-40B4-BE49-F238E27FC236}">
                <a16:creationId xmlns:a16="http://schemas.microsoft.com/office/drawing/2014/main" id="{B3EF565D-F1C1-FCE4-2ED1-36670879A102}"/>
              </a:ext>
            </a:extLst>
          </p:cNvPr>
          <p:cNvSpPr/>
          <p:nvPr/>
        </p:nvSpPr>
        <p:spPr>
          <a:xfrm>
            <a:off x="1315584" y="2510498"/>
            <a:ext cx="4276197" cy="639756"/>
          </a:xfrm>
          <a:prstGeom prst="rect">
            <a:avLst/>
          </a:prstGeom>
          <a:noFill/>
          <a:ln/>
        </p:spPr>
        <p:txBody>
          <a:bodyPr wrap="square" lIns="0" tIns="0" rIns="0" bIns="0" rtlCol="0" anchor="ctr"/>
          <a:lstStyle/>
          <a:p>
            <a:pPr marL="0" indent="0" algn="l">
              <a:lnSpc>
                <a:spcPts val="1600"/>
              </a:lnSpc>
              <a:spcBef>
                <a:spcPts val="600"/>
              </a:spcBef>
              <a:buNone/>
            </a:pPr>
            <a:r>
              <a:rPr lang="en-GB" sz="1200" dirty="0">
                <a:solidFill>
                  <a:srgbClr val="1D1D1D"/>
                </a:solidFill>
                <a:latin typeface="Titillium Web" pitchFamily="34" charset="0"/>
                <a:ea typeface="Titillium Web" pitchFamily="34" charset="-122"/>
                <a:cs typeface="Titillium Web" pitchFamily="34" charset="-120"/>
              </a:rPr>
              <a:t>The score for this Domain was obtained by scoring the top five priorities of this domain and adding up their scores. This Domain has a 0.25 weighting (out of 1.0) towards total company score. </a:t>
            </a:r>
          </a:p>
        </p:txBody>
      </p:sp>
      <p:sp>
        <p:nvSpPr>
          <p:cNvPr id="19" name="Rectangle 18">
            <a:extLst>
              <a:ext uri="{FF2B5EF4-FFF2-40B4-BE49-F238E27FC236}">
                <a16:creationId xmlns:a16="http://schemas.microsoft.com/office/drawing/2014/main" id="{2246B9EB-6447-1206-66FF-171E7E260781}"/>
              </a:ext>
            </a:extLst>
          </p:cNvPr>
          <p:cNvSpPr/>
          <p:nvPr/>
        </p:nvSpPr>
        <p:spPr>
          <a:xfrm>
            <a:off x="5591781" y="3358037"/>
            <a:ext cx="1382886" cy="6447258"/>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TextBox 20">
            <a:extLst>
              <a:ext uri="{FF2B5EF4-FFF2-40B4-BE49-F238E27FC236}">
                <a16:creationId xmlns:a16="http://schemas.microsoft.com/office/drawing/2014/main" id="{07626E00-5C2C-F81E-6D32-0DEE1CD8DAD0}"/>
              </a:ext>
            </a:extLst>
          </p:cNvPr>
          <p:cNvSpPr txBox="1"/>
          <p:nvPr/>
        </p:nvSpPr>
        <p:spPr>
          <a:xfrm rot="16200000">
            <a:off x="3078658" y="6104612"/>
            <a:ext cx="6447259" cy="954107"/>
          </a:xfrm>
          <a:prstGeom prst="rect">
            <a:avLst/>
          </a:prstGeom>
          <a:noFill/>
        </p:spPr>
        <p:txBody>
          <a:bodyPr wrap="square" rtlCol="0" anchor="ctr">
            <a:spAutoFit/>
          </a:bodyPr>
          <a:lstStyle/>
          <a:p>
            <a:pPr algn="ctr"/>
            <a:r>
              <a:rPr lang="en-GB" sz="2800" b="1" dirty="0">
                <a:solidFill>
                  <a:schemeClr val="bg1"/>
                </a:solidFill>
                <a:latin typeface="Titillium Web" panose="00000500000000000000" pitchFamily="2" charset="0"/>
              </a:rPr>
              <a:t>Governance Domain Score {{</a:t>
            </a:r>
            <a:r>
              <a:rPr lang="en-GB" sz="2800" b="1" dirty="0" err="1">
                <a:solidFill>
                  <a:schemeClr val="bg1"/>
                </a:solidFill>
                <a:latin typeface="Titillium Web" panose="00000500000000000000" pitchFamily="2" charset="0"/>
              </a:rPr>
              <a:t>totalGovScoreContributePercent</a:t>
            </a:r>
            <a:r>
              <a:rPr lang="en-GB" sz="2800" b="1" dirty="0">
                <a:solidFill>
                  <a:schemeClr val="bg1"/>
                </a:solidFill>
                <a:latin typeface="Titillium Web" panose="00000500000000000000" pitchFamily="2" charset="0"/>
              </a:rPr>
              <a:t>}}%</a:t>
            </a:r>
            <a:endParaRPr lang="en-ZA" sz="2800" b="1" dirty="0">
              <a:solidFill>
                <a:schemeClr val="bg1"/>
              </a:solidFill>
              <a:latin typeface="Titillium Web" panose="00000500000000000000" pitchFamily="2" charset="0"/>
            </a:endParaRPr>
          </a:p>
        </p:txBody>
      </p:sp>
      <p:sp>
        <p:nvSpPr>
          <p:cNvPr id="22" name="Rectangle 21">
            <a:extLst>
              <a:ext uri="{FF2B5EF4-FFF2-40B4-BE49-F238E27FC236}">
                <a16:creationId xmlns:a16="http://schemas.microsoft.com/office/drawing/2014/main" id="{696CBE8D-5FB6-BD85-1A2B-7CA64BC68B2C}"/>
              </a:ext>
            </a:extLst>
          </p:cNvPr>
          <p:cNvSpPr/>
          <p:nvPr/>
        </p:nvSpPr>
        <p:spPr>
          <a:xfrm>
            <a:off x="5732486" y="3518353"/>
            <a:ext cx="1108134" cy="6150828"/>
          </a:xfrm>
          <a:prstGeom prst="rect">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6501429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E01C1-2685-19F1-65A3-162B2ED0FD1B}"/>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AB5B48D-BB1C-F5F7-3572-FE629778563F}"/>
              </a:ext>
            </a:extLst>
          </p:cNvPr>
          <p:cNvPicPr>
            <a:picLocks noChangeAspect="1"/>
          </p:cNvPicPr>
          <p:nvPr/>
        </p:nvPicPr>
        <p:blipFill>
          <a:blip r:embed="rId3"/>
          <a:stretch>
            <a:fillRect/>
          </a:stretch>
        </p:blipFill>
        <p:spPr>
          <a:xfrm>
            <a:off x="0" y="0"/>
            <a:ext cx="7772400" cy="10058400"/>
          </a:xfrm>
          <a:prstGeom prst="rect">
            <a:avLst/>
          </a:prstGeom>
        </p:spPr>
      </p:pic>
      <p:pic>
        <p:nvPicPr>
          <p:cNvPr id="5" name="Image 3" descr="preencoded.png">
            <a:extLst>
              <a:ext uri="{FF2B5EF4-FFF2-40B4-BE49-F238E27FC236}">
                <a16:creationId xmlns:a16="http://schemas.microsoft.com/office/drawing/2014/main" id="{FADB5500-E964-61DF-C01C-054B209D13FF}"/>
              </a:ext>
            </a:extLst>
          </p:cNvPr>
          <p:cNvPicPr>
            <a:picLocks noChangeAspect="1"/>
          </p:cNvPicPr>
          <p:nvPr/>
        </p:nvPicPr>
        <p:blipFill>
          <a:blip r:embed="rId4"/>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F07F3CEE-CB3E-8F4F-B989-22D8B7E63D2F}"/>
              </a:ext>
            </a:extLst>
          </p:cNvPr>
          <p:cNvSpPr/>
          <p:nvPr/>
        </p:nvSpPr>
        <p:spPr>
          <a:xfrm>
            <a:off x="796962" y="2545663"/>
            <a:ext cx="4771846" cy="6308871"/>
          </a:xfrm>
          <a:prstGeom prst="rect">
            <a:avLst/>
          </a:prstGeom>
          <a:noFill/>
          <a:ln/>
        </p:spPr>
        <p:txBody>
          <a:bodyPr wrap="square" lIns="0" tIns="0" rIns="0" bIns="0" rtlCol="0" anchor="ctr"/>
          <a:lstStyle/>
          <a:p>
            <a:pPr marL="0" indent="0" algn="l">
              <a:lnSpc>
                <a:spcPts val="1600"/>
              </a:lnSpc>
              <a:spcBef>
                <a:spcPts val="1200"/>
              </a:spcBef>
              <a:spcAft>
                <a:spcPts val="600"/>
              </a:spcAft>
              <a:buNone/>
            </a:pPr>
            <a:r>
              <a:rPr lang="en-US" sz="1200" dirty="0">
                <a:solidFill>
                  <a:srgbClr val="1D1D1D"/>
                </a:solidFill>
                <a:latin typeface="Titillium Web" panose="00000500000000000000" pitchFamily="2" charset="0"/>
                <a:ea typeface="Titillium Web" pitchFamily="34" charset="-122"/>
                <a:cs typeface="Titillium Web" pitchFamily="34" charset="-120"/>
              </a:rPr>
              <a:t>{{</a:t>
            </a:r>
            <a:r>
              <a:rPr lang="en-US" sz="1200" dirty="0" err="1">
                <a:solidFill>
                  <a:srgbClr val="1D1D1D"/>
                </a:solidFill>
                <a:latin typeface="Titillium Web" panose="00000500000000000000" pitchFamily="2" charset="0"/>
                <a:ea typeface="Titillium Web" pitchFamily="34" charset="-122"/>
                <a:cs typeface="Titillium Web" pitchFamily="34" charset="-120"/>
              </a:rPr>
              <a:t>govInterpretationBody</a:t>
            </a:r>
            <a:r>
              <a:rPr lang="en-US" sz="1200" dirty="0">
                <a:solidFill>
                  <a:srgbClr val="1D1D1D"/>
                </a:solidFill>
                <a:latin typeface="Titillium Web" panose="00000500000000000000" pitchFamily="2" charset="0"/>
                <a:ea typeface="Titillium Web" pitchFamily="34" charset="-122"/>
                <a:cs typeface="Titillium Web" pitchFamily="34" charset="-120"/>
              </a:rPr>
              <a:t>}}</a:t>
            </a:r>
          </a:p>
        </p:txBody>
      </p:sp>
      <p:sp>
        <p:nvSpPr>
          <p:cNvPr id="9" name="Text 1">
            <a:extLst>
              <a:ext uri="{FF2B5EF4-FFF2-40B4-BE49-F238E27FC236}">
                <a16:creationId xmlns:a16="http://schemas.microsoft.com/office/drawing/2014/main" id="{2E1877DD-D3E1-9F0F-AB02-05BAE7289CB8}"/>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0" name="Text 2">
            <a:extLst>
              <a:ext uri="{FF2B5EF4-FFF2-40B4-BE49-F238E27FC236}">
                <a16:creationId xmlns:a16="http://schemas.microsoft.com/office/drawing/2014/main" id="{0A18B693-8A89-7A6E-8442-64D8EA0916CD}"/>
              </a:ext>
            </a:extLst>
          </p:cNvPr>
          <p:cNvSpPr/>
          <p:nvPr/>
        </p:nvSpPr>
        <p:spPr>
          <a:xfrm>
            <a:off x="796962" y="1847098"/>
            <a:ext cx="3960442" cy="476250"/>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rPr>
              <a:t>8.5 Interpretation</a:t>
            </a:r>
            <a:endParaRPr lang="en-US" sz="2800" dirty="0">
              <a:latin typeface="Titillium Web" panose="00000500000000000000" pitchFamily="2" charset="0"/>
            </a:endParaRPr>
          </a:p>
        </p:txBody>
      </p:sp>
      <p:sp>
        <p:nvSpPr>
          <p:cNvPr id="11" name="Text 3">
            <a:extLst>
              <a:ext uri="{FF2B5EF4-FFF2-40B4-BE49-F238E27FC236}">
                <a16:creationId xmlns:a16="http://schemas.microsoft.com/office/drawing/2014/main" id="{B2DF061B-DA79-F9F2-3A3F-A0CAF6D29644}"/>
              </a:ext>
            </a:extLst>
          </p:cNvPr>
          <p:cNvSpPr/>
          <p:nvPr/>
        </p:nvSpPr>
        <p:spPr>
          <a:xfrm>
            <a:off x="7209558" y="9559385"/>
            <a:ext cx="228600" cy="180975"/>
          </a:xfrm>
          <a:prstGeom prst="rect">
            <a:avLst/>
          </a:prstGeom>
          <a:noFill/>
          <a:ln/>
        </p:spPr>
        <p:txBody>
          <a:bodyPr wrap="square" lIns="0" tIns="0" rIns="0" bIns="0" rtlCol="0" anchor="ctr"/>
          <a:lstStyle/>
          <a:p>
            <a:pPr>
              <a:lnSpc>
                <a:spcPct val="79650"/>
              </a:lnSpc>
            </a:pPr>
            <a:r>
              <a:rPr lang="en-US" sz="1000" b="1" dirty="0">
                <a:solidFill>
                  <a:srgbClr val="2B2B35"/>
                </a:solidFill>
                <a:latin typeface="Titillium Web" panose="00000500000000000000" pitchFamily="2" charset="0"/>
                <a:ea typeface="Roboto Condensed" pitchFamily="34" charset="-122"/>
                <a:cs typeface="Roboto Condensed" pitchFamily="34" charset="-120"/>
              </a:rPr>
              <a:t>55</a:t>
            </a:r>
            <a:endParaRPr lang="en-US" sz="1000" dirty="0">
              <a:latin typeface="Titillium Web" panose="00000500000000000000" pitchFamily="2" charset="0"/>
            </a:endParaRPr>
          </a:p>
          <a:p>
            <a:pPr marL="0" indent="0" algn="l">
              <a:lnSpc>
                <a:spcPct val="79650"/>
              </a:lnSpc>
              <a:buNone/>
            </a:pPr>
            <a:endParaRPr lang="en-US" sz="1200" dirty="0">
              <a:latin typeface="Titillium Web" panose="00000500000000000000" pitchFamily="2" charset="0"/>
            </a:endParaRPr>
          </a:p>
        </p:txBody>
      </p:sp>
      <p:sp>
        <p:nvSpPr>
          <p:cNvPr id="12" name="Text 4">
            <a:extLst>
              <a:ext uri="{FF2B5EF4-FFF2-40B4-BE49-F238E27FC236}">
                <a16:creationId xmlns:a16="http://schemas.microsoft.com/office/drawing/2014/main" id="{905A041C-8E82-87CE-4F88-A22D32D29129}"/>
              </a:ext>
            </a:extLst>
          </p:cNvPr>
          <p:cNvSpPr/>
          <p:nvPr/>
        </p:nvSpPr>
        <p:spPr>
          <a:xfrm>
            <a:off x="895634" y="684512"/>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68702279-B481-9894-25D9-3124CE1A45D0}"/>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7</a:t>
            </a:r>
            <a:endParaRPr lang="en-US" sz="1200" dirty="0">
              <a:latin typeface="Titillium Web" panose="00000500000000000000" pitchFamily="2" charset="0"/>
            </a:endParaRPr>
          </a:p>
        </p:txBody>
      </p:sp>
      <p:grpSp>
        <p:nvGrpSpPr>
          <p:cNvPr id="14" name="Group 13">
            <a:extLst>
              <a:ext uri="{FF2B5EF4-FFF2-40B4-BE49-F238E27FC236}">
                <a16:creationId xmlns:a16="http://schemas.microsoft.com/office/drawing/2014/main" id="{7FA21E17-F85A-2AFA-8F46-2CFE7A014CC2}"/>
              </a:ext>
            </a:extLst>
          </p:cNvPr>
          <p:cNvGrpSpPr/>
          <p:nvPr/>
        </p:nvGrpSpPr>
        <p:grpSpPr>
          <a:xfrm>
            <a:off x="5999045" y="7407697"/>
            <a:ext cx="1314450" cy="1449210"/>
            <a:chOff x="5999045" y="7407697"/>
            <a:chExt cx="1314450" cy="1449210"/>
          </a:xfrm>
        </p:grpSpPr>
        <p:sp>
          <p:nvSpPr>
            <p:cNvPr id="15" name="Text 4">
              <a:extLst>
                <a:ext uri="{FF2B5EF4-FFF2-40B4-BE49-F238E27FC236}">
                  <a16:creationId xmlns:a16="http://schemas.microsoft.com/office/drawing/2014/main" id="{52895229-D701-E273-6AED-7FC0395C3B0C}"/>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16" name="Image 4" descr="preencoded.png">
              <a:extLst>
                <a:ext uri="{FF2B5EF4-FFF2-40B4-BE49-F238E27FC236}">
                  <a16:creationId xmlns:a16="http://schemas.microsoft.com/office/drawing/2014/main" id="{4ED33E08-A3B2-5702-AEC1-58A1C5E511C9}"/>
                </a:ext>
              </a:extLst>
            </p:cNvPr>
            <p:cNvPicPr>
              <a:picLocks noChangeAspect="1"/>
            </p:cNvPicPr>
            <p:nvPr/>
          </p:nvPicPr>
          <p:blipFill>
            <a:blip r:embed="rId5"/>
            <a:stretch>
              <a:fillRect/>
            </a:stretch>
          </p:blipFill>
          <p:spPr>
            <a:xfrm>
              <a:off x="6799145" y="7407697"/>
              <a:ext cx="514350" cy="400050"/>
            </a:xfrm>
            <a:prstGeom prst="rect">
              <a:avLst/>
            </a:prstGeom>
          </p:spPr>
        </p:pic>
      </p:grpSp>
      <p:grpSp>
        <p:nvGrpSpPr>
          <p:cNvPr id="3" name="Group 2">
            <a:extLst>
              <a:ext uri="{FF2B5EF4-FFF2-40B4-BE49-F238E27FC236}">
                <a16:creationId xmlns:a16="http://schemas.microsoft.com/office/drawing/2014/main" id="{BEC90C5E-1A73-D18D-B610-8260F533845D}"/>
              </a:ext>
            </a:extLst>
          </p:cNvPr>
          <p:cNvGrpSpPr/>
          <p:nvPr/>
        </p:nvGrpSpPr>
        <p:grpSpPr>
          <a:xfrm>
            <a:off x="5591781" y="1412484"/>
            <a:ext cx="1382886" cy="1387866"/>
            <a:chOff x="5591781" y="1412484"/>
            <a:chExt cx="1382886" cy="1387866"/>
          </a:xfrm>
        </p:grpSpPr>
        <p:sp>
          <p:nvSpPr>
            <p:cNvPr id="17" name="Rectangle 16">
              <a:extLst>
                <a:ext uri="{FF2B5EF4-FFF2-40B4-BE49-F238E27FC236}">
                  <a16:creationId xmlns:a16="http://schemas.microsoft.com/office/drawing/2014/main" id="{37EEF289-BFC1-D1AC-6694-5346DA122599}"/>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0" name="Picture 19">
              <a:extLst>
                <a:ext uri="{FF2B5EF4-FFF2-40B4-BE49-F238E27FC236}">
                  <a16:creationId xmlns:a16="http://schemas.microsoft.com/office/drawing/2014/main" id="{E7476B32-220A-7171-57AC-C47D33BE2FFC}"/>
                </a:ext>
              </a:extLst>
            </p:cNvPr>
            <p:cNvPicPr>
              <a:picLocks noChangeAspect="1"/>
            </p:cNvPicPr>
            <p:nvPr/>
          </p:nvPicPr>
          <p:blipFill>
            <a:blip r:embed="rId6"/>
            <a:srcRect l="10092" r="10092"/>
            <a:stretch/>
          </p:blipFill>
          <p:spPr>
            <a:xfrm>
              <a:off x="5591781" y="1712378"/>
              <a:ext cx="1158067" cy="762487"/>
            </a:xfrm>
            <a:prstGeom prst="rect">
              <a:avLst/>
            </a:prstGeom>
          </p:spPr>
        </p:pic>
        <p:sp>
          <p:nvSpPr>
            <p:cNvPr id="21" name="Rectangle 20">
              <a:extLst>
                <a:ext uri="{FF2B5EF4-FFF2-40B4-BE49-F238E27FC236}">
                  <a16:creationId xmlns:a16="http://schemas.microsoft.com/office/drawing/2014/main" id="{A4CF1596-5991-B9BD-47C1-226502428749}"/>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4" name="Flowchart: Connector 3">
            <a:extLst>
              <a:ext uri="{FF2B5EF4-FFF2-40B4-BE49-F238E27FC236}">
                <a16:creationId xmlns:a16="http://schemas.microsoft.com/office/drawing/2014/main" id="{25E69E4B-7AE6-066B-7E06-156EC4157F0C}"/>
              </a:ext>
            </a:extLst>
          </p:cNvPr>
          <p:cNvSpPr/>
          <p:nvPr/>
        </p:nvSpPr>
        <p:spPr>
          <a:xfrm>
            <a:off x="7044971" y="931545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0439832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DE2D0-5F47-4169-8966-530D1458F34B}"/>
            </a:ext>
          </a:extLst>
        </p:cNvPr>
        <p:cNvGrpSpPr/>
        <p:nvPr/>
      </p:nvGrpSpPr>
      <p:grpSpPr>
        <a:xfrm>
          <a:off x="0" y="0"/>
          <a:ext cx="0" cy="0"/>
          <a:chOff x="0" y="0"/>
          <a:chExt cx="0" cy="0"/>
        </a:xfrm>
      </p:grpSpPr>
      <p:pic>
        <p:nvPicPr>
          <p:cNvPr id="5" name="Image 3" descr="preencoded.png">
            <a:extLst>
              <a:ext uri="{FF2B5EF4-FFF2-40B4-BE49-F238E27FC236}">
                <a16:creationId xmlns:a16="http://schemas.microsoft.com/office/drawing/2014/main" id="{B288FD3C-6E34-05CC-BA76-7682E43E0F97}"/>
              </a:ext>
            </a:extLst>
          </p:cNvPr>
          <p:cNvPicPr>
            <a:picLocks noChangeAspect="1"/>
          </p:cNvPicPr>
          <p:nvPr/>
        </p:nvPicPr>
        <p:blipFill>
          <a:blip r:embed="rId3"/>
          <a:stretch>
            <a:fillRect/>
          </a:stretch>
        </p:blipFill>
        <p:spPr>
          <a:xfrm>
            <a:off x="796962" y="919932"/>
            <a:ext cx="6177705" cy="190500"/>
          </a:xfrm>
          <a:prstGeom prst="rect">
            <a:avLst/>
          </a:prstGeom>
        </p:spPr>
      </p:pic>
      <p:sp>
        <p:nvSpPr>
          <p:cNvPr id="8" name="Text 0">
            <a:extLst>
              <a:ext uri="{FF2B5EF4-FFF2-40B4-BE49-F238E27FC236}">
                <a16:creationId xmlns:a16="http://schemas.microsoft.com/office/drawing/2014/main" id="{E4296060-3DBA-7E18-610F-A631946D6D69}"/>
              </a:ext>
            </a:extLst>
          </p:cNvPr>
          <p:cNvSpPr/>
          <p:nvPr/>
        </p:nvSpPr>
        <p:spPr>
          <a:xfrm>
            <a:off x="796962" y="2533650"/>
            <a:ext cx="4794819" cy="5621872"/>
          </a:xfrm>
          <a:prstGeom prst="rect">
            <a:avLst/>
          </a:prstGeom>
          <a:noFill/>
          <a:ln/>
        </p:spPr>
        <p:txBody>
          <a:bodyPr wrap="square" lIns="0" tIns="0" rIns="0" bIns="0" rtlCol="0" anchor="ctr"/>
          <a:lstStyle/>
          <a:p>
            <a:pPr marL="0" indent="0">
              <a:lnSpc>
                <a:spcPts val="1600"/>
              </a:lnSpc>
              <a:spcBef>
                <a:spcPts val="1200"/>
              </a:spcBef>
              <a:spcAft>
                <a:spcPts val="600"/>
              </a:spcAft>
              <a:buNone/>
            </a:pPr>
            <a:r>
              <a:rPr lang="en-US" sz="1200" dirty="0">
                <a:latin typeface="Titillium Web" panose="00000500000000000000" pitchFamily="2" charset="0"/>
              </a:rPr>
              <a:t>{{</a:t>
            </a:r>
            <a:r>
              <a:rPr lang="en-US" sz="1200" dirty="0" err="1">
                <a:latin typeface="Titillium Web" panose="00000500000000000000" pitchFamily="2" charset="0"/>
              </a:rPr>
              <a:t>govPrioritiesBody</a:t>
            </a:r>
            <a:r>
              <a:rPr lang="en-US" sz="1200" dirty="0">
                <a:latin typeface="Titillium Web" panose="00000500000000000000" pitchFamily="2" charset="0"/>
              </a:rPr>
              <a:t>}}</a:t>
            </a:r>
            <a:endParaRPr lang="en-US" sz="1200" dirty="0">
              <a:solidFill>
                <a:srgbClr val="1D1D1D"/>
              </a:solidFill>
              <a:latin typeface="Titillium Web" panose="00000500000000000000" pitchFamily="2" charset="0"/>
            </a:endParaRPr>
          </a:p>
        </p:txBody>
      </p:sp>
      <p:sp>
        <p:nvSpPr>
          <p:cNvPr id="9" name="Text 1">
            <a:extLst>
              <a:ext uri="{FF2B5EF4-FFF2-40B4-BE49-F238E27FC236}">
                <a16:creationId xmlns:a16="http://schemas.microsoft.com/office/drawing/2014/main" id="{E1F0829E-4C6C-A281-A072-29EEE71565C3}"/>
              </a:ext>
            </a:extLst>
          </p:cNvPr>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t>
            </a:r>
            <a:r>
              <a:rPr lang="en-US" sz="1350" i="1" dirty="0" err="1">
                <a:solidFill>
                  <a:srgbClr val="1D1D1D"/>
                </a:solidFill>
                <a:latin typeface="Titillium Web" panose="00000500000000000000" pitchFamily="2" charset="0"/>
                <a:ea typeface="Titillium Web" pitchFamily="34" charset="-122"/>
                <a:cs typeface="Titillium Web" pitchFamily="34" charset="-120"/>
              </a:rPr>
              <a:t>currentMonthYear</a:t>
            </a:r>
            <a:r>
              <a:rPr lang="en-US" sz="1350" i="1" dirty="0">
                <a:solidFill>
                  <a:srgbClr val="1D1D1D"/>
                </a:solidFill>
                <a:latin typeface="Titillium Web" panose="00000500000000000000" pitchFamily="2" charset="0"/>
                <a:ea typeface="Titillium Web" pitchFamily="34" charset="-122"/>
                <a:cs typeface="Titillium Web" pitchFamily="34" charset="-120"/>
              </a:rPr>
              <a:t>}}</a:t>
            </a:r>
            <a:endParaRPr lang="en-US" sz="1350" dirty="0">
              <a:latin typeface="Titillium Web" panose="00000500000000000000" pitchFamily="2" charset="0"/>
            </a:endParaRPr>
          </a:p>
        </p:txBody>
      </p:sp>
      <p:sp>
        <p:nvSpPr>
          <p:cNvPr id="10" name="Text 2">
            <a:extLst>
              <a:ext uri="{FF2B5EF4-FFF2-40B4-BE49-F238E27FC236}">
                <a16:creationId xmlns:a16="http://schemas.microsoft.com/office/drawing/2014/main" id="{D1CB8061-5B96-D292-E2E4-2088372CD8E4}"/>
              </a:ext>
            </a:extLst>
          </p:cNvPr>
          <p:cNvSpPr/>
          <p:nvPr/>
        </p:nvSpPr>
        <p:spPr>
          <a:xfrm>
            <a:off x="796962" y="1971480"/>
            <a:ext cx="3960442" cy="304243"/>
          </a:xfrm>
          <a:prstGeom prst="rect">
            <a:avLst/>
          </a:prstGeom>
          <a:noFill/>
          <a:ln/>
        </p:spPr>
        <p:txBody>
          <a:bodyPr wrap="square" lIns="0" tIns="0" rIns="0" bIns="0" rtlCol="0" anchor="ctr"/>
          <a:lstStyle/>
          <a:p>
            <a:pPr algn="l">
              <a:lnSpc>
                <a:spcPct val="79650"/>
              </a:lnSpc>
              <a:buSzPct val="100000"/>
            </a:pPr>
            <a:r>
              <a:rPr lang="en-US" sz="2800" b="1" dirty="0">
                <a:solidFill>
                  <a:srgbClr val="1D1D1D"/>
                </a:solidFill>
                <a:latin typeface="Titillium Web" panose="00000500000000000000" pitchFamily="2" charset="0"/>
                <a:ea typeface="Sora" pitchFamily="34" charset="-122"/>
              </a:rPr>
              <a:t>8.6 Priorities</a:t>
            </a:r>
            <a:endParaRPr lang="en-US" sz="2800" dirty="0">
              <a:latin typeface="Titillium Web" panose="00000500000000000000" pitchFamily="2" charset="0"/>
            </a:endParaRPr>
          </a:p>
        </p:txBody>
      </p:sp>
      <p:sp>
        <p:nvSpPr>
          <p:cNvPr id="11" name="Text 3">
            <a:extLst>
              <a:ext uri="{FF2B5EF4-FFF2-40B4-BE49-F238E27FC236}">
                <a16:creationId xmlns:a16="http://schemas.microsoft.com/office/drawing/2014/main" id="{024D10A6-8F81-A0B4-6E32-F94108ED400E}"/>
              </a:ext>
            </a:extLst>
          </p:cNvPr>
          <p:cNvSpPr/>
          <p:nvPr/>
        </p:nvSpPr>
        <p:spPr>
          <a:xfrm>
            <a:off x="7209558" y="9559385"/>
            <a:ext cx="228600" cy="180975"/>
          </a:xfrm>
          <a:prstGeom prst="rect">
            <a:avLst/>
          </a:prstGeom>
          <a:noFill/>
          <a:ln/>
        </p:spPr>
        <p:txBody>
          <a:bodyPr wrap="square" lIns="0" tIns="0" rIns="0" bIns="0" rtlCol="0" anchor="ctr"/>
          <a:lstStyle/>
          <a:p>
            <a:pPr>
              <a:lnSpc>
                <a:spcPct val="79650"/>
              </a:lnSpc>
            </a:pPr>
            <a:r>
              <a:rPr lang="en-US" sz="1000" b="1" dirty="0">
                <a:solidFill>
                  <a:srgbClr val="2B2B35"/>
                </a:solidFill>
                <a:latin typeface="Titillium Web" panose="00000500000000000000" pitchFamily="2" charset="0"/>
                <a:ea typeface="Roboto Condensed" pitchFamily="34" charset="-122"/>
                <a:cs typeface="Roboto Condensed" pitchFamily="34" charset="-120"/>
              </a:rPr>
              <a:t>56</a:t>
            </a:r>
            <a:endParaRPr lang="en-US" sz="1000" dirty="0">
              <a:latin typeface="Titillium Web" panose="00000500000000000000" pitchFamily="2" charset="0"/>
            </a:endParaRPr>
          </a:p>
          <a:p>
            <a:pPr marL="0" indent="0" algn="l">
              <a:lnSpc>
                <a:spcPct val="79650"/>
              </a:lnSpc>
              <a:buNone/>
            </a:pPr>
            <a:endParaRPr lang="en-US" sz="1200" dirty="0">
              <a:latin typeface="Titillium Web" panose="00000500000000000000" pitchFamily="2" charset="0"/>
            </a:endParaRPr>
          </a:p>
        </p:txBody>
      </p:sp>
      <p:sp>
        <p:nvSpPr>
          <p:cNvPr id="12" name="Text 4">
            <a:extLst>
              <a:ext uri="{FF2B5EF4-FFF2-40B4-BE49-F238E27FC236}">
                <a16:creationId xmlns:a16="http://schemas.microsoft.com/office/drawing/2014/main" id="{A2B0685D-2B18-6E62-08AD-288C90090740}"/>
              </a:ext>
            </a:extLst>
          </p:cNvPr>
          <p:cNvSpPr/>
          <p:nvPr/>
        </p:nvSpPr>
        <p:spPr>
          <a:xfrm>
            <a:off x="895634" y="684512"/>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anose="00000500000000000000" pitchFamily="2" charset="0"/>
                <a:ea typeface="Titillium Web" pitchFamily="34" charset="-122"/>
                <a:cs typeface="Titillium Web" pitchFamily="34" charset="-120"/>
              </a:rPr>
              <a:t>As-is Scenario Analysis</a:t>
            </a:r>
            <a:endParaRPr lang="en-US" sz="1350" dirty="0">
              <a:latin typeface="Titillium Web" panose="00000500000000000000" pitchFamily="2" charset="0"/>
            </a:endParaRPr>
          </a:p>
        </p:txBody>
      </p:sp>
      <p:sp>
        <p:nvSpPr>
          <p:cNvPr id="13" name="Text 5">
            <a:extLst>
              <a:ext uri="{FF2B5EF4-FFF2-40B4-BE49-F238E27FC236}">
                <a16:creationId xmlns:a16="http://schemas.microsoft.com/office/drawing/2014/main" id="{B85394F0-5435-4B07-9D17-C7368D8FE433}"/>
              </a:ext>
            </a:extLst>
          </p:cNvPr>
          <p:cNvSpPr/>
          <p:nvPr/>
        </p:nvSpPr>
        <p:spPr>
          <a:xfrm>
            <a:off x="7505700" y="9829800"/>
            <a:ext cx="266700" cy="228600"/>
          </a:xfrm>
          <a:prstGeom prst="rect">
            <a:avLst/>
          </a:prstGeom>
          <a:noFill/>
          <a:ln/>
        </p:spPr>
        <p:txBody>
          <a:bodyPr wrap="square" lIns="0" tIns="0" rIns="0" bIns="0" rtlCol="0" anchor="ctr"/>
          <a:lstStyle/>
          <a:p>
            <a:pPr marL="0" indent="0" algn="ctr">
              <a:buNone/>
            </a:pPr>
            <a:r>
              <a:rPr lang="en-US" sz="1200" u="none" dirty="0">
                <a:solidFill>
                  <a:srgbClr val="FFFFFF"/>
                </a:solidFill>
                <a:uFill>
                  <a:solidFill>
                    <a:srgbClr val="FFFFFF"/>
                  </a:solidFill>
                </a:uFill>
                <a:latin typeface="Titillium Web" panose="00000500000000000000" pitchFamily="2" charset="0"/>
                <a:ea typeface="Titillium Web" pitchFamily="34" charset="-122"/>
                <a:cs typeface="Titillium Web" pitchFamily="34" charset="-120"/>
              </a:rPr>
              <a:t>7</a:t>
            </a:r>
            <a:endParaRPr lang="en-US" sz="1200" dirty="0">
              <a:latin typeface="Titillium Web" panose="00000500000000000000" pitchFamily="2" charset="0"/>
            </a:endParaRPr>
          </a:p>
        </p:txBody>
      </p:sp>
      <p:sp>
        <p:nvSpPr>
          <p:cNvPr id="20" name="Text 4">
            <a:extLst>
              <a:ext uri="{FF2B5EF4-FFF2-40B4-BE49-F238E27FC236}">
                <a16:creationId xmlns:a16="http://schemas.microsoft.com/office/drawing/2014/main" id="{A009AB13-6D15-2469-A775-C49980B78A2B}"/>
              </a:ext>
            </a:extLst>
          </p:cNvPr>
          <p:cNvSpPr/>
          <p:nvPr/>
        </p:nvSpPr>
        <p:spPr>
          <a:xfrm>
            <a:off x="5811972" y="5179004"/>
            <a:ext cx="1314450" cy="9144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lnSpc>
                <a:spcPct val="105600"/>
              </a:lnSpc>
              <a:buNone/>
            </a:pPr>
            <a:endParaRPr lang="en-US" sz="1500" dirty="0"/>
          </a:p>
        </p:txBody>
      </p:sp>
      <p:grpSp>
        <p:nvGrpSpPr>
          <p:cNvPr id="3" name="Group 2">
            <a:extLst>
              <a:ext uri="{FF2B5EF4-FFF2-40B4-BE49-F238E27FC236}">
                <a16:creationId xmlns:a16="http://schemas.microsoft.com/office/drawing/2014/main" id="{F6742521-2EFF-C2A9-E46B-23CD7341078D}"/>
              </a:ext>
            </a:extLst>
          </p:cNvPr>
          <p:cNvGrpSpPr/>
          <p:nvPr/>
        </p:nvGrpSpPr>
        <p:grpSpPr>
          <a:xfrm>
            <a:off x="5591781" y="1412484"/>
            <a:ext cx="1382886" cy="1387866"/>
            <a:chOff x="5591781" y="1412484"/>
            <a:chExt cx="1382886" cy="1387866"/>
          </a:xfrm>
        </p:grpSpPr>
        <p:sp>
          <p:nvSpPr>
            <p:cNvPr id="14" name="Rectangle 13">
              <a:extLst>
                <a:ext uri="{FF2B5EF4-FFF2-40B4-BE49-F238E27FC236}">
                  <a16:creationId xmlns:a16="http://schemas.microsoft.com/office/drawing/2014/main" id="{03156DCC-C5DF-8299-A8FB-0AD387B165EF}"/>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5" name="Picture 14">
              <a:extLst>
                <a:ext uri="{FF2B5EF4-FFF2-40B4-BE49-F238E27FC236}">
                  <a16:creationId xmlns:a16="http://schemas.microsoft.com/office/drawing/2014/main" id="{E5422A25-678B-2D45-F3DB-D935D957A0E8}"/>
                </a:ext>
              </a:extLst>
            </p:cNvPr>
            <p:cNvPicPr>
              <a:picLocks noChangeAspect="1"/>
            </p:cNvPicPr>
            <p:nvPr/>
          </p:nvPicPr>
          <p:blipFill>
            <a:blip r:embed="rId4"/>
            <a:srcRect l="10092" r="10092"/>
            <a:stretch/>
          </p:blipFill>
          <p:spPr>
            <a:xfrm>
              <a:off x="5591781" y="1712378"/>
              <a:ext cx="1158067" cy="762487"/>
            </a:xfrm>
            <a:prstGeom prst="rect">
              <a:avLst/>
            </a:prstGeom>
          </p:spPr>
        </p:pic>
        <p:sp>
          <p:nvSpPr>
            <p:cNvPr id="16" name="Rectangle 15">
              <a:extLst>
                <a:ext uri="{FF2B5EF4-FFF2-40B4-BE49-F238E27FC236}">
                  <a16:creationId xmlns:a16="http://schemas.microsoft.com/office/drawing/2014/main" id="{A06E4A1B-498C-DD7D-7027-80C1338BF465}"/>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grpSp>
        <p:nvGrpSpPr>
          <p:cNvPr id="17" name="Group 16">
            <a:extLst>
              <a:ext uri="{FF2B5EF4-FFF2-40B4-BE49-F238E27FC236}">
                <a16:creationId xmlns:a16="http://schemas.microsoft.com/office/drawing/2014/main" id="{20E9E5C1-1FD5-5436-C3A9-71CF2DF17030}"/>
              </a:ext>
            </a:extLst>
          </p:cNvPr>
          <p:cNvGrpSpPr/>
          <p:nvPr/>
        </p:nvGrpSpPr>
        <p:grpSpPr>
          <a:xfrm>
            <a:off x="5999045" y="7407697"/>
            <a:ext cx="1314450" cy="1449210"/>
            <a:chOff x="5999045" y="7407697"/>
            <a:chExt cx="1314450" cy="1449210"/>
          </a:xfrm>
        </p:grpSpPr>
        <p:sp>
          <p:nvSpPr>
            <p:cNvPr id="21" name="Text 4">
              <a:extLst>
                <a:ext uri="{FF2B5EF4-FFF2-40B4-BE49-F238E27FC236}">
                  <a16:creationId xmlns:a16="http://schemas.microsoft.com/office/drawing/2014/main" id="{3718B159-351B-54AD-5F53-D05C170192B1}"/>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22" name="Image 4" descr="preencoded.png">
              <a:extLst>
                <a:ext uri="{FF2B5EF4-FFF2-40B4-BE49-F238E27FC236}">
                  <a16:creationId xmlns:a16="http://schemas.microsoft.com/office/drawing/2014/main" id="{27075099-E851-A44B-5781-D276C7166F93}"/>
                </a:ext>
              </a:extLst>
            </p:cNvPr>
            <p:cNvPicPr>
              <a:picLocks noChangeAspect="1"/>
            </p:cNvPicPr>
            <p:nvPr/>
          </p:nvPicPr>
          <p:blipFill>
            <a:blip r:embed="rId5"/>
            <a:stretch>
              <a:fillRect/>
            </a:stretch>
          </p:blipFill>
          <p:spPr>
            <a:xfrm>
              <a:off x="6799145" y="7407697"/>
              <a:ext cx="514350" cy="400050"/>
            </a:xfrm>
            <a:prstGeom prst="rect">
              <a:avLst/>
            </a:prstGeom>
          </p:spPr>
        </p:pic>
      </p:grpSp>
      <p:sp>
        <p:nvSpPr>
          <p:cNvPr id="2" name="Flowchart: Connector 1">
            <a:extLst>
              <a:ext uri="{FF2B5EF4-FFF2-40B4-BE49-F238E27FC236}">
                <a16:creationId xmlns:a16="http://schemas.microsoft.com/office/drawing/2014/main" id="{C9419D7A-5CD3-CAAA-1F18-4E7503ACBB62}"/>
              </a:ext>
            </a:extLst>
          </p:cNvPr>
          <p:cNvSpPr/>
          <p:nvPr/>
        </p:nvSpPr>
        <p:spPr>
          <a:xfrm>
            <a:off x="7044971" y="9315450"/>
            <a:ext cx="457200" cy="45720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15808274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4ACE3-CD16-A0D5-6768-F1CA821E2B86}"/>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9E3ED5CA-DAED-C7FA-ABCA-AD5CDF6A7050}"/>
              </a:ext>
            </a:extLst>
          </p:cNvPr>
          <p:cNvSpPr/>
          <p:nvPr/>
        </p:nvSpPr>
        <p:spPr>
          <a:xfrm>
            <a:off x="214856" y="865637"/>
            <a:ext cx="585961" cy="1895475"/>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5" name="Image 3">
            <a:extLst>
              <a:ext uri="{FF2B5EF4-FFF2-40B4-BE49-F238E27FC236}">
                <a16:creationId xmlns:a16="http://schemas.microsoft.com/office/drawing/2014/main" id="{C1042BE5-32A2-19E3-3107-52451E30DD60}"/>
              </a:ext>
            </a:extLst>
          </p:cNvPr>
          <p:cNvPicPr>
            <a:picLocks noChangeAspect="1"/>
          </p:cNvPicPr>
          <p:nvPr/>
        </p:nvPicPr>
        <p:blipFill>
          <a:blip r:embed="rId3"/>
          <a:srcRect/>
          <a:stretch/>
        </p:blipFill>
        <p:spPr>
          <a:xfrm>
            <a:off x="1" y="4219575"/>
            <a:ext cx="7772398" cy="4076699"/>
          </a:xfrm>
          <a:prstGeom prst="rect">
            <a:avLst/>
          </a:prstGeom>
        </p:spPr>
      </p:pic>
      <p:pic>
        <p:nvPicPr>
          <p:cNvPr id="6" name="Image 4" descr="preencoded.png">
            <a:extLst>
              <a:ext uri="{FF2B5EF4-FFF2-40B4-BE49-F238E27FC236}">
                <a16:creationId xmlns:a16="http://schemas.microsoft.com/office/drawing/2014/main" id="{6A0798CC-1C44-80D8-5EF4-53C91BF432D4}"/>
              </a:ext>
            </a:extLst>
          </p:cNvPr>
          <p:cNvPicPr>
            <a:picLocks noChangeAspect="1"/>
          </p:cNvPicPr>
          <p:nvPr/>
        </p:nvPicPr>
        <p:blipFill>
          <a:blip r:embed="rId4"/>
          <a:stretch>
            <a:fillRect/>
          </a:stretch>
        </p:blipFill>
        <p:spPr>
          <a:xfrm>
            <a:off x="4862751" y="6575308"/>
            <a:ext cx="1752600" cy="1752600"/>
          </a:xfrm>
          <a:prstGeom prst="rect">
            <a:avLst/>
          </a:prstGeom>
        </p:spPr>
      </p:pic>
      <p:pic>
        <p:nvPicPr>
          <p:cNvPr id="7" name="Image 5" descr="preencoded.png">
            <a:extLst>
              <a:ext uri="{FF2B5EF4-FFF2-40B4-BE49-F238E27FC236}">
                <a16:creationId xmlns:a16="http://schemas.microsoft.com/office/drawing/2014/main" id="{2883F612-528C-F987-3DA3-BEF9C43A11B6}"/>
              </a:ext>
            </a:extLst>
          </p:cNvPr>
          <p:cNvPicPr>
            <a:picLocks noChangeAspect="1"/>
          </p:cNvPicPr>
          <p:nvPr/>
        </p:nvPicPr>
        <p:blipFill>
          <a:blip r:embed="rId5"/>
          <a:stretch>
            <a:fillRect/>
          </a:stretch>
        </p:blipFill>
        <p:spPr>
          <a:xfrm>
            <a:off x="6607635" y="6575308"/>
            <a:ext cx="1171575" cy="1752600"/>
          </a:xfrm>
          <a:prstGeom prst="rect">
            <a:avLst/>
          </a:prstGeom>
        </p:spPr>
      </p:pic>
      <p:pic>
        <p:nvPicPr>
          <p:cNvPr id="8" name="Image 6" descr="preencoded.png">
            <a:extLst>
              <a:ext uri="{FF2B5EF4-FFF2-40B4-BE49-F238E27FC236}">
                <a16:creationId xmlns:a16="http://schemas.microsoft.com/office/drawing/2014/main" id="{EA2A48CA-3886-993D-D727-A137D7279EED}"/>
              </a:ext>
            </a:extLst>
          </p:cNvPr>
          <p:cNvPicPr>
            <a:picLocks noChangeAspect="1"/>
          </p:cNvPicPr>
          <p:nvPr/>
        </p:nvPicPr>
        <p:blipFill>
          <a:blip r:embed="rId6"/>
          <a:stretch>
            <a:fillRect/>
          </a:stretch>
        </p:blipFill>
        <p:spPr>
          <a:xfrm>
            <a:off x="551487" y="9286170"/>
            <a:ext cx="6652174" cy="190500"/>
          </a:xfrm>
          <a:prstGeom prst="rect">
            <a:avLst/>
          </a:prstGeom>
        </p:spPr>
      </p:pic>
      <p:sp>
        <p:nvSpPr>
          <p:cNvPr id="12" name="Text 3">
            <a:extLst>
              <a:ext uri="{FF2B5EF4-FFF2-40B4-BE49-F238E27FC236}">
                <a16:creationId xmlns:a16="http://schemas.microsoft.com/office/drawing/2014/main" id="{5CC43A33-83B7-F9C7-D314-0DA2E7A48EFE}"/>
              </a:ext>
            </a:extLst>
          </p:cNvPr>
          <p:cNvSpPr/>
          <p:nvPr/>
        </p:nvSpPr>
        <p:spPr>
          <a:xfrm>
            <a:off x="4362917" y="8902446"/>
            <a:ext cx="2838450" cy="228600"/>
          </a:xfrm>
          <a:prstGeom prst="rect">
            <a:avLst/>
          </a:prstGeom>
          <a:noFill/>
          <a:ln/>
        </p:spPr>
        <p:txBody>
          <a:bodyPr wrap="square" lIns="0" tIns="0" rIns="0" bIns="0" rtlCol="0" anchor="ctr"/>
          <a:lstStyle/>
          <a:p>
            <a:pPr marL="0" indent="0" algn="r">
              <a:lnSpc>
                <a:spcPct val="99141"/>
              </a:lnSpc>
              <a:buNone/>
            </a:pPr>
            <a:r>
              <a:rPr lang="en-US" sz="1200" dirty="0">
                <a:solidFill>
                  <a:srgbClr val="000000"/>
                </a:solidFill>
                <a:latin typeface="Titillium Web" panose="00000500000000000000" pitchFamily="2" charset="0"/>
                <a:ea typeface="Arimo" pitchFamily="34" charset="-122"/>
                <a:cs typeface="Arimo" pitchFamily="34" charset="-120"/>
              </a:rPr>
              <a:t>{{</a:t>
            </a:r>
            <a:r>
              <a:rPr lang="en-US" sz="1200" dirty="0" err="1">
                <a:solidFill>
                  <a:srgbClr val="000000"/>
                </a:solidFill>
                <a:latin typeface="Titillium Web" panose="00000500000000000000" pitchFamily="2" charset="0"/>
                <a:ea typeface="Arimo" pitchFamily="34" charset="-122"/>
                <a:cs typeface="Arimo" pitchFamily="34" charset="-120"/>
              </a:rPr>
              <a:t>emailAddress</a:t>
            </a:r>
            <a:r>
              <a:rPr lang="en-US" sz="1200" dirty="0">
                <a:solidFill>
                  <a:srgbClr val="000000"/>
                </a:solidFill>
                <a:latin typeface="Titillium Web" panose="00000500000000000000" pitchFamily="2" charset="0"/>
                <a:ea typeface="Arimo" pitchFamily="34" charset="-122"/>
                <a:cs typeface="Arimo" pitchFamily="34" charset="-120"/>
              </a:rPr>
              <a:t>}}</a:t>
            </a:r>
            <a:endParaRPr lang="en-US" sz="1200" dirty="0">
              <a:latin typeface="Titillium Web" panose="00000500000000000000" pitchFamily="2" charset="0"/>
            </a:endParaRPr>
          </a:p>
        </p:txBody>
      </p:sp>
      <p:sp>
        <p:nvSpPr>
          <p:cNvPr id="14" name="Text 0">
            <a:extLst>
              <a:ext uri="{FF2B5EF4-FFF2-40B4-BE49-F238E27FC236}">
                <a16:creationId xmlns:a16="http://schemas.microsoft.com/office/drawing/2014/main" id="{41B6337F-7768-3818-321B-5A000BF2A8F0}"/>
              </a:ext>
            </a:extLst>
          </p:cNvPr>
          <p:cNvSpPr/>
          <p:nvPr/>
        </p:nvSpPr>
        <p:spPr>
          <a:xfrm>
            <a:off x="1252713" y="1042807"/>
            <a:ext cx="4641947" cy="1028700"/>
          </a:xfrm>
          <a:prstGeom prst="rect">
            <a:avLst/>
          </a:prstGeom>
          <a:noFill/>
          <a:ln/>
        </p:spPr>
        <p:txBody>
          <a:bodyPr wrap="square" lIns="0" tIns="0" rIns="0" bIns="0" rtlCol="0" anchor="ctr"/>
          <a:lstStyle/>
          <a:p>
            <a:pPr lvl="1">
              <a:lnSpc>
                <a:spcPts val="7500"/>
              </a:lnSpc>
              <a:buSzPct val="100000"/>
            </a:pPr>
            <a:r>
              <a:rPr lang="en-US" sz="4400" b="1" dirty="0">
                <a:solidFill>
                  <a:srgbClr val="1D1D1D"/>
                </a:solidFill>
                <a:latin typeface="Titillium Web" panose="00000500000000000000" pitchFamily="2" charset="0"/>
                <a:ea typeface="Sora" pitchFamily="34" charset="-122"/>
                <a:cs typeface="Sora" pitchFamily="34" charset="-120"/>
              </a:rPr>
              <a:t>SECTION9</a:t>
            </a:r>
          </a:p>
          <a:p>
            <a:pPr lvl="1">
              <a:lnSpc>
                <a:spcPct val="70000"/>
              </a:lnSpc>
              <a:buSzPct val="100000"/>
            </a:pPr>
            <a:r>
              <a:rPr lang="en-US" sz="3375" b="1" dirty="0">
                <a:solidFill>
                  <a:schemeClr val="tx1">
                    <a:lumMod val="50000"/>
                    <a:lumOff val="50000"/>
                  </a:schemeClr>
                </a:solidFill>
                <a:latin typeface="Titillium Web" panose="00000500000000000000" pitchFamily="2" charset="0"/>
                <a:ea typeface="Sora" pitchFamily="34" charset="-122"/>
              </a:rPr>
              <a:t>Conclusion</a:t>
            </a:r>
            <a:endParaRPr lang="en-US" sz="3375" dirty="0">
              <a:solidFill>
                <a:schemeClr val="tx1">
                  <a:lumMod val="50000"/>
                  <a:lumOff val="50000"/>
                </a:schemeClr>
              </a:solidFill>
              <a:latin typeface="Titillium Web" panose="00000500000000000000" pitchFamily="2" charset="0"/>
            </a:endParaRPr>
          </a:p>
        </p:txBody>
      </p:sp>
      <p:sp>
        <p:nvSpPr>
          <p:cNvPr id="23" name="Rectangle 22">
            <a:extLst>
              <a:ext uri="{FF2B5EF4-FFF2-40B4-BE49-F238E27FC236}">
                <a16:creationId xmlns:a16="http://schemas.microsoft.com/office/drawing/2014/main" id="{F028554A-81C3-0C48-B6F1-4631C5F5541E}"/>
              </a:ext>
            </a:extLst>
          </p:cNvPr>
          <p:cNvSpPr/>
          <p:nvPr/>
        </p:nvSpPr>
        <p:spPr>
          <a:xfrm>
            <a:off x="214856" y="865637"/>
            <a:ext cx="585961" cy="1895475"/>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Rectangle 20">
            <a:extLst>
              <a:ext uri="{FF2B5EF4-FFF2-40B4-BE49-F238E27FC236}">
                <a16:creationId xmlns:a16="http://schemas.microsoft.com/office/drawing/2014/main" id="{BD7459D6-7D4C-FE23-1004-E0C1347EC7D8}"/>
              </a:ext>
            </a:extLst>
          </p:cNvPr>
          <p:cNvSpPr/>
          <p:nvPr/>
        </p:nvSpPr>
        <p:spPr>
          <a:xfrm>
            <a:off x="214856" y="865637"/>
            <a:ext cx="1054386" cy="1416053"/>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8316454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7772400" cy="10058400"/>
          </a:xfrm>
          <a:prstGeom prst="rect">
            <a:avLst/>
          </a:prstGeom>
        </p:spPr>
      </p:pic>
      <p:pic>
        <p:nvPicPr>
          <p:cNvPr id="5" name="Image 3" descr="preencoded.png"/>
          <p:cNvPicPr>
            <a:picLocks noChangeAspect="1"/>
          </p:cNvPicPr>
          <p:nvPr/>
        </p:nvPicPr>
        <p:blipFill>
          <a:blip r:embed="rId4"/>
          <a:stretch>
            <a:fillRect/>
          </a:stretch>
        </p:blipFill>
        <p:spPr>
          <a:xfrm>
            <a:off x="796962" y="919932"/>
            <a:ext cx="6177705" cy="190500"/>
          </a:xfrm>
          <a:prstGeom prst="rect">
            <a:avLst/>
          </a:prstGeom>
        </p:spPr>
      </p:pic>
      <p:pic>
        <p:nvPicPr>
          <p:cNvPr id="6" name="Image 4" descr="preencoded.png"/>
          <p:cNvPicPr>
            <a:picLocks noChangeAspect="1"/>
          </p:cNvPicPr>
          <p:nvPr/>
        </p:nvPicPr>
        <p:blipFill>
          <a:blip r:embed="rId5"/>
          <a:stretch>
            <a:fillRect/>
          </a:stretch>
        </p:blipFill>
        <p:spPr>
          <a:xfrm>
            <a:off x="6580737" y="5066386"/>
            <a:ext cx="514350" cy="400050"/>
          </a:xfrm>
          <a:prstGeom prst="rect">
            <a:avLst/>
          </a:prstGeom>
        </p:spPr>
      </p:pic>
      <p:sp>
        <p:nvSpPr>
          <p:cNvPr id="7" name="Text 0"/>
          <p:cNvSpPr/>
          <p:nvPr/>
        </p:nvSpPr>
        <p:spPr>
          <a:xfrm>
            <a:off x="804094" y="2493915"/>
            <a:ext cx="4752291" cy="5989686"/>
          </a:xfrm>
          <a:prstGeom prst="rect">
            <a:avLst/>
          </a:prstGeom>
          <a:noFill/>
          <a:ln/>
        </p:spPr>
        <p:txBody>
          <a:bodyPr wrap="square" lIns="0" tIns="0" rIns="0" bIns="0" rtlCol="0" anchor="ctr"/>
          <a:lstStyle/>
          <a:p>
            <a:pPr marL="0" indent="0">
              <a:lnSpc>
                <a:spcPts val="1600"/>
              </a:lnSpc>
              <a:spcBef>
                <a:spcPts val="600"/>
              </a:spcBef>
              <a:spcAft>
                <a:spcPts val="600"/>
              </a:spcAft>
              <a:buNone/>
            </a:pPr>
            <a:r>
              <a:rPr lang="en-US" sz="1200" dirty="0">
                <a:latin typeface="Titillium Web" panose="00000500000000000000" pitchFamily="2" charset="0"/>
              </a:rPr>
              <a:t>{{conclusion}}</a:t>
            </a:r>
          </a:p>
        </p:txBody>
      </p:sp>
      <p:sp>
        <p:nvSpPr>
          <p:cNvPr id="8" name="Text 1"/>
          <p:cNvSpPr/>
          <p:nvPr/>
        </p:nvSpPr>
        <p:spPr>
          <a:xfrm>
            <a:off x="796962" y="1865021"/>
            <a:ext cx="3733800" cy="457200"/>
          </a:xfrm>
          <a:prstGeom prst="rect">
            <a:avLst/>
          </a:prstGeom>
          <a:noFill/>
          <a:ln/>
        </p:spPr>
        <p:txBody>
          <a:bodyPr wrap="square" lIns="0" tIns="0" rIns="0" bIns="0" rtlCol="0" anchor="ctr"/>
          <a:lstStyle/>
          <a:p>
            <a:pPr marL="0" indent="0" algn="l">
              <a:lnSpc>
                <a:spcPct val="79650"/>
              </a:lnSpc>
              <a:buNone/>
            </a:pPr>
            <a:r>
              <a:rPr lang="en-US" sz="2800" b="1" dirty="0">
                <a:solidFill>
                  <a:srgbClr val="1D1D1D"/>
                </a:solidFill>
                <a:latin typeface="Titillium Web" panose="00000500000000000000" pitchFamily="2" charset="0"/>
                <a:ea typeface="Sora" pitchFamily="34" charset="-122"/>
                <a:cs typeface="Sora" pitchFamily="34" charset="-120"/>
              </a:rPr>
              <a:t>9. Conclusion </a:t>
            </a:r>
            <a:endParaRPr lang="en-US" sz="2800" dirty="0">
              <a:latin typeface="Titillium Web" panose="00000500000000000000" pitchFamily="2" charset="0"/>
            </a:endParaRPr>
          </a:p>
        </p:txBody>
      </p:sp>
      <p:sp>
        <p:nvSpPr>
          <p:cNvPr id="10" name="Text 2"/>
          <p:cNvSpPr/>
          <p:nvPr/>
        </p:nvSpPr>
        <p:spPr>
          <a:xfrm>
            <a:off x="807232" y="677036"/>
            <a:ext cx="2705100" cy="209550"/>
          </a:xfrm>
          <a:prstGeom prst="rect">
            <a:avLst/>
          </a:prstGeom>
          <a:noFill/>
          <a:ln/>
        </p:spPr>
        <p:txBody>
          <a:bodyPr wrap="square" lIns="0" tIns="0" rIns="0" bIns="0" rtlCol="0" anchor="ctr"/>
          <a:lstStyle/>
          <a:p>
            <a:pPr marL="0" indent="0" algn="l">
              <a:lnSpc>
                <a:spcPct val="79650"/>
              </a:lnSpc>
              <a:buNone/>
            </a:pPr>
            <a:r>
              <a:rPr lang="en-US" sz="1350" i="1" dirty="0">
                <a:solidFill>
                  <a:srgbClr val="1D1D1D"/>
                </a:solidFill>
                <a:latin typeface="Titillium Web" pitchFamily="34" charset="0"/>
                <a:ea typeface="Titillium Web" pitchFamily="34" charset="-122"/>
                <a:cs typeface="Titillium Web" pitchFamily="34" charset="-120"/>
              </a:rPr>
              <a:t>Market Analysis Report</a:t>
            </a:r>
            <a:endParaRPr lang="en-US" sz="1350" dirty="0"/>
          </a:p>
        </p:txBody>
      </p:sp>
      <p:sp>
        <p:nvSpPr>
          <p:cNvPr id="11" name="Text 3"/>
          <p:cNvSpPr/>
          <p:nvPr/>
        </p:nvSpPr>
        <p:spPr>
          <a:xfrm>
            <a:off x="5187639" y="677036"/>
            <a:ext cx="1771650" cy="209550"/>
          </a:xfrm>
          <a:prstGeom prst="rect">
            <a:avLst/>
          </a:prstGeom>
          <a:noFill/>
          <a:ln/>
        </p:spPr>
        <p:txBody>
          <a:bodyPr wrap="square" lIns="0" tIns="0" rIns="0" bIns="0" rtlCol="0" anchor="ctr"/>
          <a:lstStyle/>
          <a:p>
            <a:pPr marL="0" indent="0" algn="r">
              <a:lnSpc>
                <a:spcPct val="79650"/>
              </a:lnSpc>
              <a:buNone/>
            </a:pPr>
            <a:r>
              <a:rPr lang="en-US" sz="1350" i="1" dirty="0">
                <a:solidFill>
                  <a:srgbClr val="1D1D1D"/>
                </a:solidFill>
                <a:latin typeface="Titillium Web" pitchFamily="34" charset="0"/>
                <a:ea typeface="Titillium Web" pitchFamily="34" charset="-122"/>
                <a:cs typeface="Titillium Web" pitchFamily="34" charset="-120"/>
              </a:rPr>
              <a:t>{{</a:t>
            </a:r>
            <a:r>
              <a:rPr lang="en-US" sz="1350" i="1" dirty="0" err="1">
                <a:solidFill>
                  <a:srgbClr val="1D1D1D"/>
                </a:solidFill>
                <a:latin typeface="Titillium Web" pitchFamily="34" charset="0"/>
                <a:ea typeface="Titillium Web" pitchFamily="34" charset="-122"/>
                <a:cs typeface="Titillium Web" pitchFamily="34" charset="-120"/>
              </a:rPr>
              <a:t>currentMonthYear</a:t>
            </a:r>
            <a:r>
              <a:rPr lang="en-US" sz="1350" i="1" dirty="0">
                <a:solidFill>
                  <a:srgbClr val="1D1D1D"/>
                </a:solidFill>
                <a:latin typeface="Titillium Web" pitchFamily="34" charset="0"/>
                <a:ea typeface="Titillium Web" pitchFamily="34" charset="-122"/>
                <a:cs typeface="Titillium Web" pitchFamily="34" charset="-120"/>
              </a:rPr>
              <a:t>}}</a:t>
            </a:r>
            <a:endParaRPr lang="en-US" sz="1350" dirty="0"/>
          </a:p>
        </p:txBody>
      </p:sp>
      <p:sp>
        <p:nvSpPr>
          <p:cNvPr id="12" name="Text 4"/>
          <p:cNvSpPr/>
          <p:nvPr/>
        </p:nvSpPr>
        <p:spPr>
          <a:xfrm>
            <a:off x="5678538" y="5534587"/>
            <a:ext cx="1314450" cy="914400"/>
          </a:xfrm>
          <a:prstGeom prst="rect">
            <a:avLst/>
          </a:prstGeom>
          <a:noFill/>
          <a:ln/>
        </p:spPr>
        <p:txBody>
          <a:bodyPr wrap="square" lIns="0" tIns="0" rIns="0" bIns="0" rtlCol="0" anchor="ctr"/>
          <a:lstStyle/>
          <a:p>
            <a:pPr marL="0" indent="0" algn="r">
              <a:lnSpc>
                <a:spcPct val="105600"/>
              </a:lnSpc>
              <a:buNone/>
            </a:pPr>
            <a:r>
              <a:rPr lang="en-US" sz="1500" b="1" dirty="0">
                <a:solidFill>
                  <a:srgbClr val="FFFFFF"/>
                </a:solidFill>
                <a:latin typeface="Poppins" pitchFamily="34" charset="0"/>
                <a:ea typeface="Poppins" pitchFamily="34" charset="-122"/>
                <a:cs typeface="Poppins" pitchFamily="34" charset="-120"/>
              </a:rPr>
              <a:t>Thank you for your interest!</a:t>
            </a:r>
            <a:endParaRPr lang="en-US" sz="1500" dirty="0"/>
          </a:p>
        </p:txBody>
      </p:sp>
      <p:grpSp>
        <p:nvGrpSpPr>
          <p:cNvPr id="13" name="Group 12">
            <a:extLst>
              <a:ext uri="{FF2B5EF4-FFF2-40B4-BE49-F238E27FC236}">
                <a16:creationId xmlns:a16="http://schemas.microsoft.com/office/drawing/2014/main" id="{08529F6D-4418-4E65-760D-C470D29A7931}"/>
              </a:ext>
            </a:extLst>
          </p:cNvPr>
          <p:cNvGrpSpPr/>
          <p:nvPr/>
        </p:nvGrpSpPr>
        <p:grpSpPr>
          <a:xfrm>
            <a:off x="5591781" y="1412484"/>
            <a:ext cx="1382886" cy="1387866"/>
            <a:chOff x="5591781" y="1412484"/>
            <a:chExt cx="1382886" cy="1387866"/>
          </a:xfrm>
        </p:grpSpPr>
        <p:sp>
          <p:nvSpPr>
            <p:cNvPr id="14" name="Rectangle 13">
              <a:extLst>
                <a:ext uri="{FF2B5EF4-FFF2-40B4-BE49-F238E27FC236}">
                  <a16:creationId xmlns:a16="http://schemas.microsoft.com/office/drawing/2014/main" id="{87C24485-6A3C-5389-9842-3E1AA19E026E}"/>
                </a:ext>
              </a:extLst>
            </p:cNvPr>
            <p:cNvSpPr/>
            <p:nvPr/>
          </p:nvSpPr>
          <p:spPr>
            <a:xfrm>
              <a:off x="6159500" y="1412484"/>
              <a:ext cx="815167" cy="13878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5" name="Picture 14">
              <a:extLst>
                <a:ext uri="{FF2B5EF4-FFF2-40B4-BE49-F238E27FC236}">
                  <a16:creationId xmlns:a16="http://schemas.microsoft.com/office/drawing/2014/main" id="{59FDC3FD-0169-0F3F-C066-CDB024667863}"/>
                </a:ext>
              </a:extLst>
            </p:cNvPr>
            <p:cNvPicPr>
              <a:picLocks noChangeAspect="1"/>
            </p:cNvPicPr>
            <p:nvPr/>
          </p:nvPicPr>
          <p:blipFill>
            <a:blip r:embed="rId6"/>
            <a:srcRect l="10092" r="10092"/>
            <a:stretch/>
          </p:blipFill>
          <p:spPr>
            <a:xfrm>
              <a:off x="5591781" y="1712378"/>
              <a:ext cx="1158067" cy="762487"/>
            </a:xfrm>
            <a:prstGeom prst="rect">
              <a:avLst/>
            </a:prstGeom>
          </p:spPr>
        </p:pic>
        <p:sp>
          <p:nvSpPr>
            <p:cNvPr id="19" name="Rectangle 18">
              <a:extLst>
                <a:ext uri="{FF2B5EF4-FFF2-40B4-BE49-F238E27FC236}">
                  <a16:creationId xmlns:a16="http://schemas.microsoft.com/office/drawing/2014/main" id="{FBDC471E-8103-83C4-F2CB-C9327DB87CB9}"/>
                </a:ext>
              </a:extLst>
            </p:cNvPr>
            <p:cNvSpPr/>
            <p:nvPr/>
          </p:nvSpPr>
          <p:spPr>
            <a:xfrm>
              <a:off x="5591781" y="1712378"/>
              <a:ext cx="1158067" cy="762487"/>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grpSp>
        <p:nvGrpSpPr>
          <p:cNvPr id="20" name="Group 19">
            <a:extLst>
              <a:ext uri="{FF2B5EF4-FFF2-40B4-BE49-F238E27FC236}">
                <a16:creationId xmlns:a16="http://schemas.microsoft.com/office/drawing/2014/main" id="{F7471CAB-7FA1-93DE-09B5-6B5745740574}"/>
              </a:ext>
            </a:extLst>
          </p:cNvPr>
          <p:cNvGrpSpPr/>
          <p:nvPr/>
        </p:nvGrpSpPr>
        <p:grpSpPr>
          <a:xfrm>
            <a:off x="5999045" y="7407697"/>
            <a:ext cx="1314450" cy="1449210"/>
            <a:chOff x="5999045" y="7407697"/>
            <a:chExt cx="1314450" cy="1449210"/>
          </a:xfrm>
        </p:grpSpPr>
        <p:sp>
          <p:nvSpPr>
            <p:cNvPr id="21" name="Text 4">
              <a:extLst>
                <a:ext uri="{FF2B5EF4-FFF2-40B4-BE49-F238E27FC236}">
                  <a16:creationId xmlns:a16="http://schemas.microsoft.com/office/drawing/2014/main" id="{D26A09D3-AA9B-483C-8ED0-A48393741A62}"/>
                </a:ext>
              </a:extLst>
            </p:cNvPr>
            <p:cNvSpPr/>
            <p:nvPr/>
          </p:nvSpPr>
          <p:spPr>
            <a:xfrm>
              <a:off x="5999045" y="7942507"/>
              <a:ext cx="1314450" cy="914400"/>
            </a:xfrm>
            <a:prstGeom prst="rect">
              <a:avLst/>
            </a:prstGeom>
            <a:noFill/>
            <a:ln/>
          </p:spPr>
          <p:txBody>
            <a:bodyPr wrap="square" lIns="0" tIns="0" rIns="0" bIns="0" rtlCol="0" anchor="ctr"/>
            <a:lstStyle/>
            <a:p>
              <a:pPr marL="0" indent="0" algn="r">
                <a:lnSpc>
                  <a:spcPct val="105600"/>
                </a:lnSpc>
                <a:buNone/>
              </a:pPr>
              <a:r>
                <a:rPr lang="en-US" sz="1600" b="1" dirty="0">
                  <a:latin typeface="Poppins" pitchFamily="34" charset="0"/>
                  <a:ea typeface="Poppins" pitchFamily="34" charset="-122"/>
                  <a:cs typeface="Poppins" pitchFamily="34" charset="-120"/>
                </a:rPr>
                <a:t>Creating Value Together</a:t>
              </a:r>
              <a:endParaRPr lang="en-US" sz="1600" dirty="0"/>
            </a:p>
          </p:txBody>
        </p:sp>
        <p:pic>
          <p:nvPicPr>
            <p:cNvPr id="22" name="Image 4" descr="preencoded.png">
              <a:extLst>
                <a:ext uri="{FF2B5EF4-FFF2-40B4-BE49-F238E27FC236}">
                  <a16:creationId xmlns:a16="http://schemas.microsoft.com/office/drawing/2014/main" id="{C246CDC5-D34A-3024-5EEE-60EBE8BB3000}"/>
                </a:ext>
              </a:extLst>
            </p:cNvPr>
            <p:cNvPicPr>
              <a:picLocks noChangeAspect="1"/>
            </p:cNvPicPr>
            <p:nvPr/>
          </p:nvPicPr>
          <p:blipFill>
            <a:blip r:embed="rId7"/>
            <a:stretch>
              <a:fillRect/>
            </a:stretch>
          </p:blipFill>
          <p:spPr>
            <a:xfrm>
              <a:off x="6799145" y="7407697"/>
              <a:ext cx="514350" cy="400050"/>
            </a:xfrm>
            <a:prstGeom prst="rect">
              <a:avLst/>
            </a:prstGeom>
          </p:spPr>
        </p:pic>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4496</TotalTime>
  <Words>2805</Words>
  <Application>Microsoft Office PowerPoint</Application>
  <PresentationFormat>Custom</PresentationFormat>
  <Paragraphs>799</Paragraphs>
  <Slides>58</Slides>
  <Notes>58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Arial</vt:lpstr>
      <vt:lpstr>Arimo</vt:lpstr>
      <vt:lpstr>Open Sans</vt:lpstr>
      <vt:lpstr>Poppins</vt:lpstr>
      <vt:lpstr>Roboto Condensed</vt:lpstr>
      <vt:lpstr>Titillium Web</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Jeanet Seabi</cp:lastModifiedBy>
  <cp:revision>57</cp:revision>
  <dcterms:created xsi:type="dcterms:W3CDTF">2025-05-14T08:27:49Z</dcterms:created>
  <dcterms:modified xsi:type="dcterms:W3CDTF">2025-11-12T05:00:27Z</dcterms:modified>
</cp:coreProperties>
</file>